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9"/>
  </p:notesMasterIdLst>
  <p:handoutMasterIdLst>
    <p:handoutMasterId r:id="rId20"/>
  </p:handoutMasterIdLst>
  <p:sldIdLst>
    <p:sldId id="286" r:id="rId2"/>
    <p:sldId id="2838" r:id="rId3"/>
    <p:sldId id="2839" r:id="rId4"/>
    <p:sldId id="2841" r:id="rId5"/>
    <p:sldId id="2842" r:id="rId6"/>
    <p:sldId id="2910" r:id="rId7"/>
    <p:sldId id="2843" r:id="rId8"/>
    <p:sldId id="2845" r:id="rId9"/>
    <p:sldId id="2844" r:id="rId10"/>
    <p:sldId id="2846" r:id="rId11"/>
    <p:sldId id="2847" r:id="rId12"/>
    <p:sldId id="2807" r:id="rId13"/>
    <p:sldId id="2541" r:id="rId14"/>
    <p:sldId id="2930" r:id="rId15"/>
    <p:sldId id="2931" r:id="rId16"/>
    <p:sldId id="2932" r:id="rId17"/>
    <p:sldId id="2935" r:id="rId18"/>
  </p:sldIdLst>
  <p:sldSz cx="9144000" cy="5130800"/>
  <p:notesSz cx="6858000" cy="9144000"/>
  <p:custDataLst>
    <p:tags r:id="rId21"/>
  </p:custDataLst>
  <p:defaultTextStyle>
    <a:lvl1pPr>
      <a:defRPr>
        <a:latin typeface="Arial" panose="020B0604020202020204"/>
        <a:ea typeface="Arial" panose="020B0604020202020204"/>
        <a:cs typeface="Arial" panose="020B0604020202020204"/>
        <a:sym typeface="Arial" panose="020B0604020202020204"/>
      </a:defRPr>
    </a:lvl1pPr>
    <a:lvl2pPr indent="457200">
      <a:defRPr>
        <a:latin typeface="Arial" panose="020B0604020202020204"/>
        <a:ea typeface="Arial" panose="020B0604020202020204"/>
        <a:cs typeface="Arial" panose="020B0604020202020204"/>
        <a:sym typeface="Arial" panose="020B0604020202020204"/>
      </a:defRPr>
    </a:lvl2pPr>
    <a:lvl3pPr indent="914400">
      <a:defRPr>
        <a:latin typeface="Arial" panose="020B0604020202020204"/>
        <a:ea typeface="Arial" panose="020B0604020202020204"/>
        <a:cs typeface="Arial" panose="020B0604020202020204"/>
        <a:sym typeface="Arial" panose="020B0604020202020204"/>
      </a:defRPr>
    </a:lvl3pPr>
    <a:lvl4pPr indent="1371600">
      <a:defRPr>
        <a:latin typeface="Arial" panose="020B0604020202020204"/>
        <a:ea typeface="Arial" panose="020B0604020202020204"/>
        <a:cs typeface="Arial" panose="020B0604020202020204"/>
        <a:sym typeface="Arial" panose="020B0604020202020204"/>
      </a:defRPr>
    </a:lvl4pPr>
    <a:lvl5pPr indent="1828800">
      <a:defRPr>
        <a:latin typeface="Arial" panose="020B0604020202020204"/>
        <a:ea typeface="Arial" panose="020B0604020202020204"/>
        <a:cs typeface="Arial" panose="020B0604020202020204"/>
        <a:sym typeface="Arial" panose="020B0604020202020204"/>
      </a:defRPr>
    </a:lvl5pPr>
    <a:lvl6pPr indent="2286000">
      <a:defRPr>
        <a:latin typeface="Arial" panose="020B0604020202020204"/>
        <a:ea typeface="Arial" panose="020B0604020202020204"/>
        <a:cs typeface="Arial" panose="020B0604020202020204"/>
        <a:sym typeface="Arial" panose="020B0604020202020204"/>
      </a:defRPr>
    </a:lvl6pPr>
    <a:lvl7pPr indent="2743200">
      <a:defRPr>
        <a:latin typeface="Arial" panose="020B0604020202020204"/>
        <a:ea typeface="Arial" panose="020B0604020202020204"/>
        <a:cs typeface="Arial" panose="020B0604020202020204"/>
        <a:sym typeface="Arial" panose="020B0604020202020204"/>
      </a:defRPr>
    </a:lvl7pPr>
    <a:lvl8pPr indent="3200400">
      <a:defRPr>
        <a:latin typeface="Arial" panose="020B0604020202020204"/>
        <a:ea typeface="Arial" panose="020B0604020202020204"/>
        <a:cs typeface="Arial" panose="020B0604020202020204"/>
        <a:sym typeface="Arial" panose="020B0604020202020204"/>
      </a:defRPr>
    </a:lvl8pPr>
    <a:lvl9pPr indent="3657600">
      <a:defRPr>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823">
          <p15:clr>
            <a:srgbClr val="A4A3A4"/>
          </p15:clr>
        </p15:guide>
        <p15:guide id="2" pos="25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4660"/>
  </p:normalViewPr>
  <p:slideViewPr>
    <p:cSldViewPr snapToGrid="0">
      <p:cViewPr varScale="1">
        <p:scale>
          <a:sx n="151" d="100"/>
          <a:sy n="151" d="100"/>
        </p:scale>
        <p:origin x="546" y="108"/>
      </p:cViewPr>
      <p:guideLst>
        <p:guide orient="horz" pos="1823"/>
        <p:guide pos="252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2024/10/30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691619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xfrm>
            <a:off x="1143000" y="685800"/>
            <a:ext cx="4572000" cy="3429000"/>
          </a:xfrm>
          <a:prstGeom prst="rect">
            <a:avLst/>
          </a:prstGeom>
        </p:spPr>
      </p:sp>
      <p:sp>
        <p:nvSpPr>
          <p:cNvPr id="36" name="Shape 36"/>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2207228743"/>
      </p:ext>
    </p:extLst>
  </p:cSld>
  <p:clrMap bg1="lt1" tx1="dk1" bg2="lt2" tx2="dk2" accent1="accent1" accent2="accent2" accent3="accent3" accent4="accent4" accent5="accent5" accent6="accent6" hlink="hlink" folHlink="folHlink"/>
  <p:notesStyle>
    <a:lvl1pPr defTabSz="457200">
      <a:lnSpc>
        <a:spcPct val="118000"/>
      </a:lnSpc>
      <a:defRPr sz="2200">
        <a:latin typeface="+mj-lt"/>
        <a:ea typeface="+mj-ea"/>
        <a:cs typeface="+mj-cs"/>
        <a:sym typeface="Helvetica Neue"/>
      </a:defRPr>
    </a:lvl1pPr>
    <a:lvl2pPr indent="228600" defTabSz="457200">
      <a:lnSpc>
        <a:spcPct val="118000"/>
      </a:lnSpc>
      <a:defRPr sz="2200">
        <a:latin typeface="+mj-lt"/>
        <a:ea typeface="+mj-ea"/>
        <a:cs typeface="+mj-cs"/>
        <a:sym typeface="Helvetica Neue"/>
      </a:defRPr>
    </a:lvl2pPr>
    <a:lvl3pPr indent="457200" defTabSz="457200">
      <a:lnSpc>
        <a:spcPct val="118000"/>
      </a:lnSpc>
      <a:defRPr sz="2200">
        <a:latin typeface="+mj-lt"/>
        <a:ea typeface="+mj-ea"/>
        <a:cs typeface="+mj-cs"/>
        <a:sym typeface="Helvetica Neue"/>
      </a:defRPr>
    </a:lvl3pPr>
    <a:lvl4pPr indent="685800" defTabSz="457200">
      <a:lnSpc>
        <a:spcPct val="118000"/>
      </a:lnSpc>
      <a:defRPr sz="2200">
        <a:latin typeface="+mj-lt"/>
        <a:ea typeface="+mj-ea"/>
        <a:cs typeface="+mj-cs"/>
        <a:sym typeface="Helvetica Neue"/>
      </a:defRPr>
    </a:lvl4pPr>
    <a:lvl5pPr indent="914400" defTabSz="457200">
      <a:lnSpc>
        <a:spcPct val="118000"/>
      </a:lnSpc>
      <a:defRPr sz="2200">
        <a:latin typeface="+mj-lt"/>
        <a:ea typeface="+mj-ea"/>
        <a:cs typeface="+mj-cs"/>
        <a:sym typeface="Helvetica Neue"/>
      </a:defRPr>
    </a:lvl5pPr>
    <a:lvl6pPr indent="1143000" defTabSz="457200">
      <a:lnSpc>
        <a:spcPct val="118000"/>
      </a:lnSpc>
      <a:defRPr sz="2200">
        <a:latin typeface="+mj-lt"/>
        <a:ea typeface="+mj-ea"/>
        <a:cs typeface="+mj-cs"/>
        <a:sym typeface="Helvetica Neue"/>
      </a:defRPr>
    </a:lvl6pPr>
    <a:lvl7pPr indent="1371600" defTabSz="457200">
      <a:lnSpc>
        <a:spcPct val="118000"/>
      </a:lnSpc>
      <a:defRPr sz="2200">
        <a:latin typeface="+mj-lt"/>
        <a:ea typeface="+mj-ea"/>
        <a:cs typeface="+mj-cs"/>
        <a:sym typeface="Helvetica Neue"/>
      </a:defRPr>
    </a:lvl7pPr>
    <a:lvl8pPr indent="1600200" defTabSz="457200">
      <a:lnSpc>
        <a:spcPct val="118000"/>
      </a:lnSpc>
      <a:defRPr sz="2200">
        <a:latin typeface="+mj-lt"/>
        <a:ea typeface="+mj-ea"/>
        <a:cs typeface="+mj-cs"/>
        <a:sym typeface="Helvetica Neue"/>
      </a:defRPr>
    </a:lvl8pPr>
    <a:lvl9pPr indent="1828800" defTabSz="457200">
      <a:lnSpc>
        <a:spcPct val="118000"/>
      </a:lnSpc>
      <a:defRPr sz="2200">
        <a:latin typeface="+mj-lt"/>
        <a:ea typeface="+mj-ea"/>
        <a:cs typeface="+mj-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10" Type="http://schemas.openxmlformats.org/officeDocument/2006/relationships/slideMaster" Target="../slideMasters/slideMaster1.xml"/><Relationship Id="rId4" Type="http://schemas.openxmlformats.org/officeDocument/2006/relationships/tags" Target="../tags/tag32.xml"/><Relationship Id="rId9" Type="http://schemas.openxmlformats.org/officeDocument/2006/relationships/tags" Target="../tags/tag37.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8" name="Shape 8"/>
          <p:cNvSpPr>
            <a:spLocks noGrp="1"/>
          </p:cNvSpPr>
          <p:nvPr>
            <p:ph type="title" hasCustomPrompt="1"/>
          </p:nvPr>
        </p:nvSpPr>
        <p:spPr>
          <a:prstGeom prst="rect">
            <a:avLst/>
          </a:prstGeom>
        </p:spPr>
        <p:txBody>
          <a:bodyPr/>
          <a:lstStyle/>
          <a:p>
            <a:pPr lvl="0">
              <a:defRPr sz="1800"/>
            </a:pPr>
            <a:r>
              <a:rPr sz="4400"/>
              <a:t>标题文本</a:t>
            </a:r>
          </a:p>
        </p:txBody>
      </p:sp>
      <p:sp>
        <p:nvSpPr>
          <p:cNvPr id="9" name="Shape 9"/>
          <p:cNvSpPr>
            <a:spLocks noGrp="1"/>
          </p:cNvSpPr>
          <p:nvPr>
            <p:ph type="body" idx="1" hasCustomPrompt="1"/>
          </p:nvPr>
        </p:nvSpPr>
        <p:spPr>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11" name="Shape 11"/>
          <p:cNvSpPr>
            <a:spLocks noGrp="1"/>
          </p:cNvSpPr>
          <p:nvPr>
            <p:ph type="title" hasCustomPrompt="1"/>
          </p:nvPr>
        </p:nvSpPr>
        <p:spPr>
          <a:xfrm>
            <a:off x="623887" y="0"/>
            <a:ext cx="7886701" cy="3421064"/>
          </a:xfrm>
          <a:prstGeom prst="rect">
            <a:avLst/>
          </a:prstGeom>
        </p:spPr>
        <p:txBody>
          <a:bodyPr anchor="b"/>
          <a:lstStyle>
            <a:lvl1pPr>
              <a:defRPr sz="6000"/>
            </a:lvl1pPr>
          </a:lstStyle>
          <a:p>
            <a:pPr lvl="0">
              <a:defRPr sz="1800"/>
            </a:pPr>
            <a:r>
              <a:rPr sz="6000"/>
              <a:t>标题文本</a:t>
            </a:r>
          </a:p>
        </p:txBody>
      </p:sp>
      <p:sp>
        <p:nvSpPr>
          <p:cNvPr id="12" name="Shape 12"/>
          <p:cNvSpPr>
            <a:spLocks noGrp="1"/>
          </p:cNvSpPr>
          <p:nvPr>
            <p:ph type="body" idx="1" hasCustomPrompt="1"/>
          </p:nvPr>
        </p:nvSpPr>
        <p:spPr>
          <a:xfrm>
            <a:off x="623887" y="3441700"/>
            <a:ext cx="7886701" cy="1689100"/>
          </a:xfrm>
          <a:prstGeom prst="rect">
            <a:avLst/>
          </a:prstGeom>
        </p:spPr>
        <p:txBody>
          <a:bodyPr/>
          <a:lstStyle>
            <a:lvl1pPr marL="0" indent="0">
              <a:spcBef>
                <a:spcPts val="500"/>
              </a:spcBef>
              <a:buSzTx/>
              <a:buNone/>
              <a:defRPr sz="2400"/>
            </a:lvl1pPr>
            <a:lvl2pPr marL="0" indent="457200">
              <a:spcBef>
                <a:spcPts val="500"/>
              </a:spcBef>
              <a:buSzTx/>
              <a:buNone/>
              <a:defRPr sz="2400"/>
            </a:lvl2pPr>
            <a:lvl3pPr marL="0" indent="914400">
              <a:spcBef>
                <a:spcPts val="500"/>
              </a:spcBef>
              <a:buSzTx/>
              <a:buNone/>
              <a:defRPr sz="2400"/>
            </a:lvl3pPr>
            <a:lvl4pPr marL="0" indent="1371600">
              <a:spcBef>
                <a:spcPts val="500"/>
              </a:spcBef>
              <a:buSzTx/>
              <a:buNone/>
              <a:defRPr sz="2400"/>
            </a:lvl4pPr>
            <a:lvl5pPr marL="0" indent="1828800">
              <a:spcBef>
                <a:spcPts val="500"/>
              </a:spcBef>
              <a:buSzTx/>
              <a:buNone/>
              <a:defRPr sz="2400"/>
            </a:lvl5pPr>
          </a:lstStyle>
          <a:p>
            <a:pPr lvl="0">
              <a:defRPr sz="1800"/>
            </a:pPr>
            <a:r>
              <a:rPr sz="2400"/>
              <a:t>正文级别 1</a:t>
            </a:r>
          </a:p>
          <a:p>
            <a:pPr lvl="1">
              <a:defRPr sz="1800"/>
            </a:pPr>
            <a:r>
              <a:rPr sz="2400"/>
              <a:t>正文级别 2</a:t>
            </a:r>
          </a:p>
          <a:p>
            <a:pPr lvl="2">
              <a:defRPr sz="1800"/>
            </a:pPr>
            <a:r>
              <a:rPr sz="2400"/>
              <a:t>正文级别 3</a:t>
            </a:r>
          </a:p>
          <a:p>
            <a:pPr lvl="3">
              <a:defRPr sz="1800"/>
            </a:pPr>
            <a:r>
              <a:rPr sz="2400"/>
              <a:t>正文级别 4</a:t>
            </a:r>
          </a:p>
          <a:p>
            <a:pPr lvl="4">
              <a:defRPr sz="1800"/>
            </a:pPr>
            <a:r>
              <a:rPr sz="2400"/>
              <a:t>正文级别 5</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14" name="Shape 14"/>
          <p:cNvSpPr>
            <a:spLocks noGrp="1"/>
          </p:cNvSpPr>
          <p:nvPr>
            <p:ph type="title" hasCustomPrompt="1"/>
          </p:nvPr>
        </p:nvSpPr>
        <p:spPr>
          <a:prstGeom prst="rect">
            <a:avLst/>
          </a:prstGeom>
        </p:spPr>
        <p:txBody>
          <a:bodyPr/>
          <a:lstStyle/>
          <a:p>
            <a:pPr lvl="0">
              <a:defRPr sz="1800"/>
            </a:pPr>
            <a:r>
              <a:rPr sz="4400"/>
              <a:t>标题文本</a:t>
            </a:r>
          </a:p>
        </p:txBody>
      </p:sp>
      <p:sp>
        <p:nvSpPr>
          <p:cNvPr id="15" name="Shape 15"/>
          <p:cNvSpPr>
            <a:spLocks noGrp="1"/>
          </p:cNvSpPr>
          <p:nvPr>
            <p:ph type="body" idx="1" hasCustomPrompt="1"/>
          </p:nvPr>
        </p:nvSpPr>
        <p:spPr>
          <a:xfrm>
            <a:off x="628650" y="1368425"/>
            <a:ext cx="3867150" cy="3762375"/>
          </a:xfrm>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比较">
    <p:spTree>
      <p:nvGrpSpPr>
        <p:cNvPr id="1" name=""/>
        <p:cNvGrpSpPr/>
        <p:nvPr/>
      </p:nvGrpSpPr>
      <p:grpSpPr>
        <a:xfrm>
          <a:off x="0" y="0"/>
          <a:ext cx="0" cy="0"/>
          <a:chOff x="0" y="0"/>
          <a:chExt cx="0" cy="0"/>
        </a:xfrm>
      </p:grpSpPr>
      <p:sp>
        <p:nvSpPr>
          <p:cNvPr id="17" name="Shape 17"/>
          <p:cNvSpPr>
            <a:spLocks noGrp="1"/>
          </p:cNvSpPr>
          <p:nvPr>
            <p:ph type="title" hasCustomPrompt="1"/>
          </p:nvPr>
        </p:nvSpPr>
        <p:spPr>
          <a:xfrm>
            <a:off x="630237" y="273050"/>
            <a:ext cx="7886701" cy="995363"/>
          </a:xfrm>
          <a:prstGeom prst="rect">
            <a:avLst/>
          </a:prstGeom>
        </p:spPr>
        <p:txBody>
          <a:bodyPr/>
          <a:lstStyle/>
          <a:p>
            <a:pPr lvl="0">
              <a:defRPr sz="1800"/>
            </a:pPr>
            <a:r>
              <a:rPr sz="4400"/>
              <a:t>标题文本</a:t>
            </a:r>
          </a:p>
        </p:txBody>
      </p:sp>
      <p:sp>
        <p:nvSpPr>
          <p:cNvPr id="18" name="Shape 18"/>
          <p:cNvSpPr>
            <a:spLocks noGrp="1"/>
          </p:cNvSpPr>
          <p:nvPr>
            <p:ph type="body" idx="1" hasCustomPrompt="1"/>
          </p:nvPr>
        </p:nvSpPr>
        <p:spPr>
          <a:xfrm>
            <a:off x="630237" y="1260475"/>
            <a:ext cx="3868739" cy="617538"/>
          </a:xfrm>
          <a:prstGeom prst="rect">
            <a:avLst/>
          </a:prstGeom>
        </p:spPr>
        <p:txBody>
          <a:bodyPr anchor="b"/>
          <a:lstStyle>
            <a:lvl1pPr marL="0" indent="0">
              <a:spcBef>
                <a:spcPts val="500"/>
              </a:spcBef>
              <a:buSzTx/>
              <a:buNone/>
              <a:defRPr sz="2400" b="1"/>
            </a:lvl1pPr>
            <a:lvl2pPr marL="0" indent="457200">
              <a:spcBef>
                <a:spcPts val="500"/>
              </a:spcBef>
              <a:buSzTx/>
              <a:buNone/>
              <a:defRPr sz="2400" b="1"/>
            </a:lvl2pPr>
            <a:lvl3pPr marL="0" indent="914400">
              <a:spcBef>
                <a:spcPts val="500"/>
              </a:spcBef>
              <a:buSzTx/>
              <a:buNone/>
              <a:defRPr sz="2400" b="1"/>
            </a:lvl3pPr>
            <a:lvl4pPr marL="0" indent="1371600">
              <a:spcBef>
                <a:spcPts val="500"/>
              </a:spcBef>
              <a:buSzTx/>
              <a:buNone/>
              <a:defRPr sz="2400" b="1"/>
            </a:lvl4pPr>
            <a:lvl5pPr marL="0" indent="1828800">
              <a:spcBef>
                <a:spcPts val="500"/>
              </a:spcBef>
              <a:buSzTx/>
              <a:buNone/>
              <a:defRPr sz="2400" b="1"/>
            </a:lvl5pPr>
          </a:lstStyle>
          <a:p>
            <a:pPr lvl="0">
              <a:defRPr sz="1800" b="0"/>
            </a:pPr>
            <a:r>
              <a:rPr sz="2400" b="1"/>
              <a:t>正文级别 1</a:t>
            </a:r>
          </a:p>
          <a:p>
            <a:pPr lvl="1">
              <a:defRPr sz="1800" b="0"/>
            </a:pPr>
            <a:r>
              <a:rPr sz="2400" b="1"/>
              <a:t>正文级别 2</a:t>
            </a:r>
          </a:p>
          <a:p>
            <a:pPr lvl="2">
              <a:defRPr sz="1800" b="0"/>
            </a:pPr>
            <a:r>
              <a:rPr sz="2400" b="1"/>
              <a:t>正文级别 3</a:t>
            </a:r>
          </a:p>
          <a:p>
            <a:pPr lvl="3">
              <a:defRPr sz="1800" b="0"/>
            </a:pPr>
            <a:r>
              <a:rPr sz="2400" b="1"/>
              <a:t>正文级别 4</a:t>
            </a:r>
          </a:p>
          <a:p>
            <a:pPr lvl="4">
              <a:defRPr sz="1800" b="0"/>
            </a:pPr>
            <a:r>
              <a:rPr sz="2400" b="1"/>
              <a:t>正文级别 5</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仅标题">
    <p:spTree>
      <p:nvGrpSpPr>
        <p:cNvPr id="1" name=""/>
        <p:cNvGrpSpPr/>
        <p:nvPr/>
      </p:nvGrpSpPr>
      <p:grpSpPr>
        <a:xfrm>
          <a:off x="0" y="0"/>
          <a:ext cx="0" cy="0"/>
          <a:chOff x="0" y="0"/>
          <a:chExt cx="0" cy="0"/>
        </a:xfrm>
      </p:grpSpPr>
      <p:sp>
        <p:nvSpPr>
          <p:cNvPr id="20" name="Shape 20"/>
          <p:cNvSpPr>
            <a:spLocks noGrp="1"/>
          </p:cNvSpPr>
          <p:nvPr>
            <p:ph type="title" hasCustomPrompt="1"/>
          </p:nvPr>
        </p:nvSpPr>
        <p:spPr>
          <a:xfrm>
            <a:off x="628650" y="273050"/>
            <a:ext cx="7886700" cy="995363"/>
          </a:xfrm>
          <a:prstGeom prst="rect">
            <a:avLst/>
          </a:prstGeom>
        </p:spPr>
        <p:txBody>
          <a:bodyPr/>
          <a:lstStyle/>
          <a:p>
            <a:pPr lvl="0">
              <a:defRPr sz="1800"/>
            </a:pPr>
            <a:r>
              <a:rPr sz="4400"/>
              <a:t>标题文本</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23" name="Shape 23"/>
          <p:cNvSpPr>
            <a:spLocks noGrp="1"/>
          </p:cNvSpPr>
          <p:nvPr>
            <p:ph type="title" hasCustomPrompt="1"/>
          </p:nvPr>
        </p:nvSpPr>
        <p:spPr>
          <a:xfrm>
            <a:off x="630237" y="0"/>
            <a:ext cx="2949576" cy="1543050"/>
          </a:xfrm>
          <a:prstGeom prst="rect">
            <a:avLst/>
          </a:prstGeom>
        </p:spPr>
        <p:txBody>
          <a:bodyPr anchor="b"/>
          <a:lstStyle>
            <a:lvl1pPr>
              <a:defRPr sz="3200"/>
            </a:lvl1pPr>
          </a:lstStyle>
          <a:p>
            <a:pPr lvl="0">
              <a:defRPr sz="1800"/>
            </a:pPr>
            <a:r>
              <a:rPr sz="3200"/>
              <a:t>标题文本</a:t>
            </a:r>
          </a:p>
        </p:txBody>
      </p:sp>
      <p:sp>
        <p:nvSpPr>
          <p:cNvPr id="24" name="Shape 24"/>
          <p:cNvSpPr>
            <a:spLocks noGrp="1"/>
          </p:cNvSpPr>
          <p:nvPr>
            <p:ph type="body" idx="1" hasCustomPrompt="1"/>
          </p:nvPr>
        </p:nvSpPr>
        <p:spPr>
          <a:xfrm>
            <a:off x="3887787" y="739775"/>
            <a:ext cx="4629151" cy="4391025"/>
          </a:xfrm>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26" name="Shape 26"/>
          <p:cNvSpPr>
            <a:spLocks noGrp="1"/>
          </p:cNvSpPr>
          <p:nvPr>
            <p:ph type="title" hasCustomPrompt="1"/>
          </p:nvPr>
        </p:nvSpPr>
        <p:spPr>
          <a:xfrm>
            <a:off x="630237" y="0"/>
            <a:ext cx="2949576" cy="1543050"/>
          </a:xfrm>
          <a:prstGeom prst="rect">
            <a:avLst/>
          </a:prstGeom>
        </p:spPr>
        <p:txBody>
          <a:bodyPr anchor="b"/>
          <a:lstStyle>
            <a:lvl1pPr>
              <a:defRPr sz="3200"/>
            </a:lvl1pPr>
          </a:lstStyle>
          <a:p>
            <a:pPr lvl="0">
              <a:defRPr sz="1800"/>
            </a:pPr>
            <a:r>
              <a:rPr sz="3200"/>
              <a:t>标题文本</a:t>
            </a:r>
          </a:p>
        </p:txBody>
      </p:sp>
      <p:sp>
        <p:nvSpPr>
          <p:cNvPr id="27" name="Shape 27"/>
          <p:cNvSpPr>
            <a:spLocks noGrp="1"/>
          </p:cNvSpPr>
          <p:nvPr>
            <p:ph type="body" idx="1" hasCustomPrompt="1"/>
          </p:nvPr>
        </p:nvSpPr>
        <p:spPr>
          <a:xfrm>
            <a:off x="630237" y="1543050"/>
            <a:ext cx="2949576" cy="3587750"/>
          </a:xfrm>
          <a:prstGeom prst="rect">
            <a:avLst/>
          </a:prstGeom>
        </p:spPr>
        <p:txBody>
          <a:bodyPr/>
          <a:lstStyle>
            <a:lvl1pPr marL="0" indent="0">
              <a:spcBef>
                <a:spcPts val="300"/>
              </a:spcBef>
              <a:buSzTx/>
              <a:buNone/>
              <a:defRPr sz="1600"/>
            </a:lvl1pPr>
            <a:lvl2pPr marL="0" indent="457200">
              <a:spcBef>
                <a:spcPts val="300"/>
              </a:spcBef>
              <a:buSzTx/>
              <a:buNone/>
              <a:defRPr sz="1600"/>
            </a:lvl2pPr>
            <a:lvl3pPr marL="0" indent="914400">
              <a:spcBef>
                <a:spcPts val="300"/>
              </a:spcBef>
              <a:buSzTx/>
              <a:buNone/>
              <a:defRPr sz="1600"/>
            </a:lvl3pPr>
            <a:lvl4pPr marL="0" indent="1371600">
              <a:spcBef>
                <a:spcPts val="300"/>
              </a:spcBef>
              <a:buSzTx/>
              <a:buNone/>
              <a:defRPr sz="1600"/>
            </a:lvl4pPr>
            <a:lvl5pPr marL="0" indent="1828800">
              <a:spcBef>
                <a:spcPts val="300"/>
              </a:spcBef>
              <a:buSzTx/>
              <a:buNone/>
              <a:defRPr sz="1600"/>
            </a:lvl5pPr>
          </a:lstStyle>
          <a:p>
            <a:pPr lvl="0">
              <a:defRPr sz="1800"/>
            </a:pPr>
            <a:r>
              <a:rPr sz="1600"/>
              <a:t>正文级别 1</a:t>
            </a:r>
          </a:p>
          <a:p>
            <a:pPr lvl="1">
              <a:defRPr sz="1800"/>
            </a:pPr>
            <a:r>
              <a:rPr sz="1600"/>
              <a:t>正文级别 2</a:t>
            </a:r>
          </a:p>
          <a:p>
            <a:pPr lvl="2">
              <a:defRPr sz="1800"/>
            </a:pPr>
            <a:r>
              <a:rPr sz="1600"/>
              <a:t>正文级别 3</a:t>
            </a:r>
          </a:p>
          <a:p>
            <a:pPr lvl="3">
              <a:defRPr sz="1800"/>
            </a:pPr>
            <a:r>
              <a:rPr sz="1600"/>
              <a:t>正文级别 4</a:t>
            </a:r>
          </a:p>
          <a:p>
            <a:pPr lvl="4">
              <a:defRPr sz="1800"/>
            </a:pPr>
            <a:r>
              <a:rPr sz="1600"/>
              <a:t>正文级别 5</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标题和竖排文字">
    <p:spTree>
      <p:nvGrpSpPr>
        <p:cNvPr id="1" name=""/>
        <p:cNvGrpSpPr/>
        <p:nvPr/>
      </p:nvGrpSpPr>
      <p:grpSpPr>
        <a:xfrm>
          <a:off x="0" y="0"/>
          <a:ext cx="0" cy="0"/>
          <a:chOff x="0" y="0"/>
          <a:chExt cx="0" cy="0"/>
        </a:xfrm>
      </p:grpSpPr>
      <p:sp>
        <p:nvSpPr>
          <p:cNvPr id="29" name="Shape 29"/>
          <p:cNvSpPr>
            <a:spLocks noGrp="1"/>
          </p:cNvSpPr>
          <p:nvPr>
            <p:ph type="title" hasCustomPrompt="1"/>
          </p:nvPr>
        </p:nvSpPr>
        <p:spPr>
          <a:prstGeom prst="rect">
            <a:avLst/>
          </a:prstGeom>
        </p:spPr>
        <p:txBody>
          <a:bodyPr/>
          <a:lstStyle/>
          <a:p>
            <a:pPr lvl="0">
              <a:defRPr sz="1800"/>
            </a:pPr>
            <a:r>
              <a:rPr sz="4400"/>
              <a:t>标题文本</a:t>
            </a:r>
          </a:p>
        </p:txBody>
      </p:sp>
      <p:sp>
        <p:nvSpPr>
          <p:cNvPr id="30" name="Shape 30"/>
          <p:cNvSpPr>
            <a:spLocks noGrp="1"/>
          </p:cNvSpPr>
          <p:nvPr>
            <p:ph type="body" idx="1" hasCustomPrompt="1"/>
          </p:nvPr>
        </p:nvSpPr>
        <p:spPr>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垂直排列标题与&#10;文本">
    <p:spTree>
      <p:nvGrpSpPr>
        <p:cNvPr id="1" name=""/>
        <p:cNvGrpSpPr/>
        <p:nvPr/>
      </p:nvGrpSpPr>
      <p:grpSpPr>
        <a:xfrm>
          <a:off x="0" y="0"/>
          <a:ext cx="0" cy="0"/>
          <a:chOff x="0" y="0"/>
          <a:chExt cx="0" cy="0"/>
        </a:xfrm>
      </p:grpSpPr>
      <p:sp>
        <p:nvSpPr>
          <p:cNvPr id="32" name="Shape 32"/>
          <p:cNvSpPr>
            <a:spLocks noGrp="1"/>
          </p:cNvSpPr>
          <p:nvPr>
            <p:ph type="title" hasCustomPrompt="1"/>
          </p:nvPr>
        </p:nvSpPr>
        <p:spPr>
          <a:xfrm>
            <a:off x="6543675" y="273050"/>
            <a:ext cx="1971675" cy="4857750"/>
          </a:xfrm>
          <a:prstGeom prst="rect">
            <a:avLst/>
          </a:prstGeom>
        </p:spPr>
        <p:txBody>
          <a:bodyPr/>
          <a:lstStyle/>
          <a:p>
            <a:pPr lvl="0">
              <a:defRPr sz="1800"/>
            </a:pPr>
            <a:r>
              <a:rPr sz="4400"/>
              <a:t>标题文本</a:t>
            </a:r>
          </a:p>
        </p:txBody>
      </p:sp>
      <p:sp>
        <p:nvSpPr>
          <p:cNvPr id="33" name="Shape 33"/>
          <p:cNvSpPr>
            <a:spLocks noGrp="1"/>
          </p:cNvSpPr>
          <p:nvPr>
            <p:ph type="body" idx="1" hasCustomPrompt="1"/>
          </p:nvPr>
        </p:nvSpPr>
        <p:spPr>
          <a:xfrm>
            <a:off x="628650" y="273050"/>
            <a:ext cx="5762625" cy="4857750"/>
          </a:xfrm>
          <a:prstGeom prst="rect">
            <a:avLst/>
          </a:prstGeom>
        </p:spPr>
        <p:txBody>
          <a:body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1_标题幻灯片">
    <p:spTree>
      <p:nvGrpSpPr>
        <p:cNvPr id="1" name=""/>
        <p:cNvGrpSpPr/>
        <p:nvPr/>
      </p:nvGrpSpPr>
      <p:grpSpPr>
        <a:xfrm>
          <a:off x="0" y="0"/>
          <a:ext cx="0" cy="0"/>
          <a:chOff x="0" y="0"/>
          <a:chExt cx="0" cy="0"/>
        </a:xfrm>
      </p:grpSpPr>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470"/>
            <a:ext cx="8229600" cy="437780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457200" y="4672354"/>
            <a:ext cx="2133600" cy="356306"/>
          </a:xfrm>
        </p:spPr>
        <p:txBody>
          <a:bodyPr/>
          <a:lstStyle/>
          <a:p>
            <a:pPr lvl="0"/>
            <a:endParaRPr lang="zh-CN" altLang="en-US">
              <a:latin typeface="Arial" panose="020B0604020202020204" pitchFamily="34" charset="0"/>
            </a:endParaRPr>
          </a:p>
        </p:txBody>
      </p:sp>
      <p:sp>
        <p:nvSpPr>
          <p:cNvPr id="4" name="页脚占位符 3"/>
          <p:cNvSpPr>
            <a:spLocks noGrp="1"/>
          </p:cNvSpPr>
          <p:nvPr>
            <p:ph type="ftr" sz="quarter" idx="11"/>
          </p:nvPr>
        </p:nvSpPr>
        <p:spPr>
          <a:xfrm>
            <a:off x="3124200" y="4672354"/>
            <a:ext cx="2895600" cy="356306"/>
          </a:xfrm>
        </p:spPr>
        <p:txBody>
          <a:bodyPr/>
          <a:lstStyle/>
          <a:p>
            <a:pPr lvl="0"/>
            <a:endParaRPr lang="zh-CN" altLang="en-US">
              <a:latin typeface="Arial" panose="020B0604020202020204" pitchFamily="34" charset="0"/>
            </a:endParaRPr>
          </a:p>
        </p:txBody>
      </p:sp>
      <p:sp>
        <p:nvSpPr>
          <p:cNvPr id="5" name="灯片编号占位符 4"/>
          <p:cNvSpPr>
            <a:spLocks noGrp="1"/>
          </p:cNvSpPr>
          <p:nvPr>
            <p:ph type="sldNum" sz="quarter" idx="12"/>
          </p:nvPr>
        </p:nvSpPr>
        <p:spPr>
          <a:xfrm>
            <a:off x="6553200" y="4672354"/>
            <a:ext cx="2133600" cy="356306"/>
          </a:xfrm>
        </p:spPr>
        <p:txBody>
          <a:bodyPr/>
          <a:lstStyle/>
          <a:p>
            <a:pPr lvl="0"/>
            <a:fld id="{9A0DB2DC-4C9A-4742-B13C-FB6460FD3503}" type="slidenum">
              <a:rPr lang="zh-CN" altLang="en-US">
                <a:latin typeface="Arial" panose="020B0604020202020204" pitchFamily="34" charset="0"/>
              </a:rPr>
              <a:t>‹#›</a:t>
            </a:fld>
            <a:endParaRPr lang="zh-CN" altLang="en-US">
              <a:latin typeface="Arial" panose="020B0604020202020204" pitchFamily="34" charset="0"/>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标题幻灯片">
    <p:spTree>
      <p:nvGrpSpPr>
        <p:cNvPr id="1" name=""/>
        <p:cNvGrpSpPr/>
        <p:nvPr/>
      </p:nvGrpSpPr>
      <p:grpSpPr>
        <a:xfrm>
          <a:off x="0" y="0"/>
          <a:ext cx="0" cy="0"/>
          <a:chOff x="0" y="0"/>
          <a:chExt cx="0" cy="0"/>
        </a:xfrm>
      </p:grpSpPr>
      <p:sp>
        <p:nvSpPr>
          <p:cNvPr id="32770" name="Rectangle 2"/>
          <p:cNvSpPr>
            <a:spLocks noGrp="1" noRot="1" noChangeArrowheads="1"/>
          </p:cNvSpPr>
          <p:nvPr>
            <p:ph type="ctrTitle"/>
            <p:custDataLst>
              <p:tags r:id="rId1"/>
            </p:custDataLst>
          </p:nvPr>
        </p:nvSpPr>
        <p:spPr>
          <a:xfrm>
            <a:off x="685818" y="1710346"/>
            <a:ext cx="7772603" cy="855173"/>
          </a:xfrm>
          <a:prstGeom prst="rect">
            <a:avLst/>
          </a:prstGeom>
        </p:spPr>
        <p:txBody>
          <a:bodyPr lIns="108896" tIns="54448" rIns="108896" bIns="54448"/>
          <a:lstStyle>
            <a:lvl1pPr>
              <a:defRPr/>
            </a:lvl1pPr>
          </a:lstStyle>
          <a:p>
            <a:pPr lvl="0"/>
            <a:r>
              <a:rPr lang="zh-CN" altLang="en-US" noProof="0"/>
              <a:t>单击此处编辑母版标题样式</a:t>
            </a:r>
          </a:p>
        </p:txBody>
      </p:sp>
      <p:sp>
        <p:nvSpPr>
          <p:cNvPr id="32771" name="Rectangle 3"/>
          <p:cNvSpPr>
            <a:spLocks noGrp="1" noRot="1" noChangeArrowheads="1"/>
          </p:cNvSpPr>
          <p:nvPr>
            <p:ph type="subTitle" idx="1"/>
            <p:custDataLst>
              <p:tags r:id="rId2"/>
            </p:custDataLst>
          </p:nvPr>
        </p:nvSpPr>
        <p:spPr>
          <a:xfrm>
            <a:off x="1371636" y="2907589"/>
            <a:ext cx="6400966" cy="1311266"/>
          </a:xfrm>
          <a:prstGeom prst="rect">
            <a:avLst/>
          </a:prstGeom>
        </p:spPr>
        <p:txBody>
          <a:bodyPr lIns="108896" tIns="54448" rIns="108896" bIns="54448"/>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32772" name="Rectangle 4"/>
          <p:cNvSpPr>
            <a:spLocks noGrp="1" noChangeArrowheads="1"/>
          </p:cNvSpPr>
          <p:nvPr>
            <p:ph type="dt" sz="half" idx="2"/>
            <p:custDataLst>
              <p:tags r:id="rId3"/>
            </p:custDataLst>
          </p:nvPr>
        </p:nvSpPr>
        <p:spPr>
          <a:xfrm>
            <a:off x="301634" y="4672571"/>
            <a:ext cx="2289235" cy="356322"/>
          </a:xfrm>
          <a:prstGeom prst="rect">
            <a:avLst/>
          </a:prstGeom>
        </p:spPr>
        <p:txBody>
          <a:bodyPr lIns="108896" tIns="54448" rIns="108896" bIns="54448"/>
          <a:lstStyle>
            <a:lvl1pPr>
              <a:defRPr/>
            </a:lvl1pPr>
          </a:lstStyle>
          <a:p>
            <a:endParaRPr lang="en-US" altLang="zh-CN"/>
          </a:p>
        </p:txBody>
      </p:sp>
      <p:sp>
        <p:nvSpPr>
          <p:cNvPr id="32773" name="Rectangle 5"/>
          <p:cNvSpPr>
            <a:spLocks noGrp="1" noChangeArrowheads="1"/>
          </p:cNvSpPr>
          <p:nvPr>
            <p:ph type="ftr" sz="quarter" idx="3"/>
            <p:custDataLst>
              <p:tags r:id="rId4"/>
            </p:custDataLst>
          </p:nvPr>
        </p:nvSpPr>
        <p:spPr>
          <a:xfrm>
            <a:off x="3124282" y="4672571"/>
            <a:ext cx="2895675" cy="356322"/>
          </a:xfrm>
          <a:prstGeom prst="rect">
            <a:avLst/>
          </a:prstGeom>
        </p:spPr>
        <p:txBody>
          <a:bodyPr lIns="108896" tIns="54448" rIns="108896" bIns="54448"/>
          <a:lstStyle>
            <a:lvl1pPr>
              <a:defRPr/>
            </a:lvl1pPr>
          </a:lstStyle>
          <a:p>
            <a:endParaRPr lang="en-US" altLang="zh-CN"/>
          </a:p>
        </p:txBody>
      </p:sp>
      <p:sp>
        <p:nvSpPr>
          <p:cNvPr id="32774" name="Rectangle 6"/>
          <p:cNvSpPr>
            <a:spLocks noGrp="1" noChangeArrowheads="1"/>
          </p:cNvSpPr>
          <p:nvPr>
            <p:ph type="sldNum" sz="quarter" idx="4"/>
            <p:custDataLst>
              <p:tags r:id="rId5"/>
            </p:custDataLst>
          </p:nvPr>
        </p:nvSpPr>
        <p:spPr>
          <a:xfrm>
            <a:off x="6553371" y="4672571"/>
            <a:ext cx="2289235" cy="356322"/>
          </a:xfrm>
          <a:prstGeom prst="rect">
            <a:avLst/>
          </a:prstGeom>
        </p:spPr>
        <p:txBody>
          <a:bodyPr lIns="108896" tIns="54448" rIns="108896" bIns="54448"/>
          <a:lstStyle>
            <a:lvl1pPr>
              <a:defRPr/>
            </a:lvl1pPr>
          </a:lstStyle>
          <a:p>
            <a:fld id="{3C85F09C-F9A0-42F5-8710-87E38E718472}" type="slidenum">
              <a:rPr lang="en-US" altLang="zh-CN"/>
              <a:t>‹#›</a:t>
            </a:fld>
            <a:endParaRPr lang="en-US" altLang="zh-CN"/>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67" y="273181"/>
            <a:ext cx="7886905" cy="991764"/>
          </a:xfrm>
          <a:prstGeom prst="rect">
            <a:avLst/>
          </a:prstGeom>
        </p:spPr>
        <p:txBody>
          <a:bodyPr/>
          <a:lstStyle/>
          <a:p>
            <a:r>
              <a:rPr lang="zh-CN" altLang="en-US" noProof="1"/>
              <a:t>单击此处编辑母版标题样式</a:t>
            </a:r>
          </a:p>
        </p:txBody>
      </p:sp>
      <p:sp>
        <p:nvSpPr>
          <p:cNvPr id="3" name="内容占位符 2"/>
          <p:cNvSpPr>
            <a:spLocks noGrp="1"/>
          </p:cNvSpPr>
          <p:nvPr>
            <p:ph sz="half" idx="1"/>
            <p:custDataLst>
              <p:tags r:id="rId2"/>
            </p:custDataLst>
          </p:nvPr>
        </p:nvSpPr>
        <p:spPr>
          <a:xfrm>
            <a:off x="628666" y="1365901"/>
            <a:ext cx="3867250" cy="3255597"/>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custDataLst>
              <p:tags r:id="rId3"/>
            </p:custDataLst>
          </p:nvPr>
        </p:nvSpPr>
        <p:spPr>
          <a:xfrm>
            <a:off x="4648321" y="1365902"/>
            <a:ext cx="3867250" cy="157019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custDataLst>
              <p:tags r:id="rId4"/>
            </p:custDataLst>
          </p:nvPr>
        </p:nvSpPr>
        <p:spPr>
          <a:xfrm>
            <a:off x="4648321" y="3050117"/>
            <a:ext cx="3867250" cy="1571381"/>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自定义版式">
    <p:spTree>
      <p:nvGrpSpPr>
        <p:cNvPr id="1" name=""/>
        <p:cNvGrpSpPr/>
        <p:nvPr/>
      </p:nvGrpSpPr>
      <p:grpSpPr>
        <a:xfrm>
          <a:off x="0" y="0"/>
          <a:ext cx="0" cy="0"/>
          <a:chOff x="0" y="0"/>
          <a:chExt cx="0" cy="0"/>
        </a:xfrm>
      </p:grpSpPr>
      <p:sp>
        <p:nvSpPr>
          <p:cNvPr id="3" name="矩形 2"/>
          <p:cNvSpPr/>
          <p:nvPr userDrawn="1">
            <p:custDataLst>
              <p:tags r:id="rId1"/>
            </p:custDataLst>
          </p:nvPr>
        </p:nvSpPr>
        <p:spPr>
          <a:xfrm>
            <a:off x="285757" y="0"/>
            <a:ext cx="247657" cy="6461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ct val="0"/>
              </a:spcBef>
              <a:spcAft>
                <a:spcPct val="0"/>
              </a:spcAft>
            </a:pPr>
            <a:endParaRPr lang="zh-CN" altLang="en-US" sz="1345" i="0">
              <a:solidFill>
                <a:prstClr val="white"/>
              </a:solidFill>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学习目标">
    <p:bg>
      <p:bgPr>
        <a:solidFill>
          <a:schemeClr val="bg1"/>
        </a:solidFill>
        <a:effectLst/>
      </p:bgPr>
    </p:bg>
    <p:spTree>
      <p:nvGrpSpPr>
        <p:cNvPr id="1" name=""/>
        <p:cNvGrpSpPr/>
        <p:nvPr/>
      </p:nvGrpSpPr>
      <p:grpSpPr>
        <a:xfrm>
          <a:off x="0" y="0"/>
          <a:ext cx="0" cy="0"/>
          <a:chOff x="0" y="0"/>
          <a:chExt cx="0" cy="0"/>
        </a:xfrm>
      </p:grpSpPr>
      <p:sp>
        <p:nvSpPr>
          <p:cNvPr id="314" name="矩形 313" hidden="1"/>
          <p:cNvSpPr/>
          <p:nvPr userDrawn="1"/>
        </p:nvSpPr>
        <p:spPr>
          <a:xfrm>
            <a:off x="92596" y="259231"/>
            <a:ext cx="8964809" cy="4785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4819"/>
          <p:cNvSpPr>
            <a:spLocks noGrp="1"/>
          </p:cNvSpPr>
          <p:nvPr>
            <p:ph type="dt" sz="half" idx="10"/>
          </p:nvPr>
        </p:nvSpPr>
        <p:spPr>
          <a:xfrm>
            <a:off x="628650" y="4755491"/>
            <a:ext cx="2057400" cy="273168"/>
          </a:xfrm>
        </p:spPr>
        <p:txBody>
          <a:bodyPr/>
          <a:lstStyle>
            <a:lvl1pPr>
              <a:defRPr/>
            </a:lvl1pPr>
          </a:lstStyle>
          <a:p>
            <a:pPr>
              <a:defRPr/>
            </a:pPr>
            <a:endParaRPr lang="zh-CN" altLang="en-US"/>
          </a:p>
        </p:txBody>
      </p:sp>
      <p:sp>
        <p:nvSpPr>
          <p:cNvPr id="5" name="页脚占位符 34820"/>
          <p:cNvSpPr>
            <a:spLocks noGrp="1"/>
          </p:cNvSpPr>
          <p:nvPr>
            <p:ph type="ftr" sz="quarter" idx="11"/>
          </p:nvPr>
        </p:nvSpPr>
        <p:spPr>
          <a:xfrm>
            <a:off x="3028950" y="4755491"/>
            <a:ext cx="3086100" cy="273168"/>
          </a:xfrm>
        </p:spPr>
        <p:txBody>
          <a:bodyPr/>
          <a:lstStyle>
            <a:lvl1pPr>
              <a:defRPr/>
            </a:lvl1pPr>
          </a:lstStyle>
          <a:p>
            <a:pPr>
              <a:defRPr/>
            </a:pPr>
            <a:endParaRPr lang="zh-CN" altLang="en-US"/>
          </a:p>
        </p:txBody>
      </p:sp>
      <p:sp>
        <p:nvSpPr>
          <p:cNvPr id="6" name="灯片编号占位符 34821"/>
          <p:cNvSpPr>
            <a:spLocks noGrp="1"/>
          </p:cNvSpPr>
          <p:nvPr>
            <p:ph type="sldNum" sz="quarter" idx="12"/>
          </p:nvPr>
        </p:nvSpPr>
        <p:spPr>
          <a:xfrm>
            <a:off x="6457950" y="4755491"/>
            <a:ext cx="2057400" cy="273168"/>
          </a:xfrm>
        </p:spPr>
        <p:txBody>
          <a:bodyPr/>
          <a:lstStyle>
            <a:lvl1pPr>
              <a:defRPr/>
            </a:lvl1pPr>
          </a:lstStyle>
          <a:p>
            <a:pPr>
              <a:defRPr/>
            </a:pPr>
            <a:fld id="{AA29D6F5-B6C1-4A30-87E3-5080000A68FD}" type="slidenum">
              <a:rPr lang="zh-CN" altLang="en-US"/>
              <a:t>‹#›</a:t>
            </a:fld>
            <a:endParaRPr lang="zh-CN" altLang="en-US"/>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教学分析">
    <p:spTree>
      <p:nvGrpSpPr>
        <p:cNvPr id="1" name=""/>
        <p:cNvGrpSpPr/>
        <p:nvPr/>
      </p:nvGrpSpPr>
      <p:grpSpPr>
        <a:xfrm>
          <a:off x="0" y="0"/>
          <a:ext cx="0" cy="0"/>
          <a:chOff x="0" y="0"/>
          <a:chExt cx="0" cy="0"/>
        </a:xfrm>
      </p:grpSpPr>
      <p:pic>
        <p:nvPicPr>
          <p:cNvPr id="2" name="Picture 4" descr="F:\0PPT素材\背景及图片\白麻子.jpg"/>
          <p:cNvPicPr>
            <a:picLocks noChangeAspect="1" noChangeArrowheads="1"/>
          </p:cNvPicPr>
          <p:nvPr userDrawn="1"/>
        </p:nvPicPr>
        <p:blipFill>
          <a:blip r:embed="rId5">
            <a:extLst>
              <a:ext uri="{28A0092B-C50C-407E-A947-70E740481C1C}">
                <a14:useLocalDpi xmlns:a14="http://schemas.microsoft.com/office/drawing/2010/main" val="0"/>
              </a:ext>
            </a:extLst>
          </a:blip>
          <a:srcRect r="23479"/>
          <a:stretch>
            <a:fillRect/>
          </a:stretch>
        </p:blipFill>
        <p:spPr bwMode="auto">
          <a:xfrm>
            <a:off x="0" y="0"/>
            <a:ext cx="9144000" cy="5130800"/>
          </a:xfrm>
          <a:prstGeom prst="rect">
            <a:avLst/>
          </a:prstGeom>
          <a:noFill/>
          <a:ln w="9525">
            <a:solidFill>
              <a:srgbClr val="1F497D"/>
            </a:solidFill>
            <a:miter lim="800000"/>
            <a:headEnd/>
            <a:tailEnd/>
          </a:ln>
          <a:extLst>
            <a:ext uri="{909E8E84-426E-40DD-AFC4-6F175D3DCCD1}">
              <a14:hiddenFill xmlns:a14="http://schemas.microsoft.com/office/drawing/2010/main">
                <a:solidFill>
                  <a:srgbClr val="FFFFFF"/>
                </a:solidFill>
              </a14:hiddenFill>
            </a:ext>
          </a:extLst>
        </p:spPr>
      </p:pic>
      <p:cxnSp>
        <p:nvCxnSpPr>
          <p:cNvPr id="3" name="直接连接符 2"/>
          <p:cNvCxnSpPr>
            <a:cxnSpLocks noChangeShapeType="1"/>
          </p:cNvCxnSpPr>
          <p:nvPr userDrawn="1"/>
        </p:nvCxnSpPr>
        <p:spPr bwMode="auto">
          <a:xfrm flipV="1">
            <a:off x="952501" y="652040"/>
            <a:ext cx="7148513" cy="0"/>
          </a:xfrm>
          <a:prstGeom prst="line">
            <a:avLst/>
          </a:prstGeom>
          <a:noFill/>
          <a:ln w="15875" algn="ctr">
            <a:solidFill>
              <a:srgbClr val="118C3B"/>
            </a:solidFill>
            <a:round/>
          </a:ln>
          <a:extLst>
            <a:ext uri="{909E8E84-426E-40DD-AFC4-6F175D3DCCD1}">
              <a14:hiddenFill xmlns:a14="http://schemas.microsoft.com/office/drawing/2010/main">
                <a:noFill/>
              </a14:hiddenFill>
            </a:ext>
          </a:extLst>
        </p:spPr>
      </p:cxnSp>
      <p:sp>
        <p:nvSpPr>
          <p:cNvPr id="4" name="KSO_Shape"/>
          <p:cNvSpPr/>
          <p:nvPr userDrawn="1"/>
        </p:nvSpPr>
        <p:spPr bwMode="auto">
          <a:xfrm>
            <a:off x="8205789" y="299297"/>
            <a:ext cx="219075" cy="402626"/>
          </a:xfrm>
          <a:custGeom>
            <a:avLst/>
            <a:gdLst>
              <a:gd name="T0" fmla="*/ 2147483646 w 2361"/>
              <a:gd name="T1" fmla="*/ 2147483646 h 4328"/>
              <a:gd name="T2" fmla="*/ 2147483646 w 2361"/>
              <a:gd name="T3" fmla="*/ 2147483646 h 4328"/>
              <a:gd name="T4" fmla="*/ 2147483646 w 2361"/>
              <a:gd name="T5" fmla="*/ 2147483646 h 4328"/>
              <a:gd name="T6" fmla="*/ 2147483646 w 2361"/>
              <a:gd name="T7" fmla="*/ 2147483646 h 4328"/>
              <a:gd name="T8" fmla="*/ 2147483646 w 2361"/>
              <a:gd name="T9" fmla="*/ 2147483646 h 4328"/>
              <a:gd name="T10" fmla="*/ 2147483646 w 2361"/>
              <a:gd name="T11" fmla="*/ 2147483646 h 4328"/>
              <a:gd name="T12" fmla="*/ 2147483646 w 2361"/>
              <a:gd name="T13" fmla="*/ 2147483646 h 4328"/>
              <a:gd name="T14" fmla="*/ 2147483646 w 2361"/>
              <a:gd name="T15" fmla="*/ 2147483646 h 4328"/>
              <a:gd name="T16" fmla="*/ 0 w 2361"/>
              <a:gd name="T17" fmla="*/ 2147483646 h 4328"/>
              <a:gd name="T18" fmla="*/ 2147483646 w 2361"/>
              <a:gd name="T19" fmla="*/ 2147483646 h 4328"/>
              <a:gd name="T20" fmla="*/ 2147483646 w 2361"/>
              <a:gd name="T21" fmla="*/ 2147483646 h 4328"/>
              <a:gd name="T22" fmla="*/ 2147483646 w 2361"/>
              <a:gd name="T23" fmla="*/ 2147483646 h 4328"/>
              <a:gd name="T24" fmla="*/ 2147483646 w 2361"/>
              <a:gd name="T25" fmla="*/ 2147483646 h 4328"/>
              <a:gd name="T26" fmla="*/ 2147483646 w 2361"/>
              <a:gd name="T27" fmla="*/ 2147483646 h 4328"/>
              <a:gd name="T28" fmla="*/ 2147483646 w 2361"/>
              <a:gd name="T29" fmla="*/ 2147483646 h 4328"/>
              <a:gd name="T30" fmla="*/ 2147483646 w 2361"/>
              <a:gd name="T31" fmla="*/ 2147483646 h 4328"/>
              <a:gd name="T32" fmla="*/ 2147483646 w 2361"/>
              <a:gd name="T33" fmla="*/ 2147483646 h 4328"/>
              <a:gd name="T34" fmla="*/ 2147483646 w 2361"/>
              <a:gd name="T35" fmla="*/ 2147483646 h 4328"/>
              <a:gd name="T36" fmla="*/ 2147483646 w 2361"/>
              <a:gd name="T37" fmla="*/ 2147483646 h 4328"/>
              <a:gd name="T38" fmla="*/ 2147483646 w 2361"/>
              <a:gd name="T39" fmla="*/ 2147483646 h 4328"/>
              <a:gd name="T40" fmla="*/ 2147483646 w 2361"/>
              <a:gd name="T41" fmla="*/ 2147483646 h 4328"/>
              <a:gd name="T42" fmla="*/ 2147483646 w 2361"/>
              <a:gd name="T43" fmla="*/ 2147483646 h 4328"/>
              <a:gd name="T44" fmla="*/ 2147483646 w 2361"/>
              <a:gd name="T45" fmla="*/ 2147483646 h 4328"/>
              <a:gd name="T46" fmla="*/ 2147483646 w 2361"/>
              <a:gd name="T47" fmla="*/ 2147483646 h 4328"/>
              <a:gd name="T48" fmla="*/ 2147483646 w 2361"/>
              <a:gd name="T49" fmla="*/ 2147483646 h 4328"/>
              <a:gd name="T50" fmla="*/ 2147483646 w 2361"/>
              <a:gd name="T51" fmla="*/ 2147483646 h 4328"/>
              <a:gd name="T52" fmla="*/ 2147483646 w 2361"/>
              <a:gd name="T53" fmla="*/ 2147483646 h 4328"/>
              <a:gd name="T54" fmla="*/ 2147483646 w 2361"/>
              <a:gd name="T55" fmla="*/ 2147483646 h 4328"/>
              <a:gd name="T56" fmla="*/ 2147483646 w 2361"/>
              <a:gd name="T57" fmla="*/ 2147483646 h 4328"/>
              <a:gd name="T58" fmla="*/ 2147483646 w 2361"/>
              <a:gd name="T59" fmla="*/ 2147483646 h 4328"/>
              <a:gd name="T60" fmla="*/ 2147483646 w 2361"/>
              <a:gd name="T61" fmla="*/ 2147483646 h 4328"/>
              <a:gd name="T62" fmla="*/ 2147483646 w 2361"/>
              <a:gd name="T63" fmla="*/ 2147483646 h 43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361" h="4328">
                <a:moveTo>
                  <a:pt x="2361" y="252"/>
                </a:moveTo>
                <a:cubicBezTo>
                  <a:pt x="2361" y="200"/>
                  <a:pt x="2361" y="200"/>
                  <a:pt x="2361" y="200"/>
                </a:cubicBezTo>
                <a:cubicBezTo>
                  <a:pt x="2293" y="156"/>
                  <a:pt x="2293" y="156"/>
                  <a:pt x="2293" y="156"/>
                </a:cubicBezTo>
                <a:cubicBezTo>
                  <a:pt x="2197" y="100"/>
                  <a:pt x="2197" y="100"/>
                  <a:pt x="2197" y="100"/>
                </a:cubicBezTo>
                <a:cubicBezTo>
                  <a:pt x="2103" y="55"/>
                  <a:pt x="2024" y="21"/>
                  <a:pt x="1960" y="0"/>
                </a:cubicBezTo>
                <a:cubicBezTo>
                  <a:pt x="1646" y="616"/>
                  <a:pt x="1646" y="616"/>
                  <a:pt x="1646" y="616"/>
                </a:cubicBezTo>
                <a:cubicBezTo>
                  <a:pt x="1621" y="661"/>
                  <a:pt x="1621" y="661"/>
                  <a:pt x="1621" y="661"/>
                </a:cubicBezTo>
                <a:cubicBezTo>
                  <a:pt x="1491" y="921"/>
                  <a:pt x="1491" y="921"/>
                  <a:pt x="1491" y="921"/>
                </a:cubicBezTo>
                <a:cubicBezTo>
                  <a:pt x="1375" y="1143"/>
                  <a:pt x="1375" y="1143"/>
                  <a:pt x="1375" y="1143"/>
                </a:cubicBezTo>
                <a:cubicBezTo>
                  <a:pt x="1393" y="1152"/>
                  <a:pt x="1393" y="1152"/>
                  <a:pt x="1393" y="1152"/>
                </a:cubicBezTo>
                <a:cubicBezTo>
                  <a:pt x="1375" y="1186"/>
                  <a:pt x="1375" y="1186"/>
                  <a:pt x="1375" y="1186"/>
                </a:cubicBezTo>
                <a:cubicBezTo>
                  <a:pt x="136" y="3609"/>
                  <a:pt x="136" y="3609"/>
                  <a:pt x="136" y="3609"/>
                </a:cubicBezTo>
                <a:cubicBezTo>
                  <a:pt x="187" y="3632"/>
                  <a:pt x="187" y="3632"/>
                  <a:pt x="187" y="3632"/>
                </a:cubicBezTo>
                <a:cubicBezTo>
                  <a:pt x="79" y="3850"/>
                  <a:pt x="79" y="3850"/>
                  <a:pt x="79" y="3850"/>
                </a:cubicBezTo>
                <a:cubicBezTo>
                  <a:pt x="121" y="3886"/>
                  <a:pt x="121" y="3886"/>
                  <a:pt x="121" y="3886"/>
                </a:cubicBezTo>
                <a:cubicBezTo>
                  <a:pt x="49" y="4029"/>
                  <a:pt x="49" y="4029"/>
                  <a:pt x="49" y="4029"/>
                </a:cubicBezTo>
                <a:cubicBezTo>
                  <a:pt x="115" y="4078"/>
                  <a:pt x="115" y="4078"/>
                  <a:pt x="115" y="4078"/>
                </a:cubicBezTo>
                <a:cubicBezTo>
                  <a:pt x="0" y="4309"/>
                  <a:pt x="0" y="4309"/>
                  <a:pt x="0" y="4309"/>
                </a:cubicBezTo>
                <a:cubicBezTo>
                  <a:pt x="0" y="4309"/>
                  <a:pt x="0" y="4309"/>
                  <a:pt x="0" y="4309"/>
                </a:cubicBezTo>
                <a:cubicBezTo>
                  <a:pt x="19" y="4328"/>
                  <a:pt x="19" y="4328"/>
                  <a:pt x="19" y="4328"/>
                </a:cubicBezTo>
                <a:cubicBezTo>
                  <a:pt x="25" y="4321"/>
                  <a:pt x="25" y="4321"/>
                  <a:pt x="25" y="4321"/>
                </a:cubicBezTo>
                <a:cubicBezTo>
                  <a:pt x="140" y="4089"/>
                  <a:pt x="140" y="4089"/>
                  <a:pt x="140" y="4089"/>
                </a:cubicBezTo>
                <a:cubicBezTo>
                  <a:pt x="140" y="4095"/>
                  <a:pt x="167" y="4103"/>
                  <a:pt x="221" y="4114"/>
                </a:cubicBezTo>
                <a:cubicBezTo>
                  <a:pt x="234" y="4096"/>
                  <a:pt x="257" y="4050"/>
                  <a:pt x="290" y="3978"/>
                </a:cubicBezTo>
                <a:cubicBezTo>
                  <a:pt x="352" y="3989"/>
                  <a:pt x="352" y="3989"/>
                  <a:pt x="352" y="3989"/>
                </a:cubicBezTo>
                <a:cubicBezTo>
                  <a:pt x="461" y="3773"/>
                  <a:pt x="461" y="3773"/>
                  <a:pt x="461" y="3773"/>
                </a:cubicBezTo>
                <a:cubicBezTo>
                  <a:pt x="520" y="3805"/>
                  <a:pt x="520" y="3805"/>
                  <a:pt x="520" y="3805"/>
                </a:cubicBezTo>
                <a:cubicBezTo>
                  <a:pt x="1747" y="1401"/>
                  <a:pt x="1747" y="1401"/>
                  <a:pt x="1747" y="1401"/>
                </a:cubicBezTo>
                <a:cubicBezTo>
                  <a:pt x="1779" y="1346"/>
                  <a:pt x="1779" y="1346"/>
                  <a:pt x="1779" y="1346"/>
                </a:cubicBezTo>
                <a:cubicBezTo>
                  <a:pt x="1796" y="1354"/>
                  <a:pt x="1796" y="1354"/>
                  <a:pt x="1796" y="1354"/>
                </a:cubicBezTo>
                <a:cubicBezTo>
                  <a:pt x="2169" y="621"/>
                  <a:pt x="2169" y="621"/>
                  <a:pt x="2169" y="621"/>
                </a:cubicBezTo>
                <a:cubicBezTo>
                  <a:pt x="2250" y="471"/>
                  <a:pt x="2250" y="471"/>
                  <a:pt x="2250" y="471"/>
                </a:cubicBezTo>
                <a:cubicBezTo>
                  <a:pt x="2263" y="480"/>
                  <a:pt x="2263" y="480"/>
                  <a:pt x="2263" y="480"/>
                </a:cubicBezTo>
                <a:cubicBezTo>
                  <a:pt x="1922" y="1143"/>
                  <a:pt x="1922" y="1143"/>
                  <a:pt x="1922" y="1143"/>
                </a:cubicBezTo>
                <a:cubicBezTo>
                  <a:pt x="1904" y="1173"/>
                  <a:pt x="1899" y="1192"/>
                  <a:pt x="1904" y="1201"/>
                </a:cubicBezTo>
                <a:cubicBezTo>
                  <a:pt x="1904" y="1207"/>
                  <a:pt x="1912" y="1208"/>
                  <a:pt x="1928" y="1205"/>
                </a:cubicBezTo>
                <a:cubicBezTo>
                  <a:pt x="1939" y="1196"/>
                  <a:pt x="1939" y="1196"/>
                  <a:pt x="1939" y="1196"/>
                </a:cubicBezTo>
                <a:cubicBezTo>
                  <a:pt x="2355" y="382"/>
                  <a:pt x="2355" y="382"/>
                  <a:pt x="2355" y="382"/>
                </a:cubicBezTo>
                <a:cubicBezTo>
                  <a:pt x="2360" y="368"/>
                  <a:pt x="2359" y="357"/>
                  <a:pt x="2350" y="350"/>
                </a:cubicBezTo>
                <a:cubicBezTo>
                  <a:pt x="2335" y="350"/>
                  <a:pt x="2323" y="347"/>
                  <a:pt x="2316" y="341"/>
                </a:cubicBezTo>
                <a:cubicBezTo>
                  <a:pt x="2316" y="333"/>
                  <a:pt x="2316" y="333"/>
                  <a:pt x="2316" y="333"/>
                </a:cubicBezTo>
                <a:cubicBezTo>
                  <a:pt x="2361" y="252"/>
                  <a:pt x="2361" y="252"/>
                  <a:pt x="2361" y="252"/>
                </a:cubicBezTo>
                <a:close/>
                <a:moveTo>
                  <a:pt x="1672" y="1438"/>
                </a:moveTo>
                <a:cubicBezTo>
                  <a:pt x="505" y="3724"/>
                  <a:pt x="505" y="3724"/>
                  <a:pt x="505" y="3724"/>
                </a:cubicBezTo>
                <a:cubicBezTo>
                  <a:pt x="504" y="3736"/>
                  <a:pt x="500" y="3740"/>
                  <a:pt x="492" y="3737"/>
                </a:cubicBezTo>
                <a:cubicBezTo>
                  <a:pt x="488" y="3728"/>
                  <a:pt x="392" y="3679"/>
                  <a:pt x="204" y="3590"/>
                </a:cubicBezTo>
                <a:cubicBezTo>
                  <a:pt x="204" y="3583"/>
                  <a:pt x="204" y="3583"/>
                  <a:pt x="204" y="3583"/>
                </a:cubicBezTo>
                <a:cubicBezTo>
                  <a:pt x="733" y="2560"/>
                  <a:pt x="996" y="2045"/>
                  <a:pt x="992" y="2041"/>
                </a:cubicBezTo>
                <a:cubicBezTo>
                  <a:pt x="1192" y="1661"/>
                  <a:pt x="1192" y="1661"/>
                  <a:pt x="1192" y="1661"/>
                </a:cubicBezTo>
                <a:cubicBezTo>
                  <a:pt x="1437" y="1175"/>
                  <a:pt x="1437" y="1175"/>
                  <a:pt x="1437" y="1175"/>
                </a:cubicBezTo>
                <a:cubicBezTo>
                  <a:pt x="1446" y="1175"/>
                  <a:pt x="1446" y="1175"/>
                  <a:pt x="1446" y="1175"/>
                </a:cubicBezTo>
                <a:cubicBezTo>
                  <a:pt x="1508" y="1211"/>
                  <a:pt x="1508" y="1211"/>
                  <a:pt x="1508" y="1211"/>
                </a:cubicBezTo>
                <a:cubicBezTo>
                  <a:pt x="1719" y="1316"/>
                  <a:pt x="1719" y="1316"/>
                  <a:pt x="1719" y="1316"/>
                </a:cubicBezTo>
                <a:cubicBezTo>
                  <a:pt x="1727" y="1317"/>
                  <a:pt x="1732" y="1322"/>
                  <a:pt x="1732" y="1329"/>
                </a:cubicBezTo>
                <a:cubicBezTo>
                  <a:pt x="1672" y="1438"/>
                  <a:pt x="1672" y="1438"/>
                  <a:pt x="1672" y="1438"/>
                </a:cubicBezTo>
                <a:close/>
                <a:moveTo>
                  <a:pt x="1781" y="1275"/>
                </a:moveTo>
                <a:cubicBezTo>
                  <a:pt x="1770" y="1288"/>
                  <a:pt x="1770" y="1288"/>
                  <a:pt x="1770" y="1288"/>
                </a:cubicBezTo>
                <a:cubicBezTo>
                  <a:pt x="1762" y="1280"/>
                  <a:pt x="1762" y="1280"/>
                  <a:pt x="1762" y="1280"/>
                </a:cubicBezTo>
                <a:cubicBezTo>
                  <a:pt x="1448" y="1122"/>
                  <a:pt x="1448" y="1122"/>
                  <a:pt x="1448" y="1122"/>
                </a:cubicBezTo>
                <a:cubicBezTo>
                  <a:pt x="1446" y="1118"/>
                  <a:pt x="1446" y="1118"/>
                  <a:pt x="1446" y="1118"/>
                </a:cubicBezTo>
                <a:cubicBezTo>
                  <a:pt x="1986" y="62"/>
                  <a:pt x="1986" y="62"/>
                  <a:pt x="1986" y="62"/>
                </a:cubicBezTo>
                <a:cubicBezTo>
                  <a:pt x="1994" y="62"/>
                  <a:pt x="1994" y="62"/>
                  <a:pt x="1994" y="62"/>
                </a:cubicBezTo>
                <a:cubicBezTo>
                  <a:pt x="2115" y="114"/>
                  <a:pt x="2220" y="169"/>
                  <a:pt x="2310" y="226"/>
                </a:cubicBezTo>
                <a:cubicBezTo>
                  <a:pt x="2312" y="239"/>
                  <a:pt x="2312" y="239"/>
                  <a:pt x="2312" y="239"/>
                </a:cubicBezTo>
                <a:cubicBezTo>
                  <a:pt x="1781" y="1275"/>
                  <a:pt x="1781" y="1275"/>
                  <a:pt x="1781" y="1275"/>
                </a:cubicBezTo>
                <a:close/>
              </a:path>
            </a:pathLst>
          </a:custGeom>
          <a:solidFill>
            <a:srgbClr val="1F2123"/>
          </a:solidFill>
          <a:ln>
            <a:noFill/>
          </a:ln>
          <a:extLst>
            <a:ext uri="{91240B29-F687-4F45-9708-019B960494DF}">
              <a14:hiddenLine xmlns:a14="http://schemas.microsoft.com/office/drawing/2010/main" w="9525">
                <a:solidFill>
                  <a:srgbClr val="000000"/>
                </a:solidFill>
                <a:round/>
              </a14:hiddenLine>
            </a:ext>
          </a:extLst>
        </p:spPr>
        <p:txBody>
          <a:bodyPr anchor="ctr" anchorCtr="1"/>
          <a:lstStyle/>
          <a:p>
            <a:endParaRPr lang="zh-CN" altLang="en-US" sz="1795"/>
          </a:p>
        </p:txBody>
      </p:sp>
      <p:sp>
        <p:nvSpPr>
          <p:cNvPr id="5" name="MH_Other_4"/>
          <p:cNvSpPr/>
          <p:nvPr userDrawn="1">
            <p:custDataLst>
              <p:tags r:id="rId1"/>
            </p:custDataLst>
          </p:nvPr>
        </p:nvSpPr>
        <p:spPr>
          <a:xfrm>
            <a:off x="234951" y="165089"/>
            <a:ext cx="417513" cy="415690"/>
          </a:xfrm>
          <a:prstGeom prst="ellipse">
            <a:avLst/>
          </a:prstGeom>
          <a:solidFill>
            <a:schemeClr val="accent2"/>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p>
            <a:pPr algn="ctr">
              <a:defRPr/>
            </a:pPr>
            <a:endParaRPr lang="en-US" sz="1795">
              <a:solidFill>
                <a:prstClr val="white"/>
              </a:solidFill>
              <a:sym typeface="+mn-lt"/>
            </a:endParaRPr>
          </a:p>
        </p:txBody>
      </p:sp>
      <p:sp>
        <p:nvSpPr>
          <p:cNvPr id="6" name="MH_Other_4"/>
          <p:cNvSpPr/>
          <p:nvPr userDrawn="1">
            <p:custDataLst>
              <p:tags r:id="rId2"/>
            </p:custDataLst>
          </p:nvPr>
        </p:nvSpPr>
        <p:spPr>
          <a:xfrm>
            <a:off x="-68263" y="504767"/>
            <a:ext cx="271463" cy="270792"/>
          </a:xfrm>
          <a:prstGeom prst="ellipse">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p>
            <a:pPr algn="ctr">
              <a:defRPr/>
            </a:pPr>
            <a:endParaRPr lang="en-US" sz="1795">
              <a:solidFill>
                <a:prstClr val="white"/>
              </a:solidFill>
              <a:sym typeface="+mn-lt"/>
            </a:endParaRPr>
          </a:p>
        </p:txBody>
      </p:sp>
      <p:sp>
        <p:nvSpPr>
          <p:cNvPr id="7" name="椭圆 6"/>
          <p:cNvSpPr/>
          <p:nvPr userDrawn="1"/>
        </p:nvSpPr>
        <p:spPr>
          <a:xfrm>
            <a:off x="585093" y="312292"/>
            <a:ext cx="324000" cy="323200"/>
          </a:xfrm>
          <a:prstGeom prst="ellipse">
            <a:avLst/>
          </a:prstGeom>
          <a:gradFill flip="none" rotWithShape="1">
            <a:gsLst>
              <a:gs pos="50000">
                <a:schemeClr val="bg1">
                  <a:lumMod val="95000"/>
                </a:schemeClr>
              </a:gs>
              <a:gs pos="100000">
                <a:schemeClr val="bg1">
                  <a:lumMod val="75000"/>
                </a:schemeClr>
              </a:gs>
              <a:gs pos="0">
                <a:schemeClr val="bg1"/>
              </a:gs>
            </a:gsLst>
            <a:lin ang="18900000" scaled="0"/>
          </a:gradFill>
          <a:ln w="9525">
            <a:gradFill>
              <a:gsLst>
                <a:gs pos="100000">
                  <a:schemeClr val="bg1">
                    <a:lumMod val="85000"/>
                  </a:schemeClr>
                </a:gs>
                <a:gs pos="0">
                  <a:schemeClr val="bg1"/>
                </a:gs>
              </a:gsLst>
              <a:lin ang="8100000" scaled="0"/>
            </a:grad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795">
              <a:solidFill>
                <a:prstClr val="white"/>
              </a:solidFill>
            </a:endParaRPr>
          </a:p>
        </p:txBody>
      </p:sp>
      <p:sp>
        <p:nvSpPr>
          <p:cNvPr id="8" name="MH_Other_4"/>
          <p:cNvSpPr/>
          <p:nvPr userDrawn="1">
            <p:custDataLst>
              <p:tags r:id="rId3"/>
            </p:custDataLst>
          </p:nvPr>
        </p:nvSpPr>
        <p:spPr>
          <a:xfrm>
            <a:off x="158750" y="11877"/>
            <a:ext cx="153988" cy="153212"/>
          </a:xfrm>
          <a:prstGeom prst="ellipse">
            <a:avLst/>
          </a:prstGeom>
          <a:solidFill>
            <a:schemeClr val="accent1"/>
          </a:solidFill>
          <a:ln w="15875">
            <a:noFill/>
          </a:ln>
          <a:effectLst>
            <a:outerShdw blurRad="50800" dist="254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5764" tIns="37880" rIns="75764" bIns="37880" anchor="ctr"/>
          <a:lstStyle/>
          <a:p>
            <a:pPr algn="ctr">
              <a:defRPr/>
            </a:pPr>
            <a:endParaRPr lang="en-US" sz="1795">
              <a:solidFill>
                <a:prstClr val="white"/>
              </a:solidFill>
              <a:sym typeface="+mn-lt"/>
            </a:endParaRPr>
          </a:p>
        </p:txBody>
      </p:sp>
      <p:sp>
        <p:nvSpPr>
          <p:cNvPr id="9" name="矩形 3"/>
          <p:cNvSpPr>
            <a:spLocks noChangeArrowheads="1"/>
          </p:cNvSpPr>
          <p:nvPr userDrawn="1"/>
        </p:nvSpPr>
        <p:spPr bwMode="auto">
          <a:xfrm>
            <a:off x="1020128" y="385998"/>
            <a:ext cx="1757045" cy="212090"/>
          </a:xfrm>
          <a:prstGeom prst="rect">
            <a:avLst/>
          </a:prstGeom>
          <a:noFill/>
          <a:ln>
            <a:noFill/>
          </a:ln>
        </p:spPr>
        <p:txBody>
          <a:bodyPr wrap="none" lIns="51182" tIns="25591" rIns="51182" bIns="25591">
            <a:spAutoFit/>
          </a:bodyPr>
          <a:lstStyle>
            <a:lvl1pPr marL="342900" indent="-342900">
              <a:defRPr sz="3200" b="1">
                <a:solidFill>
                  <a:schemeClr val="tx1"/>
                </a:solidFill>
                <a:latin typeface="黑体" panose="02010609060101010101" pitchFamily="49" charset="-122"/>
                <a:ea typeface="黑体" panose="02010609060101010101" pitchFamily="49" charset="-122"/>
              </a:defRPr>
            </a:lvl1pPr>
            <a:lvl2pPr>
              <a:defRPr sz="3200" b="1">
                <a:solidFill>
                  <a:schemeClr val="tx1"/>
                </a:solidFill>
                <a:latin typeface="黑体" panose="02010609060101010101" pitchFamily="49" charset="-122"/>
                <a:ea typeface="黑体" panose="02010609060101010101" pitchFamily="49" charset="-122"/>
              </a:defRPr>
            </a:lvl2pPr>
            <a:lvl3pPr marL="1143000" indent="-228600">
              <a:defRPr sz="3200" b="1">
                <a:solidFill>
                  <a:schemeClr val="tx1"/>
                </a:solidFill>
                <a:latin typeface="黑体" panose="02010609060101010101" pitchFamily="49" charset="-122"/>
                <a:ea typeface="黑体" panose="02010609060101010101" pitchFamily="49" charset="-122"/>
              </a:defRPr>
            </a:lvl3pPr>
            <a:lvl4pPr marL="1600200" indent="-228600">
              <a:defRPr sz="3200" b="1">
                <a:solidFill>
                  <a:schemeClr val="tx1"/>
                </a:solidFill>
                <a:latin typeface="黑体" panose="02010609060101010101" pitchFamily="49" charset="-122"/>
                <a:ea typeface="黑体" panose="02010609060101010101" pitchFamily="49" charset="-122"/>
              </a:defRPr>
            </a:lvl4pPr>
            <a:lvl5pPr marL="2057400" indent="-228600">
              <a:defRPr sz="32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marL="0" lvl="1" algn="ctr">
              <a:defRPr/>
            </a:pPr>
            <a:r>
              <a:rPr lang="en-US" altLang="zh-CN" sz="1045">
                <a:solidFill>
                  <a:srgbClr val="7F7F7F"/>
                </a:solidFill>
                <a:latin typeface="微软雅黑" panose="020B0503020204020204" charset="-122"/>
                <a:ea typeface="微软雅黑" panose="020B0503020204020204" charset="-122"/>
              </a:rPr>
              <a:t>Teaching Analysis</a:t>
            </a:r>
            <a:endParaRPr lang="zh-CN" altLang="en-US" sz="1045">
              <a:solidFill>
                <a:srgbClr val="7F7F7F"/>
              </a:solidFill>
              <a:latin typeface="微软雅黑" panose="020B0503020204020204" charset="-122"/>
              <a:ea typeface="微软雅黑" panose="020B0503020204020204" charset="-122"/>
            </a:endParaRPr>
          </a:p>
        </p:txBody>
      </p:sp>
      <p:sp>
        <p:nvSpPr>
          <p:cNvPr id="10" name="标题 1"/>
          <p:cNvSpPr txBox="1"/>
          <p:nvPr userDrawn="1"/>
        </p:nvSpPr>
        <p:spPr bwMode="auto">
          <a:xfrm>
            <a:off x="1074739" y="114700"/>
            <a:ext cx="863600" cy="281305"/>
          </a:xfrm>
          <a:prstGeom prst="rect">
            <a:avLst/>
          </a:prstGeom>
          <a:noFill/>
          <a:ln>
            <a:noFill/>
          </a:ln>
        </p:spPr>
        <p:txBody>
          <a:bodyPr wrap="none" lIns="51182" tIns="25591" rIns="51182" bIns="25591" anchor="ctr">
            <a:spAutoFit/>
          </a:bodyPr>
          <a:lstStyle>
            <a:lvl1pPr>
              <a:defRPr sz="3200" b="1">
                <a:solidFill>
                  <a:schemeClr val="tx1"/>
                </a:solidFill>
                <a:latin typeface="黑体" panose="02010609060101010101" pitchFamily="49" charset="-122"/>
                <a:ea typeface="黑体" panose="02010609060101010101" pitchFamily="49" charset="-122"/>
              </a:defRPr>
            </a:lvl1pPr>
            <a:lvl2pPr marL="742950" indent="-285750">
              <a:defRPr sz="3200" b="1">
                <a:solidFill>
                  <a:schemeClr val="tx1"/>
                </a:solidFill>
                <a:latin typeface="黑体" panose="02010609060101010101" pitchFamily="49" charset="-122"/>
                <a:ea typeface="黑体" panose="02010609060101010101" pitchFamily="49" charset="-122"/>
              </a:defRPr>
            </a:lvl2pPr>
            <a:lvl3pPr marL="1143000" indent="-228600">
              <a:defRPr sz="3200" b="1">
                <a:solidFill>
                  <a:schemeClr val="tx1"/>
                </a:solidFill>
                <a:latin typeface="黑体" panose="02010609060101010101" pitchFamily="49" charset="-122"/>
                <a:ea typeface="黑体" panose="02010609060101010101" pitchFamily="49" charset="-122"/>
              </a:defRPr>
            </a:lvl3pPr>
            <a:lvl4pPr marL="1600200" indent="-228600">
              <a:defRPr sz="3200" b="1">
                <a:solidFill>
                  <a:schemeClr val="tx1"/>
                </a:solidFill>
                <a:latin typeface="黑体" panose="02010609060101010101" pitchFamily="49" charset="-122"/>
                <a:ea typeface="黑体" panose="02010609060101010101" pitchFamily="49" charset="-122"/>
              </a:defRPr>
            </a:lvl4pPr>
            <a:lvl5pPr marL="2057400" indent="-228600">
              <a:defRPr sz="32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eaLnBrk="1" hangingPunct="1">
              <a:defRPr/>
            </a:pPr>
            <a:r>
              <a:rPr lang="zh-CN" altLang="en-US" sz="1495">
                <a:solidFill>
                  <a:srgbClr val="0D692C"/>
                </a:solidFill>
                <a:latin typeface="微软雅黑" panose="020B0503020204020204" charset="-122"/>
                <a:ea typeface="微软雅黑" panose="020B0503020204020204" charset="-122"/>
              </a:rPr>
              <a:t>教学分析</a:t>
            </a:r>
          </a:p>
        </p:txBody>
      </p:sp>
      <p:pic>
        <p:nvPicPr>
          <p:cNvPr id="11" name="图片 10"/>
          <p:cNvPicPr>
            <a:picLocks noChangeAspect="1" noChangeArrowheads="1"/>
          </p:cNvPicPr>
          <p:nvPr userDrawn="1"/>
        </p:nvPicPr>
        <p:blipFill>
          <a:blip r:embed="rId6">
            <a:extLst>
              <a:ext uri="{28A0092B-C50C-407E-A947-70E740481C1C}">
                <a14:useLocalDpi xmlns:a14="http://schemas.microsoft.com/office/drawing/2010/main" val="0"/>
              </a:ext>
            </a:extLst>
          </a:blip>
          <a:srcRect l="2" r="-2602"/>
          <a:stretch>
            <a:fillRect/>
          </a:stretch>
        </p:blipFill>
        <p:spPr bwMode="auto">
          <a:xfrm>
            <a:off x="8129588" y="4304171"/>
            <a:ext cx="1511300" cy="1420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a:xfrm>
            <a:off x="628678" y="4755500"/>
            <a:ext cx="2057454" cy="273168"/>
          </a:xfrm>
        </p:spPr>
        <p:txBody>
          <a:bodyPr/>
          <a:lstStyle/>
          <a:p>
            <a:fld id="{81ABA338-C754-4EDE-B0F7-9C541DAB2653}" type="datetimeFigureOut">
              <a:rPr lang="zh-CN" altLang="en-US" smtClean="0">
                <a:solidFill>
                  <a:prstClr val="black">
                    <a:tint val="75000"/>
                  </a:prstClr>
                </a:solidFill>
              </a:rPr>
              <a:t>2024/10/30</a:t>
            </a:fld>
            <a:endParaRPr lang="zh-CN" altLang="en-US">
              <a:solidFill>
                <a:prstClr val="black">
                  <a:tint val="75000"/>
                </a:prstClr>
              </a:solidFill>
            </a:endParaRPr>
          </a:p>
        </p:txBody>
      </p:sp>
      <p:sp>
        <p:nvSpPr>
          <p:cNvPr id="3" name="Footer Placeholder 2"/>
          <p:cNvSpPr>
            <a:spLocks noGrp="1"/>
          </p:cNvSpPr>
          <p:nvPr>
            <p:ph type="ftr" sz="quarter" idx="11"/>
            <p:custDataLst>
              <p:tags r:id="rId2"/>
            </p:custDataLst>
          </p:nvPr>
        </p:nvSpPr>
        <p:spPr>
          <a:xfrm>
            <a:off x="3029030" y="4755500"/>
            <a:ext cx="3086180" cy="273168"/>
          </a:xfrm>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custDataLst>
              <p:tags r:id="rId3"/>
            </p:custDataLst>
          </p:nvPr>
        </p:nvSpPr>
        <p:spPr>
          <a:xfrm>
            <a:off x="6458123" y="4755500"/>
            <a:ext cx="2057454" cy="273168"/>
          </a:xfrm>
        </p:spPr>
        <p:txBody>
          <a:bodyPr/>
          <a:lstStyle/>
          <a:p>
            <a:fld id="{63FE5F2F-2341-4894-9DB8-674B4B2A6DED}"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栏目三">
    <p:spTree>
      <p:nvGrpSpPr>
        <p:cNvPr id="1" name=""/>
        <p:cNvGrpSpPr/>
        <p:nvPr/>
      </p:nvGrpSpPr>
      <p:grpSpPr>
        <a:xfrm>
          <a:off x="0" y="0"/>
          <a:ext cx="0" cy="0"/>
          <a:chOff x="0" y="0"/>
          <a:chExt cx="0" cy="0"/>
        </a:xfrm>
      </p:grpSpPr>
      <p:grpSp>
        <p:nvGrpSpPr>
          <p:cNvPr id="2" name="组合 1"/>
          <p:cNvGrpSpPr/>
          <p:nvPr userDrawn="1"/>
        </p:nvGrpSpPr>
        <p:grpSpPr>
          <a:xfrm>
            <a:off x="7371019" y="-20192"/>
            <a:ext cx="1612956" cy="658009"/>
            <a:chOff x="11613" y="2237065"/>
            <a:chExt cx="1443037" cy="733424"/>
          </a:xfrm>
        </p:grpSpPr>
        <p:pic>
          <p:nvPicPr>
            <p:cNvPr id="3" name="图片 7"/>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1613" y="2237065"/>
              <a:ext cx="1443037" cy="73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9">
              <a:hlinkClick r:id="" action="ppaction://noaction"/>
            </p:cNvPr>
            <p:cNvSpPr txBox="1">
              <a:spLocks noChangeArrowheads="1"/>
            </p:cNvSpPr>
            <p:nvPr userDrawn="1"/>
          </p:nvSpPr>
          <p:spPr bwMode="auto">
            <a:xfrm>
              <a:off x="60351" y="2460637"/>
              <a:ext cx="998729" cy="28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045">
                  <a:solidFill>
                    <a:schemeClr val="bg1"/>
                  </a:solidFill>
                  <a:latin typeface="黑体" panose="02010609060101010101" pitchFamily="49" charset="-122"/>
                  <a:ea typeface="黑体" panose="02010609060101010101" pitchFamily="49" charset="-122"/>
                </a:rPr>
                <a:t>课堂篇探究学习</a:t>
              </a:r>
            </a:p>
          </p:txBody>
        </p:sp>
      </p:gr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rot="5400000">
            <a:off x="7495117" y="1368213"/>
            <a:ext cx="990600" cy="171027"/>
          </a:xfrm>
        </p:spPr>
        <p:txBody>
          <a:bodyPr/>
          <a:lstStyle/>
          <a:p>
            <a:pPr lvl="0" latinLnBrk="0"/>
            <a:fld id="{BB962C8B-B14F-4D97-AF65-F5344CB8AC3E}" type="datetime1">
              <a:rPr lang="en-US"/>
              <a:t>10/30/2024</a:t>
            </a:fld>
            <a:endParaRPr lang="en-US"/>
          </a:p>
        </p:txBody>
      </p:sp>
      <p:sp>
        <p:nvSpPr>
          <p:cNvPr id="3" name="页脚占位符 2"/>
          <p:cNvSpPr>
            <a:spLocks noGrp="1"/>
          </p:cNvSpPr>
          <p:nvPr>
            <p:ph type="ftr" sz="quarter" idx="11"/>
          </p:nvPr>
        </p:nvSpPr>
        <p:spPr>
          <a:xfrm rot="5400000">
            <a:off x="6233584" y="2441881"/>
            <a:ext cx="3860800" cy="171027"/>
          </a:xfrm>
        </p:spPr>
        <p:txBody>
          <a:bodyPr/>
          <a:lstStyle/>
          <a:p>
            <a:pPr lvl="0" latinLnBrk="0"/>
            <a:endParaRPr lang="en-US"/>
          </a:p>
        </p:txBody>
      </p:sp>
      <p:sp>
        <p:nvSpPr>
          <p:cNvPr id="4" name="灯片编号占位符 3"/>
          <p:cNvSpPr>
            <a:spLocks noGrp="1"/>
          </p:cNvSpPr>
          <p:nvPr>
            <p:ph type="sldNum" sz="quarter" idx="12"/>
          </p:nvPr>
        </p:nvSpPr>
        <p:spPr>
          <a:xfrm>
            <a:off x="7766051" y="221701"/>
            <a:ext cx="628649" cy="574840"/>
          </a:xfrm>
        </p:spPr>
        <p:txBody>
          <a:bodyPr/>
          <a:lstStyle/>
          <a:p>
            <a:pPr lvl="0" latinLnBrk="0"/>
            <a:fld id="{9A0DB2DC-4C9A-4742-B13C-FB6460FD3503}" type="slidenum">
              <a:rPr lang="en-US"/>
              <a:t>‹#›</a:t>
            </a:fld>
            <a:endParaRPr lang="en-US"/>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_自定义版式">
    <p:spTree>
      <p:nvGrpSpPr>
        <p:cNvPr id="1" name=""/>
        <p:cNvGrpSpPr/>
        <p:nvPr/>
      </p:nvGrpSpPr>
      <p:grpSpPr>
        <a:xfrm>
          <a:off x="0" y="0"/>
          <a:ext cx="0" cy="0"/>
          <a:chOff x="0" y="0"/>
          <a:chExt cx="0" cy="0"/>
        </a:xfrm>
      </p:grpSpPr>
      <p:sp>
        <p:nvSpPr>
          <p:cNvPr id="4" name="Picture Placeholder 4"/>
          <p:cNvSpPr>
            <a:spLocks noGrp="1"/>
          </p:cNvSpPr>
          <p:nvPr>
            <p:ph type="pic" sz="quarter" idx="14"/>
          </p:nvPr>
        </p:nvSpPr>
        <p:spPr>
          <a:xfrm flipH="1">
            <a:off x="4994308" y="1244287"/>
            <a:ext cx="2462286" cy="2995718"/>
          </a:xfrm>
          <a:prstGeom prst="rect">
            <a:avLst/>
          </a:prstGeom>
          <a:solidFill>
            <a:schemeClr val="accent5"/>
          </a:solidFill>
        </p:spPr>
        <p:txBody>
          <a:bodyPr/>
          <a:lstStyle>
            <a:lvl1pPr>
              <a:defRPr sz="2020">
                <a:latin typeface="三极准柔宋" panose="00000500000000000000" pitchFamily="2" charset="-122"/>
              </a:defRPr>
            </a:lvl1pPr>
          </a:lstStyle>
          <a:p>
            <a:endParaRPr lang="id-ID"/>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4" name="Picture Placeholder 4"/>
          <p:cNvSpPr>
            <a:spLocks noGrp="1"/>
          </p:cNvSpPr>
          <p:nvPr>
            <p:ph type="pic" sz="quarter" idx="14"/>
          </p:nvPr>
        </p:nvSpPr>
        <p:spPr>
          <a:xfrm flipH="1">
            <a:off x="1076822" y="782804"/>
            <a:ext cx="2393171" cy="2109329"/>
          </a:xfrm>
          <a:prstGeom prst="rect">
            <a:avLst/>
          </a:prstGeom>
          <a:solidFill>
            <a:schemeClr val="accent5"/>
          </a:solidFill>
        </p:spPr>
        <p:txBody>
          <a:bodyPr/>
          <a:lstStyle>
            <a:lvl1pPr>
              <a:defRPr sz="2020">
                <a:latin typeface="三极准柔宋" panose="00000500000000000000" pitchFamily="2" charset="-122"/>
              </a:defRPr>
            </a:lvl1pPr>
          </a:lstStyle>
          <a:p>
            <a:endParaRPr lang="id-ID"/>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比较">
    <p:spTree>
      <p:nvGrpSpPr>
        <p:cNvPr id="1" name=""/>
        <p:cNvGrpSpPr/>
        <p:nvPr/>
      </p:nvGrpSpPr>
      <p:grpSpPr>
        <a:xfrm>
          <a:off x="0" y="0"/>
          <a:ext cx="0" cy="0"/>
          <a:chOff x="0" y="0"/>
          <a:chExt cx="0" cy="0"/>
        </a:xfrm>
      </p:grpSpPr>
      <p:sp>
        <p:nvSpPr>
          <p:cNvPr id="12" name="文本框 11"/>
          <p:cNvSpPr txBox="1"/>
          <p:nvPr userDrawn="1">
            <p:custDataLst>
              <p:tags r:id="rId1"/>
            </p:custDataLst>
          </p:nvPr>
        </p:nvSpPr>
        <p:spPr>
          <a:xfrm>
            <a:off x="866958" y="356324"/>
            <a:ext cx="1403949" cy="829945"/>
          </a:xfrm>
          <a:prstGeom prst="rect">
            <a:avLst/>
          </a:prstGeom>
          <a:noFill/>
        </p:spPr>
        <p:txBody>
          <a:bodyPr wrap="square" rtlCol="0">
            <a:spAutoFit/>
          </a:bodyPr>
          <a:lstStyle/>
          <a:p>
            <a:r>
              <a:rPr lang="zh-CN" altLang="en-US" sz="2395" b="1">
                <a:solidFill>
                  <a:schemeClr val="tx1"/>
                </a:solidFill>
                <a:latin typeface="黑体" panose="02010609060101010101" pitchFamily="49" charset="-122"/>
                <a:ea typeface="黑体" panose="02010609060101010101" pitchFamily="49" charset="-122"/>
              </a:rPr>
              <a:t>新知探究</a:t>
            </a:r>
          </a:p>
        </p:txBody>
      </p:sp>
      <p:sp>
        <p:nvSpPr>
          <p:cNvPr id="7" name="箭头: 五边形 6"/>
          <p:cNvSpPr/>
          <p:nvPr userDrawn="1">
            <p:custDataLst>
              <p:tags r:id="rId2"/>
            </p:custDataLst>
          </p:nvPr>
        </p:nvSpPr>
        <p:spPr>
          <a:xfrm>
            <a:off x="407599" y="451769"/>
            <a:ext cx="329960" cy="303330"/>
          </a:xfrm>
          <a:prstGeom prst="homePlate">
            <a:avLst/>
          </a:prstGeom>
          <a:solidFill>
            <a:srgbClr val="107AA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箭头: V 形 7"/>
          <p:cNvSpPr/>
          <p:nvPr userDrawn="1">
            <p:custDataLst>
              <p:tags r:id="rId3"/>
            </p:custDataLst>
          </p:nvPr>
        </p:nvSpPr>
        <p:spPr>
          <a:xfrm>
            <a:off x="698739" y="451769"/>
            <a:ext cx="168215" cy="303329"/>
          </a:xfrm>
          <a:prstGeom prst="chevron">
            <a:avLst/>
          </a:prstGeom>
          <a:solidFill>
            <a:srgbClr val="107AA9">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tx1"/>
              </a:solidFill>
            </a:endParaRPr>
          </a:p>
        </p:txBody>
      </p:sp>
      <p:sp>
        <p:nvSpPr>
          <p:cNvPr id="9" name="矩形 8"/>
          <p:cNvSpPr/>
          <p:nvPr userDrawn="1">
            <p:custDataLst>
              <p:tags r:id="rId4"/>
            </p:custDataLst>
          </p:nvPr>
        </p:nvSpPr>
        <p:spPr>
          <a:xfrm>
            <a:off x="0" y="0"/>
            <a:ext cx="9144000" cy="354532"/>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0" name="矩形 9"/>
          <p:cNvSpPr/>
          <p:nvPr userDrawn="1">
            <p:custDataLst>
              <p:tags r:id="rId5"/>
            </p:custDataLst>
          </p:nvPr>
        </p:nvSpPr>
        <p:spPr>
          <a:xfrm>
            <a:off x="0" y="4985111"/>
            <a:ext cx="9144000" cy="14559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6"/>
            </p:custDataLst>
          </p:nvPr>
        </p:nvSpPr>
        <p:spPr>
          <a:xfrm>
            <a:off x="1" y="290421"/>
            <a:ext cx="146050" cy="4714050"/>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7"/>
            </p:custDataLst>
          </p:nvPr>
        </p:nvSpPr>
        <p:spPr>
          <a:xfrm>
            <a:off x="8997951" y="316235"/>
            <a:ext cx="146049" cy="4694689"/>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比较">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0" y="0"/>
            <a:ext cx="9144000" cy="354532"/>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0" y="4985111"/>
            <a:ext cx="9144000" cy="14559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9" name="矩形 8"/>
          <p:cNvSpPr/>
          <p:nvPr userDrawn="1">
            <p:custDataLst>
              <p:tags r:id="rId3"/>
            </p:custDataLst>
          </p:nvPr>
        </p:nvSpPr>
        <p:spPr>
          <a:xfrm>
            <a:off x="1" y="342051"/>
            <a:ext cx="146050" cy="468823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0" name="矩形 9"/>
          <p:cNvSpPr/>
          <p:nvPr userDrawn="1">
            <p:custDataLst>
              <p:tags r:id="rId4"/>
            </p:custDataLst>
          </p:nvPr>
        </p:nvSpPr>
        <p:spPr>
          <a:xfrm>
            <a:off x="8997950" y="329144"/>
            <a:ext cx="146050" cy="4688234"/>
          </a:xfrm>
          <a:prstGeom prst="rect">
            <a:avLst/>
          </a:prstGeom>
          <a:solidFill>
            <a:srgbClr val="107A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7827645" y="4299421"/>
            <a:ext cx="1323975" cy="838505"/>
            <a:chOff x="754199" y="2594060"/>
            <a:chExt cx="5595801" cy="3552740"/>
          </a:xfrm>
        </p:grpSpPr>
        <p:sp>
          <p:nvSpPr>
            <p:cNvPr id="15" name="任意多边形 200"/>
            <p:cNvSpPr/>
            <p:nvPr>
              <p:custDataLst>
                <p:tags r:id="rId7"/>
              </p:custDataLst>
            </p:nvPr>
          </p:nvSpPr>
          <p:spPr bwMode="auto">
            <a:xfrm>
              <a:off x="754199" y="4513913"/>
              <a:ext cx="2581118" cy="1626650"/>
            </a:xfrm>
            <a:custGeom>
              <a:avLst/>
              <a:gdLst>
                <a:gd name="T0" fmla="*/ 1 w 796"/>
                <a:gd name="T1" fmla="*/ 502 h 502"/>
                <a:gd name="T2" fmla="*/ 0 w 796"/>
                <a:gd name="T3" fmla="*/ 471 h 502"/>
                <a:gd name="T4" fmla="*/ 91 w 796"/>
                <a:gd name="T5" fmla="*/ 404 h 502"/>
                <a:gd name="T6" fmla="*/ 128 w 796"/>
                <a:gd name="T7" fmla="*/ 416 h 502"/>
                <a:gd name="T8" fmla="*/ 206 w 796"/>
                <a:gd name="T9" fmla="*/ 391 h 502"/>
                <a:gd name="T10" fmla="*/ 291 w 796"/>
                <a:gd name="T11" fmla="*/ 276 h 502"/>
                <a:gd name="T12" fmla="*/ 399 w 796"/>
                <a:gd name="T13" fmla="*/ 272 h 502"/>
                <a:gd name="T14" fmla="*/ 458 w 796"/>
                <a:gd name="T15" fmla="*/ 340 h 502"/>
                <a:gd name="T16" fmla="*/ 577 w 796"/>
                <a:gd name="T17" fmla="*/ 318 h 502"/>
                <a:gd name="T18" fmla="*/ 661 w 796"/>
                <a:gd name="T19" fmla="*/ 74 h 502"/>
                <a:gd name="T20" fmla="*/ 796 w 796"/>
                <a:gd name="T21" fmla="*/ 97 h 502"/>
                <a:gd name="T22" fmla="*/ 796 w 796"/>
                <a:gd name="T23" fmla="*/ 498 h 502"/>
                <a:gd name="T24" fmla="*/ 1 w 796"/>
                <a:gd name="T25" fmla="*/ 502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6" h="502">
                  <a:moveTo>
                    <a:pt x="1" y="502"/>
                  </a:moveTo>
                  <a:cubicBezTo>
                    <a:pt x="0" y="471"/>
                    <a:pt x="0" y="471"/>
                    <a:pt x="0" y="471"/>
                  </a:cubicBezTo>
                  <a:cubicBezTo>
                    <a:pt x="0" y="423"/>
                    <a:pt x="46" y="389"/>
                    <a:pt x="91" y="404"/>
                  </a:cubicBezTo>
                  <a:cubicBezTo>
                    <a:pt x="128" y="416"/>
                    <a:pt x="128" y="416"/>
                    <a:pt x="128" y="416"/>
                  </a:cubicBezTo>
                  <a:cubicBezTo>
                    <a:pt x="157" y="425"/>
                    <a:pt x="188" y="415"/>
                    <a:pt x="206" y="391"/>
                  </a:cubicBezTo>
                  <a:cubicBezTo>
                    <a:pt x="291" y="276"/>
                    <a:pt x="291" y="276"/>
                    <a:pt x="291" y="276"/>
                  </a:cubicBezTo>
                  <a:cubicBezTo>
                    <a:pt x="317" y="240"/>
                    <a:pt x="370" y="238"/>
                    <a:pt x="399" y="272"/>
                  </a:cubicBezTo>
                  <a:cubicBezTo>
                    <a:pt x="458" y="340"/>
                    <a:pt x="458" y="340"/>
                    <a:pt x="458" y="340"/>
                  </a:cubicBezTo>
                  <a:cubicBezTo>
                    <a:pt x="493" y="381"/>
                    <a:pt x="559" y="368"/>
                    <a:pt x="577" y="318"/>
                  </a:cubicBezTo>
                  <a:cubicBezTo>
                    <a:pt x="661" y="74"/>
                    <a:pt x="661" y="74"/>
                    <a:pt x="661" y="74"/>
                  </a:cubicBezTo>
                  <a:cubicBezTo>
                    <a:pt x="687" y="0"/>
                    <a:pt x="796" y="19"/>
                    <a:pt x="796" y="97"/>
                  </a:cubicBezTo>
                  <a:cubicBezTo>
                    <a:pt x="796" y="498"/>
                    <a:pt x="796" y="498"/>
                    <a:pt x="796" y="498"/>
                  </a:cubicBezTo>
                  <a:lnTo>
                    <a:pt x="1" y="502"/>
                  </a:lnTo>
                  <a:close/>
                </a:path>
              </a:pathLst>
            </a:custGeom>
            <a:solidFill>
              <a:schemeClr val="accent2"/>
            </a:solidFill>
            <a:ln>
              <a:noFill/>
            </a:ln>
          </p:spPr>
          <p:txBody>
            <a:bodyPr wrap="square" lIns="68410" tIns="34205" rIns="68410" bIns="34205" anchor="ctr">
              <a:normAutofit/>
            </a:bodyPr>
            <a:lstStyle/>
            <a:p>
              <a:pPr algn="ctr"/>
              <a:endParaRPr sz="1345">
                <a:latin typeface="Arial" panose="020B0604020202020204" pitchFamily="34" charset="0"/>
              </a:endParaRPr>
            </a:p>
          </p:txBody>
        </p:sp>
        <p:sp>
          <p:nvSpPr>
            <p:cNvPr id="16" name="任意多边形 201"/>
            <p:cNvSpPr/>
            <p:nvPr>
              <p:custDataLst>
                <p:tags r:id="rId8"/>
              </p:custDataLst>
            </p:nvPr>
          </p:nvSpPr>
          <p:spPr bwMode="auto">
            <a:xfrm>
              <a:off x="835297" y="2594060"/>
              <a:ext cx="5165354" cy="3549621"/>
            </a:xfrm>
            <a:custGeom>
              <a:avLst/>
              <a:gdLst>
                <a:gd name="T0" fmla="*/ 1592 w 1593"/>
                <a:gd name="T1" fmla="*/ 1095 h 1096"/>
                <a:gd name="T2" fmla="*/ 1593 w 1593"/>
                <a:gd name="T3" fmla="*/ 1095 h 1096"/>
                <a:gd name="T4" fmla="*/ 1591 w 1593"/>
                <a:gd name="T5" fmla="*/ 1094 h 1096"/>
                <a:gd name="T6" fmla="*/ 1279 w 1593"/>
                <a:gd name="T7" fmla="*/ 188 h 1096"/>
                <a:gd name="T8" fmla="*/ 1064 w 1593"/>
                <a:gd name="T9" fmla="*/ 0 h 1096"/>
                <a:gd name="T10" fmla="*/ 1066 w 1593"/>
                <a:gd name="T11" fmla="*/ 1 h 1096"/>
                <a:gd name="T12" fmla="*/ 849 w 1593"/>
                <a:gd name="T13" fmla="*/ 196 h 1096"/>
                <a:gd name="T14" fmla="*/ 652 w 1593"/>
                <a:gd name="T15" fmla="*/ 829 h 1096"/>
                <a:gd name="T16" fmla="*/ 605 w 1593"/>
                <a:gd name="T17" fmla="*/ 974 h 1096"/>
                <a:gd name="T18" fmla="*/ 541 w 1593"/>
                <a:gd name="T19" fmla="*/ 1001 h 1096"/>
                <a:gd name="T20" fmla="*/ 513 w 1593"/>
                <a:gd name="T21" fmla="*/ 987 h 1096"/>
                <a:gd name="T22" fmla="*/ 460 w 1593"/>
                <a:gd name="T23" fmla="*/ 995 h 1096"/>
                <a:gd name="T24" fmla="*/ 428 w 1593"/>
                <a:gd name="T25" fmla="*/ 1027 h 1096"/>
                <a:gd name="T26" fmla="*/ 358 w 1593"/>
                <a:gd name="T27" fmla="*/ 1021 h 1096"/>
                <a:gd name="T28" fmla="*/ 328 w 1593"/>
                <a:gd name="T29" fmla="*/ 977 h 1096"/>
                <a:gd name="T30" fmla="*/ 255 w 1593"/>
                <a:gd name="T31" fmla="*/ 973 h 1096"/>
                <a:gd name="T32" fmla="*/ 193 w 1593"/>
                <a:gd name="T33" fmla="*/ 1048 h 1096"/>
                <a:gd name="T34" fmla="*/ 147 w 1593"/>
                <a:gd name="T35" fmla="*/ 1063 h 1096"/>
                <a:gd name="T36" fmla="*/ 99 w 1593"/>
                <a:gd name="T37" fmla="*/ 1050 h 1096"/>
                <a:gd name="T38" fmla="*/ 64 w 1593"/>
                <a:gd name="T39" fmla="*/ 1056 h 1096"/>
                <a:gd name="T40" fmla="*/ 0 w 1593"/>
                <a:gd name="T41" fmla="*/ 1095 h 1096"/>
                <a:gd name="T42" fmla="*/ 1581 w 1593"/>
                <a:gd name="T43" fmla="*/ 1095 h 1096"/>
                <a:gd name="T44" fmla="*/ 1592 w 1593"/>
                <a:gd name="T45" fmla="*/ 1096 h 1096"/>
                <a:gd name="T46" fmla="*/ 1592 w 1593"/>
                <a:gd name="T47" fmla="*/ 1095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3" h="1096">
                  <a:moveTo>
                    <a:pt x="1592" y="1095"/>
                  </a:moveTo>
                  <a:cubicBezTo>
                    <a:pt x="1593" y="1095"/>
                    <a:pt x="1593" y="1095"/>
                    <a:pt x="1593" y="1095"/>
                  </a:cubicBezTo>
                  <a:cubicBezTo>
                    <a:pt x="1591" y="1094"/>
                    <a:pt x="1591" y="1094"/>
                    <a:pt x="1591" y="1094"/>
                  </a:cubicBezTo>
                  <a:cubicBezTo>
                    <a:pt x="1279" y="188"/>
                    <a:pt x="1279" y="188"/>
                    <a:pt x="1279" y="188"/>
                  </a:cubicBezTo>
                  <a:cubicBezTo>
                    <a:pt x="1247" y="97"/>
                    <a:pt x="1176" y="0"/>
                    <a:pt x="1064" y="0"/>
                  </a:cubicBezTo>
                  <a:cubicBezTo>
                    <a:pt x="1066" y="1"/>
                    <a:pt x="1066" y="1"/>
                    <a:pt x="1066" y="1"/>
                  </a:cubicBezTo>
                  <a:cubicBezTo>
                    <a:pt x="966" y="1"/>
                    <a:pt x="879" y="101"/>
                    <a:pt x="849" y="196"/>
                  </a:cubicBezTo>
                  <a:cubicBezTo>
                    <a:pt x="652" y="829"/>
                    <a:pt x="652" y="829"/>
                    <a:pt x="652" y="829"/>
                  </a:cubicBezTo>
                  <a:cubicBezTo>
                    <a:pt x="605" y="974"/>
                    <a:pt x="605" y="974"/>
                    <a:pt x="605" y="974"/>
                  </a:cubicBezTo>
                  <a:cubicBezTo>
                    <a:pt x="596" y="1000"/>
                    <a:pt x="566" y="1013"/>
                    <a:pt x="541" y="1001"/>
                  </a:cubicBezTo>
                  <a:cubicBezTo>
                    <a:pt x="513" y="987"/>
                    <a:pt x="513" y="987"/>
                    <a:pt x="513" y="987"/>
                  </a:cubicBezTo>
                  <a:cubicBezTo>
                    <a:pt x="495" y="978"/>
                    <a:pt x="474" y="981"/>
                    <a:pt x="460" y="995"/>
                  </a:cubicBezTo>
                  <a:cubicBezTo>
                    <a:pt x="428" y="1027"/>
                    <a:pt x="428" y="1027"/>
                    <a:pt x="428" y="1027"/>
                  </a:cubicBezTo>
                  <a:cubicBezTo>
                    <a:pt x="408" y="1048"/>
                    <a:pt x="374" y="1044"/>
                    <a:pt x="358" y="1021"/>
                  </a:cubicBezTo>
                  <a:cubicBezTo>
                    <a:pt x="328" y="977"/>
                    <a:pt x="328" y="977"/>
                    <a:pt x="328" y="977"/>
                  </a:cubicBezTo>
                  <a:cubicBezTo>
                    <a:pt x="311" y="952"/>
                    <a:pt x="275" y="950"/>
                    <a:pt x="255" y="973"/>
                  </a:cubicBezTo>
                  <a:cubicBezTo>
                    <a:pt x="193" y="1048"/>
                    <a:pt x="193" y="1048"/>
                    <a:pt x="193" y="1048"/>
                  </a:cubicBezTo>
                  <a:cubicBezTo>
                    <a:pt x="182" y="1061"/>
                    <a:pt x="164" y="1067"/>
                    <a:pt x="147" y="1063"/>
                  </a:cubicBezTo>
                  <a:cubicBezTo>
                    <a:pt x="99" y="1050"/>
                    <a:pt x="99" y="1050"/>
                    <a:pt x="99" y="1050"/>
                  </a:cubicBezTo>
                  <a:cubicBezTo>
                    <a:pt x="87" y="1047"/>
                    <a:pt x="74" y="1049"/>
                    <a:pt x="64" y="1056"/>
                  </a:cubicBezTo>
                  <a:cubicBezTo>
                    <a:pt x="0" y="1095"/>
                    <a:pt x="0" y="1095"/>
                    <a:pt x="0" y="1095"/>
                  </a:cubicBezTo>
                  <a:cubicBezTo>
                    <a:pt x="1581" y="1095"/>
                    <a:pt x="1581" y="1095"/>
                    <a:pt x="1581" y="1095"/>
                  </a:cubicBezTo>
                  <a:cubicBezTo>
                    <a:pt x="1592" y="1096"/>
                    <a:pt x="1592" y="1096"/>
                    <a:pt x="1592" y="1096"/>
                  </a:cubicBezTo>
                  <a:lnTo>
                    <a:pt x="1592" y="1095"/>
                  </a:lnTo>
                  <a:close/>
                </a:path>
              </a:pathLst>
            </a:custGeom>
            <a:gradFill>
              <a:gsLst>
                <a:gs pos="0">
                  <a:schemeClr val="accent3"/>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410" tIns="34205" rIns="68410" bIns="34205" numCol="1" spcCol="0" rtlCol="0" fromWordArt="0" anchor="ctr" anchorCtr="0" forceAA="0" compatLnSpc="1">
              <a:noAutofit/>
            </a:bodyPr>
            <a:lstStyle/>
            <a:p>
              <a:pPr algn="ctr"/>
              <a:endParaRPr sz="1345">
                <a:solidFill>
                  <a:schemeClr val="lt1"/>
                </a:solidFill>
                <a:latin typeface="Arial" panose="020B0604020202020204" pitchFamily="34" charset="0"/>
              </a:endParaRPr>
            </a:p>
          </p:txBody>
        </p:sp>
        <p:sp>
          <p:nvSpPr>
            <p:cNvPr id="17" name="任意多边形 202"/>
            <p:cNvSpPr/>
            <p:nvPr>
              <p:custDataLst>
                <p:tags r:id="rId9"/>
              </p:custDataLst>
            </p:nvPr>
          </p:nvSpPr>
          <p:spPr bwMode="auto">
            <a:xfrm>
              <a:off x="3438249" y="4290891"/>
              <a:ext cx="2911751" cy="1855909"/>
            </a:xfrm>
            <a:custGeom>
              <a:avLst/>
              <a:gdLst>
                <a:gd name="T0" fmla="*/ 626 w 898"/>
                <a:gd name="T1" fmla="*/ 128 h 573"/>
                <a:gd name="T2" fmla="*/ 577 w 898"/>
                <a:gd name="T3" fmla="*/ 388 h 573"/>
                <a:gd name="T4" fmla="*/ 459 w 898"/>
                <a:gd name="T5" fmla="*/ 410 h 573"/>
                <a:gd name="T6" fmla="*/ 400 w 898"/>
                <a:gd name="T7" fmla="*/ 341 h 573"/>
                <a:gd name="T8" fmla="*/ 292 w 898"/>
                <a:gd name="T9" fmla="*/ 345 h 573"/>
                <a:gd name="T10" fmla="*/ 206 w 898"/>
                <a:gd name="T11" fmla="*/ 461 h 573"/>
                <a:gd name="T12" fmla="*/ 129 w 898"/>
                <a:gd name="T13" fmla="*/ 486 h 573"/>
                <a:gd name="T14" fmla="*/ 92 w 898"/>
                <a:gd name="T15" fmla="*/ 474 h 573"/>
                <a:gd name="T16" fmla="*/ 1 w 898"/>
                <a:gd name="T17" fmla="*/ 541 h 573"/>
                <a:gd name="T18" fmla="*/ 1 w 898"/>
                <a:gd name="T19" fmla="*/ 568 h 573"/>
                <a:gd name="T20" fmla="*/ 898 w 898"/>
                <a:gd name="T21" fmla="*/ 573 h 573"/>
                <a:gd name="T22" fmla="*/ 765 w 898"/>
                <a:gd name="T23" fmla="*/ 124 h 573"/>
                <a:gd name="T24" fmla="*/ 626 w 898"/>
                <a:gd name="T25" fmla="*/ 128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8" h="573">
                  <a:moveTo>
                    <a:pt x="626" y="128"/>
                  </a:moveTo>
                  <a:cubicBezTo>
                    <a:pt x="577" y="388"/>
                    <a:pt x="577" y="388"/>
                    <a:pt x="577" y="388"/>
                  </a:cubicBezTo>
                  <a:cubicBezTo>
                    <a:pt x="560" y="438"/>
                    <a:pt x="494" y="451"/>
                    <a:pt x="459" y="410"/>
                  </a:cubicBezTo>
                  <a:cubicBezTo>
                    <a:pt x="400" y="341"/>
                    <a:pt x="400" y="341"/>
                    <a:pt x="400" y="341"/>
                  </a:cubicBezTo>
                  <a:cubicBezTo>
                    <a:pt x="371" y="307"/>
                    <a:pt x="318" y="310"/>
                    <a:pt x="292" y="345"/>
                  </a:cubicBezTo>
                  <a:cubicBezTo>
                    <a:pt x="206" y="461"/>
                    <a:pt x="206" y="461"/>
                    <a:pt x="206" y="461"/>
                  </a:cubicBezTo>
                  <a:cubicBezTo>
                    <a:pt x="189" y="485"/>
                    <a:pt x="157" y="495"/>
                    <a:pt x="129" y="486"/>
                  </a:cubicBezTo>
                  <a:cubicBezTo>
                    <a:pt x="92" y="474"/>
                    <a:pt x="92" y="474"/>
                    <a:pt x="92" y="474"/>
                  </a:cubicBezTo>
                  <a:cubicBezTo>
                    <a:pt x="47" y="459"/>
                    <a:pt x="0" y="493"/>
                    <a:pt x="1" y="541"/>
                  </a:cubicBezTo>
                  <a:cubicBezTo>
                    <a:pt x="1" y="568"/>
                    <a:pt x="1" y="568"/>
                    <a:pt x="1" y="568"/>
                  </a:cubicBezTo>
                  <a:cubicBezTo>
                    <a:pt x="898" y="573"/>
                    <a:pt x="898" y="573"/>
                    <a:pt x="898" y="573"/>
                  </a:cubicBezTo>
                  <a:cubicBezTo>
                    <a:pt x="765" y="124"/>
                    <a:pt x="765" y="124"/>
                    <a:pt x="765" y="124"/>
                  </a:cubicBezTo>
                  <a:cubicBezTo>
                    <a:pt x="733" y="0"/>
                    <a:pt x="625" y="56"/>
                    <a:pt x="626" y="128"/>
                  </a:cubicBezTo>
                  <a:close/>
                </a:path>
              </a:pathLst>
            </a:custGeom>
            <a:solidFill>
              <a:schemeClr val="accent2"/>
            </a:solidFill>
            <a:ln>
              <a:noFill/>
            </a:ln>
          </p:spPr>
          <p:txBody>
            <a:bodyPr wrap="square" lIns="68410" tIns="34205" rIns="68410" bIns="34205" anchor="ctr">
              <a:normAutofit/>
            </a:bodyPr>
            <a:lstStyle/>
            <a:p>
              <a:pPr algn="ctr"/>
              <a:endParaRPr sz="1345">
                <a:latin typeface="Arial" panose="020B0604020202020204" pitchFamily="34" charset="0"/>
              </a:endParaRPr>
            </a:p>
          </p:txBody>
        </p:sp>
      </p:grpSp>
      <p:sp>
        <p:nvSpPr>
          <p:cNvPr id="14" name="任意多边形 193"/>
          <p:cNvSpPr/>
          <p:nvPr>
            <p:custDataLst>
              <p:tags r:id="rId2"/>
            </p:custDataLst>
          </p:nvPr>
        </p:nvSpPr>
        <p:spPr bwMode="auto">
          <a:xfrm>
            <a:off x="97155" y="122570"/>
            <a:ext cx="405289" cy="209033"/>
          </a:xfrm>
          <a:custGeom>
            <a:avLst/>
            <a:gdLst>
              <a:gd name="T0" fmla="*/ 0 w 262"/>
              <a:gd name="T1" fmla="*/ 94 h 135"/>
              <a:gd name="T2" fmla="*/ 41 w 262"/>
              <a:gd name="T3" fmla="*/ 52 h 135"/>
              <a:gd name="T4" fmla="*/ 56 w 262"/>
              <a:gd name="T5" fmla="*/ 55 h 135"/>
              <a:gd name="T6" fmla="*/ 87 w 262"/>
              <a:gd name="T7" fmla="*/ 27 h 135"/>
              <a:gd name="T8" fmla="*/ 109 w 262"/>
              <a:gd name="T9" fmla="*/ 36 h 135"/>
              <a:gd name="T10" fmla="*/ 153 w 262"/>
              <a:gd name="T11" fmla="*/ 0 h 135"/>
              <a:gd name="T12" fmla="*/ 198 w 262"/>
              <a:gd name="T13" fmla="*/ 46 h 135"/>
              <a:gd name="T14" fmla="*/ 198 w 262"/>
              <a:gd name="T15" fmla="*/ 49 h 135"/>
              <a:gd name="T16" fmla="*/ 216 w 262"/>
              <a:gd name="T17" fmla="*/ 45 h 135"/>
              <a:gd name="T18" fmla="*/ 262 w 262"/>
              <a:gd name="T19" fmla="*/ 90 h 135"/>
              <a:gd name="T20" fmla="*/ 223 w 262"/>
              <a:gd name="T21" fmla="*/ 135 h 135"/>
              <a:gd name="T22" fmla="*/ 223 w 262"/>
              <a:gd name="T23" fmla="*/ 135 h 135"/>
              <a:gd name="T24" fmla="*/ 34 w 262"/>
              <a:gd name="T25" fmla="*/ 135 h 135"/>
              <a:gd name="T26" fmla="*/ 34 w 262"/>
              <a:gd name="T27" fmla="*/ 135 h 135"/>
              <a:gd name="T28" fmla="*/ 0 w 262"/>
              <a:gd name="T29" fmla="*/ 9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2" h="135">
                <a:moveTo>
                  <a:pt x="0" y="94"/>
                </a:moveTo>
                <a:cubicBezTo>
                  <a:pt x="0" y="71"/>
                  <a:pt x="18" y="52"/>
                  <a:pt x="41" y="52"/>
                </a:cubicBezTo>
                <a:cubicBezTo>
                  <a:pt x="46" y="52"/>
                  <a:pt x="51" y="53"/>
                  <a:pt x="56" y="55"/>
                </a:cubicBezTo>
                <a:cubicBezTo>
                  <a:pt x="58" y="39"/>
                  <a:pt x="71" y="27"/>
                  <a:pt x="87" y="27"/>
                </a:cubicBezTo>
                <a:cubicBezTo>
                  <a:pt x="95" y="27"/>
                  <a:pt x="103" y="30"/>
                  <a:pt x="109" y="36"/>
                </a:cubicBezTo>
                <a:cubicBezTo>
                  <a:pt x="113" y="15"/>
                  <a:pt x="131" y="0"/>
                  <a:pt x="153" y="0"/>
                </a:cubicBezTo>
                <a:cubicBezTo>
                  <a:pt x="178" y="0"/>
                  <a:pt x="198" y="21"/>
                  <a:pt x="198" y="46"/>
                </a:cubicBezTo>
                <a:cubicBezTo>
                  <a:pt x="198" y="47"/>
                  <a:pt x="198" y="48"/>
                  <a:pt x="198" y="49"/>
                </a:cubicBezTo>
                <a:cubicBezTo>
                  <a:pt x="203" y="46"/>
                  <a:pt x="210" y="45"/>
                  <a:pt x="216" y="45"/>
                </a:cubicBezTo>
                <a:cubicBezTo>
                  <a:pt x="241" y="45"/>
                  <a:pt x="262" y="65"/>
                  <a:pt x="262" y="90"/>
                </a:cubicBezTo>
                <a:cubicBezTo>
                  <a:pt x="262" y="113"/>
                  <a:pt x="245" y="131"/>
                  <a:pt x="223" y="135"/>
                </a:cubicBezTo>
                <a:cubicBezTo>
                  <a:pt x="223" y="135"/>
                  <a:pt x="223" y="135"/>
                  <a:pt x="223" y="135"/>
                </a:cubicBezTo>
                <a:cubicBezTo>
                  <a:pt x="34" y="135"/>
                  <a:pt x="34" y="135"/>
                  <a:pt x="34" y="135"/>
                </a:cubicBezTo>
                <a:cubicBezTo>
                  <a:pt x="34" y="135"/>
                  <a:pt x="34" y="135"/>
                  <a:pt x="34" y="135"/>
                </a:cubicBezTo>
                <a:cubicBezTo>
                  <a:pt x="15" y="131"/>
                  <a:pt x="0" y="114"/>
                  <a:pt x="0" y="94"/>
                </a:cubicBezTo>
                <a:close/>
              </a:path>
            </a:pathLst>
          </a:custGeom>
          <a:gradFill>
            <a:gsLst>
              <a:gs pos="0">
                <a:schemeClr val="accent3"/>
              </a:gs>
              <a:gs pos="100000">
                <a:schemeClr val="accent1"/>
              </a:gs>
            </a:gsLst>
            <a:lin ang="2700000" scaled="0"/>
          </a:gradFill>
          <a:ln>
            <a:noFill/>
          </a:ln>
        </p:spPr>
        <p:txBody>
          <a:bodyPr wrap="square" lIns="68410" tIns="34205" rIns="68410" bIns="34205" anchor="ctr">
            <a:normAutofit fontScale="85000" lnSpcReduction="20000"/>
          </a:bodyPr>
          <a:lstStyle/>
          <a:p>
            <a:pPr algn="ctr"/>
            <a:endParaRPr sz="1345">
              <a:latin typeface="Arial" panose="020B0604020202020204" pitchFamily="34" charset="0"/>
            </a:endParaRPr>
          </a:p>
        </p:txBody>
      </p:sp>
      <p:sp>
        <p:nvSpPr>
          <p:cNvPr id="2" name="标题 1"/>
          <p:cNvSpPr>
            <a:spLocks noGrp="1"/>
          </p:cNvSpPr>
          <p:nvPr>
            <p:ph type="title"/>
            <p:custDataLst>
              <p:tags r:id="rId3"/>
            </p:custDataLst>
          </p:nvPr>
        </p:nvSpPr>
        <p:spPr/>
        <p:txBody>
          <a:bodyPr>
            <a:normAutofit/>
          </a:bodyPr>
          <a:lstStyle>
            <a:lvl1pPr>
              <a:defRPr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59807" y="4750616"/>
            <a:ext cx="2025000" cy="237013"/>
          </a:xfrm>
        </p:spPr>
        <p:txBody>
          <a:bodyPr/>
          <a:lstStyle/>
          <a:p>
            <a:fld id="{760FBDFE-C587-4B4C-A407-44438C67B59E}" type="datetimeFigureOut">
              <a:rPr lang="zh-CN" altLang="en-US" smtClean="0"/>
              <a:t>2024/10/30</a:t>
            </a:fld>
            <a:endParaRPr lang="zh-CN" altLang="en-US"/>
          </a:p>
        </p:txBody>
      </p:sp>
      <p:sp>
        <p:nvSpPr>
          <p:cNvPr id="4" name="页脚占位符 3"/>
          <p:cNvSpPr>
            <a:spLocks noGrp="1"/>
          </p:cNvSpPr>
          <p:nvPr>
            <p:ph type="ftr" sz="quarter" idx="11"/>
            <p:custDataLst>
              <p:tags r:id="rId5"/>
            </p:custDataLst>
          </p:nvPr>
        </p:nvSpPr>
        <p:spPr>
          <a:xfrm>
            <a:off x="3087000" y="4750616"/>
            <a:ext cx="2970000" cy="237013"/>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4750616"/>
            <a:ext cx="2025000" cy="237013"/>
          </a:xfrm>
        </p:spPr>
        <p:txBody>
          <a:bodyPr/>
          <a:lstStyle/>
          <a:p>
            <a:fld id="{49AE70B2-8BF9-45C0-BB95-33D1B9D3A854}" type="slidenum">
              <a:rPr lang="zh-CN" altLang="en-US" smtClean="0"/>
              <a:t>‹#›</a:t>
            </a:fld>
            <a:endParaRPr lang="zh-CN" altLang="en-US" dirty="0"/>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一部分">
    <p:bg>
      <p:bgPr>
        <a:solidFill>
          <a:srgbClr val="FFFFF5"/>
        </a:solidFill>
        <a:effectLst/>
      </p:bgPr>
    </p:bg>
    <p:spTree>
      <p:nvGrpSpPr>
        <p:cNvPr id="1" name=""/>
        <p:cNvGrpSpPr/>
        <p:nvPr/>
      </p:nvGrpSpPr>
      <p:grpSpPr>
        <a:xfrm>
          <a:off x="0" y="0"/>
          <a:ext cx="0" cy="0"/>
          <a:chOff x="0" y="0"/>
          <a:chExt cx="0" cy="0"/>
        </a:xfrm>
      </p:grpSpPr>
      <p:cxnSp>
        <p:nvCxnSpPr>
          <p:cNvPr id="41" name="直接箭头连接符 79"/>
          <p:cNvCxnSpPr/>
          <p:nvPr userDrawn="1"/>
        </p:nvCxnSpPr>
        <p:spPr bwMode="auto">
          <a:xfrm>
            <a:off x="3760794" y="305982"/>
            <a:ext cx="5183445" cy="1776"/>
          </a:xfrm>
          <a:prstGeom prst="straightConnector1">
            <a:avLst/>
          </a:prstGeom>
          <a:ln w="635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263155" y="4925041"/>
            <a:ext cx="56620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22859" y="0"/>
            <a:ext cx="721379" cy="307757"/>
          </a:xfrm>
          <a:prstGeom prst="rect">
            <a:avLst/>
          </a:prstGeom>
        </p:spPr>
      </p:pic>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628650" y="1365838"/>
            <a:ext cx="3886200" cy="325544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29150" y="1365838"/>
            <a:ext cx="3886200" cy="325544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文本占位符 2"/>
          <p:cNvSpPr>
            <a:spLocks noGrp="1"/>
          </p:cNvSpPr>
          <p:nvPr>
            <p:ph type="body" sz="half" idx="1"/>
          </p:nvPr>
        </p:nvSpPr>
        <p:spPr>
          <a:xfrm>
            <a:off x="628650" y="1365838"/>
            <a:ext cx="3886200" cy="325544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29150" y="1365839"/>
            <a:ext cx="3886200" cy="157012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29150" y="3049976"/>
            <a:ext cx="3886200" cy="157130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noProof="1"/>
              <a:t>单击此处编辑母版标题样式</a:t>
            </a:r>
          </a:p>
        </p:txBody>
      </p:sp>
      <p:sp>
        <p:nvSpPr>
          <p:cNvPr id="3" name="内容占位符 2"/>
          <p:cNvSpPr>
            <a:spLocks noGrp="1"/>
          </p:cNvSpPr>
          <p:nvPr>
            <p:ph sz="quarter" idx="1"/>
          </p:nvPr>
        </p:nvSpPr>
        <p:spPr>
          <a:xfrm>
            <a:off x="628650" y="1365839"/>
            <a:ext cx="3886200" cy="157012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29150" y="1365839"/>
            <a:ext cx="3886200" cy="157012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628650" y="3049976"/>
            <a:ext cx="3886200" cy="157130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4629150" y="3049976"/>
            <a:ext cx="3886200" cy="157130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109571"/>
          <p:cNvSpPr>
            <a:spLocks noGrp="1"/>
          </p:cNvSpPr>
          <p:nvPr>
            <p:ph type="dt" sz="half" idx="10"/>
          </p:nvPr>
        </p:nvSpPr>
        <p:spPr>
          <a:xfrm>
            <a:off x="457200" y="4755493"/>
            <a:ext cx="2133600" cy="273168"/>
          </a:xfrm>
        </p:spPr>
        <p:txBody>
          <a:bodyPr/>
          <a:lstStyle>
            <a:lvl1pPr>
              <a:defRPr/>
            </a:lvl1pPr>
          </a:lstStyle>
          <a:p>
            <a:endParaRPr lang="zh-CN" altLang="en-US"/>
          </a:p>
        </p:txBody>
      </p:sp>
      <p:sp>
        <p:nvSpPr>
          <p:cNvPr id="8" name="页脚占位符 109572"/>
          <p:cNvSpPr>
            <a:spLocks noGrp="1"/>
          </p:cNvSpPr>
          <p:nvPr>
            <p:ph type="ftr" sz="quarter" idx="11"/>
          </p:nvPr>
        </p:nvSpPr>
        <p:spPr>
          <a:xfrm>
            <a:off x="3124200" y="4755493"/>
            <a:ext cx="2895600" cy="273168"/>
          </a:xfrm>
        </p:spPr>
        <p:txBody>
          <a:bodyPr/>
          <a:lstStyle>
            <a:lvl1pPr>
              <a:defRPr/>
            </a:lvl1pPr>
          </a:lstStyle>
          <a:p>
            <a:endParaRPr lang="zh-CN" altLang="en-US"/>
          </a:p>
        </p:txBody>
      </p:sp>
      <p:sp>
        <p:nvSpPr>
          <p:cNvPr id="9" name="灯片编号占位符 109573"/>
          <p:cNvSpPr>
            <a:spLocks noGrp="1"/>
          </p:cNvSpPr>
          <p:nvPr>
            <p:ph type="sldNum" sz="quarter" idx="12"/>
          </p:nvPr>
        </p:nvSpPr>
        <p:spPr>
          <a:xfrm>
            <a:off x="6553200" y="4755493"/>
            <a:ext cx="2133600" cy="273168"/>
          </a:xfrm>
        </p:spPr>
        <p:txBody>
          <a:bodyPr/>
          <a:lstStyle>
            <a:lvl1pPr>
              <a:defRPr/>
            </a:lvl1pPr>
          </a:lstStyle>
          <a:p>
            <a:fld id="{4A9B5396-02FD-4ADB-99D0-0FA04D6FF8A3}" type="slidenum">
              <a:rPr lang="zh-CN" altLang="en-US"/>
              <a:t>‹#›</a:t>
            </a:fld>
            <a:endParaRPr lang="zh-CN" altLang="en-US"/>
          </a:p>
        </p:txBody>
      </p:sp>
    </p:spTree>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cSld name="2_标题和内容">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4755491"/>
            <a:ext cx="2057400" cy="273168"/>
          </a:xfrm>
          <a:prstGeom prst="rect">
            <a:avLst/>
          </a:prstGeom>
        </p:spPr>
        <p:txBody>
          <a:bodyPr/>
          <a:lstStyle>
            <a:defPPr/>
            <a:lvl1pPr>
              <a:defRPr/>
            </a:lvl1pPr>
          </a:lstStyle>
          <a:p>
            <a:pPr>
              <a:defRPr/>
            </a:pPr>
            <a:endParaRPr lang="zh-CN" altLang="en-US"/>
          </a:p>
        </p:txBody>
      </p:sp>
      <p:sp>
        <p:nvSpPr>
          <p:cNvPr id="3" name="页脚占位符 2"/>
          <p:cNvSpPr>
            <a:spLocks noGrp="1"/>
          </p:cNvSpPr>
          <p:nvPr>
            <p:ph type="ftr" sz="quarter" idx="11"/>
          </p:nvPr>
        </p:nvSpPr>
        <p:spPr>
          <a:xfrm>
            <a:off x="3028950" y="4755491"/>
            <a:ext cx="3086100" cy="273168"/>
          </a:xfrm>
          <a:prstGeom prst="rect">
            <a:avLst/>
          </a:prstGeom>
        </p:spPr>
        <p:txBody>
          <a:bodyPr/>
          <a:lstStyle>
            <a:defPPr/>
            <a:lvl1pPr>
              <a:defRPr/>
            </a:lvl1pPr>
          </a:lstStyle>
          <a:p>
            <a:pPr>
              <a:defRPr/>
            </a:pPr>
            <a:endParaRPr lang="zh-CN" altLang="en-US"/>
          </a:p>
        </p:txBody>
      </p:sp>
      <p:sp>
        <p:nvSpPr>
          <p:cNvPr id="4" name="灯片编号占位符 3"/>
          <p:cNvSpPr>
            <a:spLocks noGrp="1"/>
          </p:cNvSpPr>
          <p:nvPr>
            <p:ph type="sldNum" sz="quarter" idx="12"/>
          </p:nvPr>
        </p:nvSpPr>
        <p:spPr>
          <a:xfrm>
            <a:off x="6457950" y="4755491"/>
            <a:ext cx="2057400" cy="273168"/>
          </a:xfrm>
          <a:prstGeom prst="rect">
            <a:avLst/>
          </a:prstGeom>
        </p:spPr>
        <p:txBody>
          <a:bodyPr/>
          <a:lstStyle>
            <a:defPPr/>
            <a:lvl1pPr>
              <a:defRPr/>
            </a:lvl1pPr>
          </a:lstStyle>
          <a:p>
            <a:pPr>
              <a:defRPr/>
            </a:pPr>
            <a:fld id="{E15B402A-A238-4AA1-A35B-A9BE51A8D4F9}" type="slidenum">
              <a:rPr lang="en-US" altLang="zh-CN" smtClean="0"/>
              <a:t>‹#›</a:t>
            </a:fld>
            <a:endParaRPr lang="zh-CN" altLang="en-US"/>
          </a:p>
        </p:txBody>
      </p:sp>
    </p:spTree>
  </p:cSld>
  <p:clrMapOvr>
    <a:masterClrMapping/>
  </p:clrMapOvr>
  <p:transition>
    <p:checker dir="vert"/>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470"/>
            <a:ext cx="8229600" cy="855133"/>
          </a:xfrm>
        </p:spPr>
        <p:txBody>
          <a:bodyPr/>
          <a:lstStyle/>
          <a:p>
            <a:pPr fontAlgn="auto"/>
            <a:r>
              <a:rPr lang="zh-CN" altLang="en-US" strike="noStrike" noProof="1"/>
              <a:t>单击此处编辑母版标题样式</a:t>
            </a:r>
          </a:p>
        </p:txBody>
      </p:sp>
      <p:sp>
        <p:nvSpPr>
          <p:cNvPr id="3" name="文本占位符 2"/>
          <p:cNvSpPr>
            <a:spLocks noGrp="1"/>
          </p:cNvSpPr>
          <p:nvPr>
            <p:ph type="body" sz="half" idx="1"/>
          </p:nvPr>
        </p:nvSpPr>
        <p:spPr>
          <a:xfrm>
            <a:off x="457200" y="1197187"/>
            <a:ext cx="4038600" cy="3386091"/>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350" strike="noStrike" noProof="1"/>
              <a:t>第四级</a:t>
            </a:r>
            <a:endParaRPr lang="zh-CN" altLang="en-US" strike="noStrike" noProof="1"/>
          </a:p>
          <a:p>
            <a:pPr lvl="4" fontAlgn="auto"/>
            <a:r>
              <a:rPr lang="zh-CN" altLang="en-US" sz="1350" strike="noStrike" noProof="1"/>
              <a:t>第五级</a:t>
            </a:r>
            <a:endParaRPr lang="zh-CN" altLang="en-US" strike="noStrike" noProof="1"/>
          </a:p>
        </p:txBody>
      </p:sp>
      <p:sp>
        <p:nvSpPr>
          <p:cNvPr id="4" name="联机映像占位符 3"/>
          <p:cNvSpPr>
            <a:spLocks noGrp="1"/>
          </p:cNvSpPr>
          <p:nvPr>
            <p:ph type="clipArt" sz="half" idx="2"/>
          </p:nvPr>
        </p:nvSpPr>
        <p:spPr>
          <a:xfrm>
            <a:off x="4648200" y="1197187"/>
            <a:ext cx="4038600" cy="3386091"/>
          </a:xfr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zh-CN" altLang="en-US" sz="2100" b="0" i="0" u="none" strike="noStrike" kern="1200" cap="none" spc="0" normalizeH="0" baseline="0" noProof="0">
              <a:ln>
                <a:noFill/>
              </a:ln>
              <a:solidFill>
                <a:schemeClr val="tx1"/>
              </a:solidFill>
              <a:effectLst/>
              <a:uLnTx/>
              <a:uFillTx/>
              <a:latin typeface="+mn-lt"/>
              <a:ea typeface="+mn-ea"/>
              <a:cs typeface="+mn-cs"/>
            </a:endParaRPr>
          </a:p>
        </p:txBody>
      </p:sp>
      <p:sp>
        <p:nvSpPr>
          <p:cNvPr id="7" name="日期占位符 4"/>
          <p:cNvSpPr>
            <a:spLocks noGrp="1"/>
          </p:cNvSpPr>
          <p:nvPr>
            <p:ph type="dt" sz="half" idx="12"/>
          </p:nvPr>
        </p:nvSpPr>
        <p:spPr>
          <a:xfrm>
            <a:off x="457200" y="4672354"/>
            <a:ext cx="2133600" cy="356306"/>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5"/>
          <p:cNvSpPr>
            <a:spLocks noGrp="1"/>
          </p:cNvSpPr>
          <p:nvPr>
            <p:ph type="ftr" sz="quarter" idx="3"/>
          </p:nvPr>
        </p:nvSpPr>
        <p:spPr>
          <a:xfrm>
            <a:off x="3124200" y="4672354"/>
            <a:ext cx="2895600" cy="356306"/>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6"/>
          <p:cNvSpPr>
            <a:spLocks noGrp="1"/>
          </p:cNvSpPr>
          <p:nvPr>
            <p:ph type="sldNum" sz="quarter" idx="4"/>
          </p:nvPr>
        </p:nvSpPr>
        <p:spPr>
          <a:xfrm>
            <a:off x="6553200" y="4672354"/>
            <a:ext cx="2133600" cy="356306"/>
          </a:xfrm>
          <a:prstGeom prst="rect">
            <a:avLst/>
          </a:prstGeom>
        </p:spPr>
        <p:txBody>
          <a:bodyPr vert="horz" lIns="91440" tIns="45720" rIns="91440" bIns="45720"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E27E300-DFF0-4B52-9D6E-D6440329A3BA}" type="slidenum">
              <a:rPr kumimoji="0" lang="en-US" altLang="zh-CN" sz="900" b="0" i="0" u="none" strike="noStrike" kern="1200" cap="none" spc="0" normalizeH="0" baseline="0" noProof="0" smtClean="0">
                <a:ln>
                  <a:noFill/>
                </a:ln>
                <a:solidFill>
                  <a:schemeClr val="tx1">
                    <a:tint val="75000"/>
                  </a:schemeClr>
                </a:solidFill>
                <a:effectLst/>
                <a:uLnTx/>
                <a:uFillTx/>
                <a:latin typeface="Arial" panose="020B0604020202020204" pitchFamily="34" charset="0"/>
                <a:ea typeface="宋体" panose="02010600030101010101" pitchFamily="2" charset="-122"/>
                <a:cs typeface="+mn-cs"/>
              </a:rPr>
              <a:t>‹#›</a:t>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grpSp>
        <p:nvGrpSpPr>
          <p:cNvPr id="8" name="组合 7"/>
          <p:cNvGrpSpPr/>
          <p:nvPr>
            <p:custDataLst>
              <p:tags r:id="rId1"/>
            </p:custDataLst>
          </p:nvPr>
        </p:nvGrpSpPr>
        <p:grpSpPr>
          <a:xfrm>
            <a:off x="180501" y="-1"/>
            <a:ext cx="8963499" cy="5130801"/>
            <a:chOff x="240668" y="-1"/>
            <a:chExt cx="11951332" cy="6858001"/>
          </a:xfrm>
        </p:grpSpPr>
        <p:sp>
          <p:nvSpPr>
            <p:cNvPr id="13" name="矩形 12"/>
            <p:cNvSpPr/>
            <p:nvPr userDrawn="1">
              <p:custDataLst>
                <p:tags r:id="rId7"/>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45" baseline="0">
                <a:latin typeface="隶书" panose="02010509060101010101" pitchFamily="49" charset="-122"/>
                <a:ea typeface="隶书" panose="02010509060101010101" pitchFamily="49" charset="-122"/>
              </a:endParaRPr>
            </a:p>
          </p:txBody>
        </p:sp>
        <p:grpSp>
          <p:nvGrpSpPr>
            <p:cNvPr id="6" name="组合 5"/>
            <p:cNvGrpSpPr/>
            <p:nvPr userDrawn="1">
              <p:custDataLst>
                <p:tags r:id="rId8"/>
              </p:custDataLst>
            </p:nvPr>
          </p:nvGrpSpPr>
          <p:grpSpPr>
            <a:xfrm>
              <a:off x="240668" y="-1"/>
              <a:ext cx="11951332" cy="6858001"/>
              <a:chOff x="240668" y="-1"/>
              <a:chExt cx="11951332" cy="6858001"/>
            </a:xfrm>
          </p:grpSpPr>
          <p:sp>
            <p:nvSpPr>
              <p:cNvPr id="10" name="三角形 6"/>
              <p:cNvSpPr/>
              <p:nvPr userDrawn="1">
                <p:custDataLst>
                  <p:tags r:id="rId9"/>
                </p:custDataLst>
              </p:nvPr>
            </p:nvSpPr>
            <p:spPr>
              <a:xfrm rot="10800000">
                <a:off x="240668" y="-1"/>
                <a:ext cx="1268817" cy="825335"/>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a:p>
            </p:txBody>
          </p:sp>
          <p:sp>
            <p:nvSpPr>
              <p:cNvPr id="11" name="三角形 7"/>
              <p:cNvSpPr/>
              <p:nvPr userDrawn="1">
                <p:custDataLst>
                  <p:tags r:id="rId10"/>
                </p:custDataLst>
              </p:nvPr>
            </p:nvSpPr>
            <p:spPr>
              <a:xfrm>
                <a:off x="10157543" y="5823322"/>
                <a:ext cx="1449070" cy="103012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a:p>
            </p:txBody>
          </p:sp>
          <p:sp>
            <p:nvSpPr>
              <p:cNvPr id="12" name="三角形 8"/>
              <p:cNvSpPr/>
              <p:nvPr userDrawn="1">
                <p:custDataLst>
                  <p:tags r:id="rId11"/>
                </p:custDataLst>
              </p:nvPr>
            </p:nvSpPr>
            <p:spPr>
              <a:xfrm>
                <a:off x="11200681" y="6153284"/>
                <a:ext cx="991319" cy="70471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
                  <a:t> </a:t>
                </a:r>
              </a:p>
            </p:txBody>
          </p:sp>
        </p:grpSp>
      </p:grpSp>
      <p:sp>
        <p:nvSpPr>
          <p:cNvPr id="2" name="标题 1"/>
          <p:cNvSpPr>
            <a:spLocks noGrp="1"/>
          </p:cNvSpPr>
          <p:nvPr>
            <p:ph type="title" hasCustomPrompt="1"/>
            <p:custDataLst>
              <p:tags r:id="rId2"/>
            </p:custDataLst>
          </p:nvPr>
        </p:nvSpPr>
        <p:spPr>
          <a:xfrm>
            <a:off x="961200" y="934587"/>
            <a:ext cx="7219800" cy="541360"/>
          </a:xfrm>
        </p:spPr>
        <p:txBody>
          <a:bodyPr anchor="ctr"/>
          <a:lstStyle>
            <a:lvl1pPr>
              <a:defRPr sz="2395" b="1" spc="200" baseline="0">
                <a:solidFill>
                  <a:schemeClr val="tx1"/>
                </a:solidFill>
                <a:latin typeface="Arial" panose="020B0604020202020204" pitchFamily="34" charset="0"/>
                <a:ea typeface="微软雅黑" panose="020B0503020204020204" charset="-122"/>
              </a:defRPr>
            </a:lvl1pPr>
          </a:lstStyle>
          <a:p>
            <a:r>
              <a:rPr lang="zh-CN" altLang="en-US"/>
              <a:t>单击此处编辑标题</a:t>
            </a:r>
          </a:p>
        </p:txBody>
      </p:sp>
      <p:sp>
        <p:nvSpPr>
          <p:cNvPr id="7" name="内容占位符 6"/>
          <p:cNvSpPr>
            <a:spLocks noGrp="1"/>
          </p:cNvSpPr>
          <p:nvPr>
            <p:ph sz="quarter" idx="13" hasCustomPrompt="1"/>
            <p:custDataLst>
              <p:tags r:id="rId3"/>
            </p:custDataLst>
          </p:nvPr>
        </p:nvSpPr>
        <p:spPr>
          <a:xfrm>
            <a:off x="960835" y="1618693"/>
            <a:ext cx="7219950" cy="2577520"/>
          </a:xfrm>
        </p:spPr>
        <p:txBody>
          <a:bodyPr>
            <a:normAutofit/>
          </a:bodyPr>
          <a:lstStyle>
            <a:lvl1pPr marL="0" indent="0">
              <a:buNone/>
              <a:defRPr sz="1195"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p>
        </p:txBody>
      </p:sp>
      <p:sp>
        <p:nvSpPr>
          <p:cNvPr id="3" name="日期占位符 2"/>
          <p:cNvSpPr>
            <a:spLocks noGrp="1"/>
          </p:cNvSpPr>
          <p:nvPr>
            <p:ph type="dt" sz="half" idx="10"/>
            <p:custDataLst>
              <p:tags r:id="rId4"/>
            </p:custDataLst>
          </p:nvPr>
        </p:nvSpPr>
        <p:spPr>
          <a:xfrm>
            <a:off x="659807" y="4750616"/>
            <a:ext cx="2025000" cy="237013"/>
          </a:xfrm>
        </p:spPr>
        <p:txBody>
          <a:bodyPr/>
          <a:lstStyle/>
          <a:p>
            <a:fld id="{760FBDFE-C587-4B4C-A407-44438C67B59E}" type="datetimeFigureOut">
              <a:rPr lang="zh-CN" altLang="en-US" smtClean="0"/>
              <a:t>2024/10/30</a:t>
            </a:fld>
            <a:endParaRPr lang="zh-CN" altLang="en-US"/>
          </a:p>
        </p:txBody>
      </p:sp>
      <p:sp>
        <p:nvSpPr>
          <p:cNvPr id="5" name="灯片编号占位符 4"/>
          <p:cNvSpPr>
            <a:spLocks noGrp="1"/>
          </p:cNvSpPr>
          <p:nvPr>
            <p:ph type="sldNum" sz="quarter" idx="12"/>
            <p:custDataLst>
              <p:tags r:id="rId5"/>
            </p:custDataLst>
          </p:nvPr>
        </p:nvSpPr>
        <p:spPr>
          <a:xfrm>
            <a:off x="6457950" y="4750616"/>
            <a:ext cx="2025000" cy="237013"/>
          </a:xfrm>
        </p:spPr>
        <p:txBody>
          <a:bodyPr/>
          <a:lstStyle/>
          <a:p>
            <a:fld id="{49AE70B2-8BF9-45C0-BB95-33D1B9D3A854}" type="slidenum">
              <a:rPr lang="zh-CN" altLang="en-US" smtClean="0"/>
              <a:t>‹#›</a:t>
            </a:fld>
            <a:endParaRPr lang="zh-CN" altLang="en-US"/>
          </a:p>
        </p:txBody>
      </p:sp>
      <p:sp>
        <p:nvSpPr>
          <p:cNvPr id="4" name="页脚占位符 3"/>
          <p:cNvSpPr>
            <a:spLocks noGrp="1"/>
          </p:cNvSpPr>
          <p:nvPr>
            <p:ph type="ftr" sz="quarter" idx="11"/>
            <p:custDataLst>
              <p:tags r:id="rId6"/>
            </p:custDataLst>
          </p:nvPr>
        </p:nvSpPr>
        <p:spPr>
          <a:xfrm>
            <a:off x="3087000" y="4750616"/>
            <a:ext cx="2970000" cy="237013"/>
          </a:xfrm>
        </p:spPr>
        <p:txBody>
          <a:bodyPr/>
          <a:lstStyle/>
          <a:p>
            <a:endParaRPr lang="zh-CN" altLang="en-US"/>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628650" y="273050"/>
            <a:ext cx="7886700" cy="1095375"/>
          </a:xfrm>
          <a:prstGeom prst="rect">
            <a:avLst/>
          </a:prstGeom>
          <a:ln w="12700">
            <a:miter lim="400000"/>
          </a:ln>
        </p:spPr>
        <p:txBody>
          <a:bodyPr lIns="45719" rIns="45719"/>
          <a:lstStyle/>
          <a:p>
            <a:pPr lvl="0">
              <a:defRPr sz="1800"/>
            </a:pPr>
            <a:r>
              <a:rPr sz="4400"/>
              <a:t>标题文本</a:t>
            </a:r>
          </a:p>
        </p:txBody>
      </p:sp>
      <p:sp>
        <p:nvSpPr>
          <p:cNvPr id="3" name="Shape 3"/>
          <p:cNvSpPr>
            <a:spLocks noGrp="1"/>
          </p:cNvSpPr>
          <p:nvPr>
            <p:ph type="body" idx="1"/>
          </p:nvPr>
        </p:nvSpPr>
        <p:spPr>
          <a:xfrm>
            <a:off x="628650" y="1368425"/>
            <a:ext cx="7886700" cy="3762375"/>
          </a:xfrm>
          <a:prstGeom prst="rect">
            <a:avLst/>
          </a:prstGeom>
          <a:ln w="12700">
            <a:miter lim="400000"/>
          </a:ln>
        </p:spPr>
        <p:txBody>
          <a:bodyPr lIns="45719" rIns="45719"/>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transition spd="med"/>
  <p:txStyles>
    <p:titleStyle>
      <a:lvl1pPr algn="ctr">
        <a:defRPr sz="4400">
          <a:latin typeface="Arial" panose="020B0604020202020204"/>
          <a:ea typeface="Arial" panose="020B0604020202020204"/>
          <a:cs typeface="Arial" panose="020B0604020202020204"/>
          <a:sym typeface="Arial" panose="020B0604020202020204"/>
        </a:defRPr>
      </a:lvl1pPr>
      <a:lvl2pPr algn="ctr">
        <a:defRPr sz="4400">
          <a:latin typeface="Arial" panose="020B0604020202020204"/>
          <a:ea typeface="Arial" panose="020B0604020202020204"/>
          <a:cs typeface="Arial" panose="020B0604020202020204"/>
          <a:sym typeface="Arial" panose="020B0604020202020204"/>
        </a:defRPr>
      </a:lvl2pPr>
      <a:lvl3pPr algn="ctr">
        <a:defRPr sz="4400">
          <a:latin typeface="Arial" panose="020B0604020202020204"/>
          <a:ea typeface="Arial" panose="020B0604020202020204"/>
          <a:cs typeface="Arial" panose="020B0604020202020204"/>
          <a:sym typeface="Arial" panose="020B0604020202020204"/>
        </a:defRPr>
      </a:lvl3pPr>
      <a:lvl4pPr algn="ctr">
        <a:defRPr sz="4400">
          <a:latin typeface="Arial" panose="020B0604020202020204"/>
          <a:ea typeface="Arial" panose="020B0604020202020204"/>
          <a:cs typeface="Arial" panose="020B0604020202020204"/>
          <a:sym typeface="Arial" panose="020B0604020202020204"/>
        </a:defRPr>
      </a:lvl4pPr>
      <a:lvl5pPr algn="ctr">
        <a:defRPr sz="4400">
          <a:latin typeface="Arial" panose="020B0604020202020204"/>
          <a:ea typeface="Arial" panose="020B0604020202020204"/>
          <a:cs typeface="Arial" panose="020B0604020202020204"/>
          <a:sym typeface="Arial" panose="020B0604020202020204"/>
        </a:defRPr>
      </a:lvl5pPr>
      <a:lvl6pPr indent="457200" algn="ctr">
        <a:defRPr sz="4400">
          <a:latin typeface="Arial" panose="020B0604020202020204"/>
          <a:ea typeface="Arial" panose="020B0604020202020204"/>
          <a:cs typeface="Arial" panose="020B0604020202020204"/>
          <a:sym typeface="Arial" panose="020B0604020202020204"/>
        </a:defRPr>
      </a:lvl6pPr>
      <a:lvl7pPr indent="914400" algn="ctr">
        <a:defRPr sz="4400">
          <a:latin typeface="Arial" panose="020B0604020202020204"/>
          <a:ea typeface="Arial" panose="020B0604020202020204"/>
          <a:cs typeface="Arial" panose="020B0604020202020204"/>
          <a:sym typeface="Arial" panose="020B0604020202020204"/>
        </a:defRPr>
      </a:lvl7pPr>
      <a:lvl8pPr indent="1371600" algn="ctr">
        <a:defRPr sz="4400">
          <a:latin typeface="Arial" panose="020B0604020202020204"/>
          <a:ea typeface="Arial" panose="020B0604020202020204"/>
          <a:cs typeface="Arial" panose="020B0604020202020204"/>
          <a:sym typeface="Arial" panose="020B0604020202020204"/>
        </a:defRPr>
      </a:lvl8pPr>
      <a:lvl9pPr indent="1828800" algn="ctr">
        <a:defRPr sz="4400">
          <a:latin typeface="Arial" panose="020B0604020202020204"/>
          <a:ea typeface="Arial" panose="020B0604020202020204"/>
          <a:cs typeface="Arial" panose="020B0604020202020204"/>
          <a:sym typeface="Arial" panose="020B0604020202020204"/>
        </a:defRPr>
      </a:lvl9pPr>
    </p:titleStyle>
    <p:bodyStyle>
      <a:lvl1pPr marL="342900" indent="-342900">
        <a:spcBef>
          <a:spcPts val="700"/>
        </a:spcBef>
        <a:buSzTx/>
        <a:buChar char="•"/>
        <a:defRPr sz="3200">
          <a:latin typeface="Arial" panose="020B0604020202020204"/>
          <a:ea typeface="Arial" panose="020B0604020202020204"/>
          <a:cs typeface="Arial" panose="020B0604020202020204"/>
          <a:sym typeface="Arial" panose="020B0604020202020204"/>
        </a:defRPr>
      </a:lvl1pPr>
      <a:lvl2pPr marL="783590" indent="-326390">
        <a:spcBef>
          <a:spcPts val="700"/>
        </a:spcBef>
        <a:buSzTx/>
        <a:buChar char="–"/>
        <a:defRPr sz="3200">
          <a:latin typeface="Arial" panose="020B0604020202020204"/>
          <a:ea typeface="Arial" panose="020B0604020202020204"/>
          <a:cs typeface="Arial" panose="020B0604020202020204"/>
          <a:sym typeface="Arial" panose="020B0604020202020204"/>
        </a:defRPr>
      </a:lvl2pPr>
      <a:lvl3pPr marL="1219200" indent="-304800">
        <a:spcBef>
          <a:spcPts val="700"/>
        </a:spcBef>
        <a:buSzTx/>
        <a:buChar char="•"/>
        <a:defRPr sz="3200">
          <a:latin typeface="Arial" panose="020B0604020202020204"/>
          <a:ea typeface="Arial" panose="020B0604020202020204"/>
          <a:cs typeface="Arial" panose="020B0604020202020204"/>
          <a:sym typeface="Arial" panose="020B0604020202020204"/>
        </a:defRPr>
      </a:lvl3pPr>
      <a:lvl4pPr marL="1737360" indent="-365760">
        <a:spcBef>
          <a:spcPts val="700"/>
        </a:spcBef>
        <a:buSzTx/>
        <a:buChar char="–"/>
        <a:defRPr sz="3200">
          <a:latin typeface="Arial" panose="020B0604020202020204"/>
          <a:ea typeface="Arial" panose="020B0604020202020204"/>
          <a:cs typeface="Arial" panose="020B0604020202020204"/>
          <a:sym typeface="Arial" panose="020B0604020202020204"/>
        </a:defRPr>
      </a:lvl4pPr>
      <a:lvl5pPr marL="2194560" indent="-365760">
        <a:spcBef>
          <a:spcPts val="700"/>
        </a:spcBef>
        <a:buSzTx/>
        <a:buChar char="»"/>
        <a:defRPr sz="3200">
          <a:latin typeface="Arial" panose="020B0604020202020204"/>
          <a:ea typeface="Arial" panose="020B0604020202020204"/>
          <a:cs typeface="Arial" panose="020B0604020202020204"/>
          <a:sym typeface="Arial" panose="020B0604020202020204"/>
        </a:defRPr>
      </a:lvl5pPr>
      <a:lvl6pPr marL="2692400" indent="-406400">
        <a:spcBef>
          <a:spcPts val="700"/>
        </a:spcBef>
        <a:buSzTx/>
        <a:buChar char="•"/>
        <a:defRPr sz="3200">
          <a:latin typeface="Arial" panose="020B0604020202020204"/>
          <a:ea typeface="Arial" panose="020B0604020202020204"/>
          <a:cs typeface="Arial" panose="020B0604020202020204"/>
          <a:sym typeface="Arial" panose="020B0604020202020204"/>
        </a:defRPr>
      </a:lvl6pPr>
      <a:lvl7pPr marL="3149600" indent="-406400">
        <a:spcBef>
          <a:spcPts val="700"/>
        </a:spcBef>
        <a:buSzTx/>
        <a:buChar char="•"/>
        <a:defRPr sz="3200">
          <a:latin typeface="Arial" panose="020B0604020202020204"/>
          <a:ea typeface="Arial" panose="020B0604020202020204"/>
          <a:cs typeface="Arial" panose="020B0604020202020204"/>
          <a:sym typeface="Arial" panose="020B0604020202020204"/>
        </a:defRPr>
      </a:lvl7pPr>
      <a:lvl8pPr marL="3606800" indent="-406400">
        <a:spcBef>
          <a:spcPts val="700"/>
        </a:spcBef>
        <a:buSzTx/>
        <a:buChar char="•"/>
        <a:defRPr sz="3200">
          <a:latin typeface="Arial" panose="020B0604020202020204"/>
          <a:ea typeface="Arial" panose="020B0604020202020204"/>
          <a:cs typeface="Arial" panose="020B0604020202020204"/>
          <a:sym typeface="Arial" panose="020B0604020202020204"/>
        </a:defRPr>
      </a:lvl8pPr>
      <a:lvl9pPr marL="4064000" indent="-406400">
        <a:spcBef>
          <a:spcPts val="700"/>
        </a:spcBef>
        <a:buSzTx/>
        <a:buChar char="•"/>
        <a:defRPr sz="3200">
          <a:latin typeface="Arial" panose="020B0604020202020204"/>
          <a:ea typeface="Arial" panose="020B0604020202020204"/>
          <a:cs typeface="Arial" panose="020B0604020202020204"/>
          <a:sym typeface="Arial" panose="020B0604020202020204"/>
        </a:defRPr>
      </a:lvl9pPr>
    </p:bodyStyle>
    <p:otherStyle>
      <a:lvl1pPr algn="r">
        <a:defRPr sz="1200">
          <a:solidFill>
            <a:schemeClr val="tx1"/>
          </a:solidFill>
          <a:latin typeface="+mn-lt"/>
          <a:ea typeface="+mn-ea"/>
          <a:cs typeface="+mn-cs"/>
          <a:sym typeface="Arial" panose="020B0604020202020204"/>
        </a:defRPr>
      </a:lvl1pPr>
      <a:lvl2pPr indent="457200" algn="r">
        <a:defRPr sz="1200">
          <a:solidFill>
            <a:schemeClr val="tx1"/>
          </a:solidFill>
          <a:latin typeface="+mn-lt"/>
          <a:ea typeface="+mn-ea"/>
          <a:cs typeface="+mn-cs"/>
          <a:sym typeface="Arial" panose="020B0604020202020204"/>
        </a:defRPr>
      </a:lvl2pPr>
      <a:lvl3pPr indent="914400" algn="r">
        <a:defRPr sz="1200">
          <a:solidFill>
            <a:schemeClr val="tx1"/>
          </a:solidFill>
          <a:latin typeface="+mn-lt"/>
          <a:ea typeface="+mn-ea"/>
          <a:cs typeface="+mn-cs"/>
          <a:sym typeface="Arial" panose="020B0604020202020204"/>
        </a:defRPr>
      </a:lvl3pPr>
      <a:lvl4pPr indent="1371600" algn="r">
        <a:defRPr sz="1200">
          <a:solidFill>
            <a:schemeClr val="tx1"/>
          </a:solidFill>
          <a:latin typeface="+mn-lt"/>
          <a:ea typeface="+mn-ea"/>
          <a:cs typeface="+mn-cs"/>
          <a:sym typeface="Arial" panose="020B0604020202020204"/>
        </a:defRPr>
      </a:lvl4pPr>
      <a:lvl5pPr indent="1828800" algn="r">
        <a:defRPr sz="1200">
          <a:solidFill>
            <a:schemeClr val="tx1"/>
          </a:solidFill>
          <a:latin typeface="+mn-lt"/>
          <a:ea typeface="+mn-ea"/>
          <a:cs typeface="+mn-cs"/>
          <a:sym typeface="Arial" panose="020B0604020202020204"/>
        </a:defRPr>
      </a:lvl5pPr>
      <a:lvl6pPr indent="2286000" algn="r">
        <a:defRPr sz="1200">
          <a:solidFill>
            <a:schemeClr val="tx1"/>
          </a:solidFill>
          <a:latin typeface="+mn-lt"/>
          <a:ea typeface="+mn-ea"/>
          <a:cs typeface="+mn-cs"/>
          <a:sym typeface="Arial" panose="020B0604020202020204"/>
        </a:defRPr>
      </a:lvl6pPr>
      <a:lvl7pPr indent="2743200" algn="r">
        <a:defRPr sz="1200">
          <a:solidFill>
            <a:schemeClr val="tx1"/>
          </a:solidFill>
          <a:latin typeface="+mn-lt"/>
          <a:ea typeface="+mn-ea"/>
          <a:cs typeface="+mn-cs"/>
          <a:sym typeface="Arial" panose="020B0604020202020204"/>
        </a:defRPr>
      </a:lvl7pPr>
      <a:lvl8pPr indent="3200400" algn="r">
        <a:defRPr sz="1200">
          <a:solidFill>
            <a:schemeClr val="tx1"/>
          </a:solidFill>
          <a:latin typeface="+mn-lt"/>
          <a:ea typeface="+mn-ea"/>
          <a:cs typeface="+mn-cs"/>
          <a:sym typeface="Arial" panose="020B0604020202020204"/>
        </a:defRPr>
      </a:lvl8pPr>
      <a:lvl9pPr indent="3657600" algn="r">
        <a:defRPr sz="1200">
          <a:solidFill>
            <a:schemeClr val="tx1"/>
          </a:solidFill>
          <a:latin typeface="+mn-lt"/>
          <a:ea typeface="+mn-ea"/>
          <a:cs typeface="+mn-cs"/>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2.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image" Target="../media/image7.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image" Target="../media/image6.GIF"/><Relationship Id="rId5" Type="http://schemas.openxmlformats.org/officeDocument/2006/relationships/tags" Target="../tags/tag54.xml"/><Relationship Id="rId10" Type="http://schemas.openxmlformats.org/officeDocument/2006/relationships/slideLayout" Target="../slideLayouts/slideLayout6.xml"/><Relationship Id="rId4" Type="http://schemas.openxmlformats.org/officeDocument/2006/relationships/tags" Target="../tags/tag53.xml"/><Relationship Id="rId9" Type="http://schemas.openxmlformats.org/officeDocument/2006/relationships/tags" Target="../tags/tag58.xml"/></Relationships>
</file>

<file path=ppt/slides/_rels/slide3.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26" Type="http://schemas.openxmlformats.org/officeDocument/2006/relationships/tags" Target="../tags/tag84.xml"/><Relationship Id="rId3" Type="http://schemas.openxmlformats.org/officeDocument/2006/relationships/tags" Target="../tags/tag61.xml"/><Relationship Id="rId21" Type="http://schemas.openxmlformats.org/officeDocument/2006/relationships/tags" Target="../tags/tag79.xml"/><Relationship Id="rId34" Type="http://schemas.openxmlformats.org/officeDocument/2006/relationships/slideLayout" Target="../slideLayouts/slideLayout6.xml"/><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5" Type="http://schemas.openxmlformats.org/officeDocument/2006/relationships/tags" Target="../tags/tag83.xml"/><Relationship Id="rId33" Type="http://schemas.openxmlformats.org/officeDocument/2006/relationships/tags" Target="../tags/tag91.xml"/><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29" Type="http://schemas.openxmlformats.org/officeDocument/2006/relationships/tags" Target="../tags/tag87.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tags" Target="../tags/tag82.xml"/><Relationship Id="rId32" Type="http://schemas.openxmlformats.org/officeDocument/2006/relationships/tags" Target="../tags/tag90.xml"/><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tags" Target="../tags/tag81.xml"/><Relationship Id="rId28" Type="http://schemas.openxmlformats.org/officeDocument/2006/relationships/tags" Target="../tags/tag86.xml"/><Relationship Id="rId10" Type="http://schemas.openxmlformats.org/officeDocument/2006/relationships/tags" Target="../tags/tag68.xml"/><Relationship Id="rId19" Type="http://schemas.openxmlformats.org/officeDocument/2006/relationships/tags" Target="../tags/tag77.xml"/><Relationship Id="rId31" Type="http://schemas.openxmlformats.org/officeDocument/2006/relationships/tags" Target="../tags/tag89.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 Id="rId27" Type="http://schemas.openxmlformats.org/officeDocument/2006/relationships/tags" Target="../tags/tag85.xml"/><Relationship Id="rId30" Type="http://schemas.openxmlformats.org/officeDocument/2006/relationships/tags" Target="../tags/tag88.xml"/><Relationship Id="rId35" Type="http://schemas.openxmlformats.org/officeDocument/2006/relationships/image" Target="../media/image8.GIF"/></Relationships>
</file>

<file path=ppt/slides/_rels/slide4.xml.rels><?xml version="1.0" encoding="UTF-8" standalone="yes"?>
<Relationships xmlns="http://schemas.openxmlformats.org/package/2006/relationships"><Relationship Id="rId13" Type="http://schemas.openxmlformats.org/officeDocument/2006/relationships/tags" Target="../tags/tag104.xml"/><Relationship Id="rId18" Type="http://schemas.openxmlformats.org/officeDocument/2006/relationships/tags" Target="../tags/tag109.xml"/><Relationship Id="rId26" Type="http://schemas.openxmlformats.org/officeDocument/2006/relationships/tags" Target="../tags/tag117.xml"/><Relationship Id="rId39" Type="http://schemas.openxmlformats.org/officeDocument/2006/relationships/tags" Target="../tags/tag130.xml"/><Relationship Id="rId21" Type="http://schemas.openxmlformats.org/officeDocument/2006/relationships/tags" Target="../tags/tag112.xml"/><Relationship Id="rId34" Type="http://schemas.openxmlformats.org/officeDocument/2006/relationships/tags" Target="../tags/tag125.xml"/><Relationship Id="rId42" Type="http://schemas.openxmlformats.org/officeDocument/2006/relationships/tags" Target="../tags/tag133.xml"/><Relationship Id="rId47" Type="http://schemas.openxmlformats.org/officeDocument/2006/relationships/tags" Target="../tags/tag138.xml"/><Relationship Id="rId50" Type="http://schemas.openxmlformats.org/officeDocument/2006/relationships/tags" Target="../tags/tag141.xml"/><Relationship Id="rId55" Type="http://schemas.openxmlformats.org/officeDocument/2006/relationships/slideLayout" Target="../slideLayouts/slideLayout6.xml"/><Relationship Id="rId7" Type="http://schemas.openxmlformats.org/officeDocument/2006/relationships/tags" Target="../tags/tag98.xml"/><Relationship Id="rId12" Type="http://schemas.openxmlformats.org/officeDocument/2006/relationships/tags" Target="../tags/tag103.xml"/><Relationship Id="rId17" Type="http://schemas.openxmlformats.org/officeDocument/2006/relationships/tags" Target="../tags/tag108.xml"/><Relationship Id="rId25" Type="http://schemas.openxmlformats.org/officeDocument/2006/relationships/tags" Target="../tags/tag116.xml"/><Relationship Id="rId33" Type="http://schemas.openxmlformats.org/officeDocument/2006/relationships/tags" Target="../tags/tag124.xml"/><Relationship Id="rId38" Type="http://schemas.openxmlformats.org/officeDocument/2006/relationships/tags" Target="../tags/tag129.xml"/><Relationship Id="rId46" Type="http://schemas.openxmlformats.org/officeDocument/2006/relationships/tags" Target="../tags/tag137.xml"/><Relationship Id="rId2" Type="http://schemas.openxmlformats.org/officeDocument/2006/relationships/tags" Target="../tags/tag93.xml"/><Relationship Id="rId16" Type="http://schemas.openxmlformats.org/officeDocument/2006/relationships/tags" Target="../tags/tag107.xml"/><Relationship Id="rId20" Type="http://schemas.openxmlformats.org/officeDocument/2006/relationships/tags" Target="../tags/tag111.xml"/><Relationship Id="rId29" Type="http://schemas.openxmlformats.org/officeDocument/2006/relationships/tags" Target="../tags/tag120.xml"/><Relationship Id="rId41" Type="http://schemas.openxmlformats.org/officeDocument/2006/relationships/tags" Target="../tags/tag132.xml"/><Relationship Id="rId54" Type="http://schemas.openxmlformats.org/officeDocument/2006/relationships/tags" Target="../tags/tag145.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24" Type="http://schemas.openxmlformats.org/officeDocument/2006/relationships/tags" Target="../tags/tag115.xml"/><Relationship Id="rId32" Type="http://schemas.openxmlformats.org/officeDocument/2006/relationships/tags" Target="../tags/tag123.xml"/><Relationship Id="rId37" Type="http://schemas.openxmlformats.org/officeDocument/2006/relationships/tags" Target="../tags/tag128.xml"/><Relationship Id="rId40" Type="http://schemas.openxmlformats.org/officeDocument/2006/relationships/tags" Target="../tags/tag131.xml"/><Relationship Id="rId45" Type="http://schemas.openxmlformats.org/officeDocument/2006/relationships/tags" Target="../tags/tag136.xml"/><Relationship Id="rId53" Type="http://schemas.openxmlformats.org/officeDocument/2006/relationships/tags" Target="../tags/tag144.xml"/><Relationship Id="rId5" Type="http://schemas.openxmlformats.org/officeDocument/2006/relationships/tags" Target="../tags/tag96.xml"/><Relationship Id="rId15" Type="http://schemas.openxmlformats.org/officeDocument/2006/relationships/tags" Target="../tags/tag106.xml"/><Relationship Id="rId23" Type="http://schemas.openxmlformats.org/officeDocument/2006/relationships/tags" Target="../tags/tag114.xml"/><Relationship Id="rId28" Type="http://schemas.openxmlformats.org/officeDocument/2006/relationships/tags" Target="../tags/tag119.xml"/><Relationship Id="rId36" Type="http://schemas.openxmlformats.org/officeDocument/2006/relationships/tags" Target="../tags/tag127.xml"/><Relationship Id="rId49" Type="http://schemas.openxmlformats.org/officeDocument/2006/relationships/tags" Target="../tags/tag140.xml"/><Relationship Id="rId10" Type="http://schemas.openxmlformats.org/officeDocument/2006/relationships/tags" Target="../tags/tag101.xml"/><Relationship Id="rId19" Type="http://schemas.openxmlformats.org/officeDocument/2006/relationships/tags" Target="../tags/tag110.xml"/><Relationship Id="rId31" Type="http://schemas.openxmlformats.org/officeDocument/2006/relationships/tags" Target="../tags/tag122.xml"/><Relationship Id="rId44" Type="http://schemas.openxmlformats.org/officeDocument/2006/relationships/tags" Target="../tags/tag135.xml"/><Relationship Id="rId52" Type="http://schemas.openxmlformats.org/officeDocument/2006/relationships/tags" Target="../tags/tag143.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tags" Target="../tags/tag105.xml"/><Relationship Id="rId22" Type="http://schemas.openxmlformats.org/officeDocument/2006/relationships/tags" Target="../tags/tag113.xml"/><Relationship Id="rId27" Type="http://schemas.openxmlformats.org/officeDocument/2006/relationships/tags" Target="../tags/tag118.xml"/><Relationship Id="rId30" Type="http://schemas.openxmlformats.org/officeDocument/2006/relationships/tags" Target="../tags/tag121.xml"/><Relationship Id="rId35" Type="http://schemas.openxmlformats.org/officeDocument/2006/relationships/tags" Target="../tags/tag126.xml"/><Relationship Id="rId43" Type="http://schemas.openxmlformats.org/officeDocument/2006/relationships/tags" Target="../tags/tag134.xml"/><Relationship Id="rId48" Type="http://schemas.openxmlformats.org/officeDocument/2006/relationships/tags" Target="../tags/tag139.xml"/><Relationship Id="rId56" Type="http://schemas.openxmlformats.org/officeDocument/2006/relationships/hyperlink" Target="&#12304;&#29289;&#29702;&#12305;&#25506;&#31350;&#28369;&#21160;&#25705;&#25830;&#21147;&#30340;&#24433;&#21709;&#22240;&#32032;%20&#26631;&#28165;(270P).qlv" TargetMode="External"/><Relationship Id="rId8" Type="http://schemas.openxmlformats.org/officeDocument/2006/relationships/tags" Target="../tags/tag99.xml"/><Relationship Id="rId51" Type="http://schemas.openxmlformats.org/officeDocument/2006/relationships/tags" Target="../tags/tag142.xml"/><Relationship Id="rId3" Type="http://schemas.openxmlformats.org/officeDocument/2006/relationships/tags" Target="../tags/tag94.xml"/></Relationships>
</file>

<file path=ppt/slides/_rels/slide5.xml.rels><?xml version="1.0" encoding="UTF-8" standalone="yes"?>
<Relationships xmlns="http://schemas.openxmlformats.org/package/2006/relationships"><Relationship Id="rId3" Type="http://schemas.openxmlformats.org/officeDocument/2006/relationships/tags" Target="../tags/tag148.xml"/><Relationship Id="rId7" Type="http://schemas.openxmlformats.org/officeDocument/2006/relationships/image" Target="../media/image9.GIF"/><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hyperlink" Target="&#12304;&#29289;&#29702;&#12305;&#25506;&#31350;&#28369;&#21160;&#25705;&#25830;&#21147;&#30340;&#24433;&#21709;&#22240;&#32032;%20&#26631;&#28165;(270P).qlv" TargetMode="External"/><Relationship Id="rId5" Type="http://schemas.openxmlformats.org/officeDocument/2006/relationships/slideLayout" Target="../slideLayouts/slideLayout6.xml"/><Relationship Id="rId4" Type="http://schemas.openxmlformats.org/officeDocument/2006/relationships/tags" Target="../tags/tag149.xml"/></Relationships>
</file>

<file path=ppt/slides/_rels/slide6.xml.rels><?xml version="1.0" encoding="UTF-8" standalone="yes"?>
<Relationships xmlns="http://schemas.openxmlformats.org/package/2006/relationships"><Relationship Id="rId3" Type="http://schemas.openxmlformats.org/officeDocument/2006/relationships/video" Target="../media/media1.mp4"/><Relationship Id="rId2" Type="http://schemas.microsoft.com/office/2007/relationships/media" Target="../media/media1.mp4"/><Relationship Id="rId1" Type="http://schemas.openxmlformats.org/officeDocument/2006/relationships/tags" Target="../tags/tag150.xml"/><Relationship Id="rId5" Type="http://schemas.openxmlformats.org/officeDocument/2006/relationships/image" Target="../media/image10.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153.xml"/><Relationship Id="rId7" Type="http://schemas.openxmlformats.org/officeDocument/2006/relationships/slideLayout" Target="../slideLayouts/slideLayout6.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s>
</file>

<file path=ppt/slides/_rels/slide8.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slideLayout" Target="../slideLayouts/slideLayout6.xml"/><Relationship Id="rId5" Type="http://schemas.openxmlformats.org/officeDocument/2006/relationships/tags" Target="../tags/tag161.xml"/><Relationship Id="rId4" Type="http://schemas.openxmlformats.org/officeDocument/2006/relationships/tags" Target="../tags/tag160.xml"/></Relationships>
</file>

<file path=ppt/slides/_rels/slide9.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image" Target="../media/image12.jpeg"/><Relationship Id="rId5" Type="http://schemas.openxmlformats.org/officeDocument/2006/relationships/image" Target="../media/image16.png"/><Relationship Id="rId4"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tags" Target="../tags/tag175.xml"/><Relationship Id="rId3" Type="http://schemas.openxmlformats.org/officeDocument/2006/relationships/tags" Target="../tags/tag170.xml"/><Relationship Id="rId7" Type="http://schemas.openxmlformats.org/officeDocument/2006/relationships/tags" Target="../tags/tag174.xm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slideLayout" Target="../slideLayouts/slideLayout6.xml"/><Relationship Id="rId5" Type="http://schemas.openxmlformats.org/officeDocument/2006/relationships/tags" Target="../tags/tag172.xml"/><Relationship Id="rId10" Type="http://schemas.openxmlformats.org/officeDocument/2006/relationships/tags" Target="../tags/tag177.xml"/><Relationship Id="rId4" Type="http://schemas.openxmlformats.org/officeDocument/2006/relationships/tags" Target="../tags/tag171.xml"/><Relationship Id="rId9" Type="http://schemas.openxmlformats.org/officeDocument/2006/relationships/tags" Target="../tags/tag176.xml"/></Relationships>
</file>

<file path=ppt/slides/_rels/slide12.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tags" Target="../tags/tag195.xml"/><Relationship Id="rId3" Type="http://schemas.openxmlformats.org/officeDocument/2006/relationships/tags" Target="../tags/tag180.xml"/><Relationship Id="rId21" Type="http://schemas.openxmlformats.org/officeDocument/2006/relationships/tags" Target="../tags/tag198.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5" Type="http://schemas.openxmlformats.org/officeDocument/2006/relationships/image" Target="../media/image6.GIF"/><Relationship Id="rId2" Type="http://schemas.openxmlformats.org/officeDocument/2006/relationships/tags" Target="../tags/tag179.xml"/><Relationship Id="rId16" Type="http://schemas.openxmlformats.org/officeDocument/2006/relationships/tags" Target="../tags/tag193.xml"/><Relationship Id="rId20" Type="http://schemas.openxmlformats.org/officeDocument/2006/relationships/tags" Target="../tags/tag197.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GIF"/><Relationship Id="rId5" Type="http://schemas.openxmlformats.org/officeDocument/2006/relationships/tags" Target="../tags/tag182.xml"/><Relationship Id="rId15" Type="http://schemas.openxmlformats.org/officeDocument/2006/relationships/tags" Target="../tags/tag192.xml"/><Relationship Id="rId23" Type="http://schemas.openxmlformats.org/officeDocument/2006/relationships/slideLayout" Target="../slideLayouts/slideLayout1.xml"/><Relationship Id="rId10" Type="http://schemas.openxmlformats.org/officeDocument/2006/relationships/tags" Target="../tags/tag187.xml"/><Relationship Id="rId19" Type="http://schemas.openxmlformats.org/officeDocument/2006/relationships/tags" Target="../tags/tag196.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tags" Target="../tags/tag199.xml"/></Relationships>
</file>

<file path=ppt/slides/_rels/slide13.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4"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5" Type="http://schemas.openxmlformats.org/officeDocument/2006/relationships/image" Target="../media/image13.png"/><Relationship Id="rId4"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 Id="rId5" Type="http://schemas.openxmlformats.org/officeDocument/2006/relationships/image" Target="../media/image14.png"/><Relationship Id="rId4"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 Id="rId5" Type="http://schemas.openxmlformats.org/officeDocument/2006/relationships/image" Target="../media/image15.png"/><Relationship Id="rId4"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5" Type="http://schemas.openxmlformats.org/officeDocument/2006/relationships/image" Target="../media/image17.png"/><Relationship Id="rId4"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 40"/>
          <p:cNvSpPr/>
          <p:nvPr/>
        </p:nvSpPr>
        <p:spPr>
          <a:xfrm>
            <a:off x="1159510" y="2245360"/>
            <a:ext cx="6824345" cy="645160"/>
          </a:xfrm>
          <a:prstGeom prst="rect">
            <a:avLst/>
          </a:prstGeom>
          <a:ln w="12700">
            <a:miter lim="400000"/>
          </a:ln>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defRPr sz="1800">
                <a:solidFill>
                  <a:srgbClr val="000000"/>
                </a:solidFill>
              </a:defRPr>
            </a:pPr>
            <a:r>
              <a:rPr lang="zh-CN" altLang="en-US" sz="3600" b="1">
                <a:solidFill>
                  <a:srgbClr val="7030A0"/>
                </a:solidFill>
                <a:latin typeface="等线" panose="02010600030101010101" pitchFamily="2" charset="-122"/>
                <a:ea typeface="等线" panose="02010600030101010101" pitchFamily="2" charset="-122"/>
              </a:rPr>
              <a:t>第三章 </a:t>
            </a:r>
            <a:r>
              <a:rPr lang="en-US" altLang="zh-CN" sz="3600" b="1">
                <a:solidFill>
                  <a:srgbClr val="7030A0"/>
                </a:solidFill>
                <a:latin typeface="等线" panose="02010600030101010101" pitchFamily="2" charset="-122"/>
                <a:ea typeface="等线" panose="02010600030101010101" pitchFamily="2" charset="-122"/>
              </a:rPr>
              <a:t>   </a:t>
            </a:r>
            <a:r>
              <a:rPr lang="zh-CN" altLang="en-US" sz="3600" b="1">
                <a:solidFill>
                  <a:srgbClr val="7030A0"/>
                </a:solidFill>
                <a:latin typeface="等线" panose="02010600030101010101" pitchFamily="2" charset="-122"/>
                <a:ea typeface="等线" panose="02010600030101010101" pitchFamily="2" charset="-122"/>
              </a:rPr>
              <a:t>相互作用</a:t>
            </a:r>
            <a:r>
              <a:rPr lang="en-US" altLang="zh-CN" sz="3600" b="1">
                <a:solidFill>
                  <a:srgbClr val="7030A0"/>
                </a:solidFill>
                <a:latin typeface="等线" panose="02010600030101010101" pitchFamily="2" charset="-122"/>
                <a:ea typeface="等线" panose="02010600030101010101" pitchFamily="2" charset="-122"/>
              </a:rPr>
              <a:t>——</a:t>
            </a:r>
            <a:r>
              <a:rPr lang="zh-CN" altLang="en-US" sz="3600" b="1">
                <a:solidFill>
                  <a:srgbClr val="7030A0"/>
                </a:solidFill>
                <a:latin typeface="等线" panose="02010600030101010101" pitchFamily="2" charset="-122"/>
                <a:ea typeface="等线" panose="02010600030101010101" pitchFamily="2" charset="-122"/>
              </a:rPr>
              <a:t>力</a:t>
            </a:r>
          </a:p>
        </p:txBody>
      </p:sp>
      <p:sp>
        <p:nvSpPr>
          <p:cNvPr id="6" name="Shape 40"/>
          <p:cNvSpPr/>
          <p:nvPr/>
        </p:nvSpPr>
        <p:spPr>
          <a:xfrm>
            <a:off x="1159510" y="3194050"/>
            <a:ext cx="6774815" cy="460375"/>
          </a:xfrm>
          <a:prstGeom prst="rect">
            <a:avLst/>
          </a:prstGeom>
          <a:ln w="12700">
            <a:miter lim="400000"/>
          </a:ln>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lgn="ctr">
              <a:lnSpc>
                <a:spcPct val="100000"/>
              </a:lnSpc>
              <a:defRPr sz="1800" b="0"/>
            </a:pPr>
            <a:r>
              <a:rPr lang="zh-CN" altLang="en-US" sz="2400" b="1">
                <a:solidFill>
                  <a:srgbClr val="FF0000"/>
                </a:solidFill>
                <a:latin typeface="华文楷体" panose="02010600040101010101" pitchFamily="2" charset="-122"/>
                <a:ea typeface="华文楷体" panose="02010600040101010101" pitchFamily="2" charset="-122"/>
              </a:rPr>
              <a:t>第</a:t>
            </a:r>
            <a:r>
              <a:rPr lang="en-US" altLang="zh-CN" sz="2400" b="1">
                <a:solidFill>
                  <a:srgbClr val="FF0000"/>
                </a:solidFill>
                <a:latin typeface="华文楷体" panose="02010600040101010101" pitchFamily="2" charset="-122"/>
                <a:ea typeface="华文楷体" panose="02010600040101010101" pitchFamily="2" charset="-122"/>
              </a:rPr>
              <a:t>2</a:t>
            </a:r>
            <a:r>
              <a:rPr lang="zh-CN" altLang="en-US" sz="2400" b="1">
                <a:solidFill>
                  <a:srgbClr val="FF0000"/>
                </a:solidFill>
                <a:latin typeface="华文楷体" panose="02010600040101010101" pitchFamily="2" charset="-122"/>
                <a:ea typeface="华文楷体" panose="02010600040101010101" pitchFamily="2" charset="-122"/>
              </a:rPr>
              <a:t>节 </a:t>
            </a:r>
            <a:r>
              <a:rPr lang="en-US" altLang="zh-CN" sz="2400" b="1">
                <a:solidFill>
                  <a:srgbClr val="FF0000"/>
                </a:solidFill>
                <a:latin typeface="华文楷体" panose="02010600040101010101" pitchFamily="2" charset="-122"/>
                <a:ea typeface="华文楷体" panose="02010600040101010101" pitchFamily="2" charset="-122"/>
              </a:rPr>
              <a:t>    </a:t>
            </a:r>
            <a:r>
              <a:rPr lang="zh-CN" sz="2400" b="1">
                <a:solidFill>
                  <a:srgbClr val="FF0000"/>
                </a:solidFill>
                <a:latin typeface="华文楷体" panose="02010600040101010101" pitchFamily="2" charset="-122"/>
                <a:ea typeface="华文楷体" panose="02010600040101010101" pitchFamily="2" charset="-122"/>
              </a:rPr>
              <a:t>摩擦力</a:t>
            </a:r>
            <a:endParaRPr lang="zh-CN" sz="2400" b="1" spc="300">
              <a:solidFill>
                <a:srgbClr val="FF0000"/>
              </a:solidFill>
              <a:latin typeface="楷体" panose="02010609060101010101" charset="-122"/>
              <a:ea typeface="楷体" panose="02010609060101010101" charset="-122"/>
              <a:cs typeface="楷体" panose="02010609060101010101" charset="-122"/>
              <a:sym typeface="+mn-ea"/>
            </a:endParaRPr>
          </a:p>
        </p:txBody>
      </p:sp>
      <p:pic>
        <p:nvPicPr>
          <p:cNvPr id="9" name="图片 8"/>
          <p:cNvPicPr>
            <a:picLocks noChangeAspect="1"/>
          </p:cNvPicPr>
          <p:nvPr>
            <p:custDataLst>
              <p:tags r:id="rId1"/>
            </p:custDataLst>
          </p:nvPr>
        </p:nvPicPr>
        <p:blipFill>
          <a:blip r:embed="rId3">
            <a:extLst>
              <a:ext uri="{28A0092B-C50C-407E-A947-70E740481C1C}">
                <a14:useLocalDpi xmlns:a14="http://schemas.microsoft.com/office/drawing/2010/main" val="0"/>
              </a:ext>
            </a:extLst>
          </a:blip>
          <a:stretch>
            <a:fillRect/>
          </a:stretch>
        </p:blipFill>
        <p:spPr>
          <a:xfrm>
            <a:off x="7394865" y="3454553"/>
            <a:ext cx="1872568" cy="1872568"/>
          </a:xfrm>
          <a:prstGeom prst="rect">
            <a:avLst/>
          </a:prstGeom>
        </p:spPr>
      </p:pic>
      <p:sp>
        <p:nvSpPr>
          <p:cNvPr id="3" name="Shape 40"/>
          <p:cNvSpPr/>
          <p:nvPr/>
        </p:nvSpPr>
        <p:spPr>
          <a:xfrm>
            <a:off x="1172210" y="835660"/>
            <a:ext cx="7425690" cy="922020"/>
          </a:xfrm>
          <a:prstGeom prst="rect">
            <a:avLst/>
          </a:prstGeom>
          <a:ln w="12700">
            <a:miter lim="400000"/>
          </a:ln>
          <a:effectLst>
            <a:outerShdw blurRad="50800" dist="38100" dir="5400000" algn="t" rotWithShape="0">
              <a:prstClr val="black">
                <a:alpha val="40000"/>
              </a:prstClr>
            </a:outerShdw>
          </a:effectLst>
        </p:spPr>
        <p:txBody>
          <a:bodyPr wrap="square" lIns="45719" rIns="45719">
            <a:spAutoFit/>
          </a:bodyPr>
          <a:lstStyle>
            <a:lvl1pPr>
              <a:defRPr sz="3600">
                <a:solidFill>
                  <a:srgbClr val="B61C2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lvl="0">
              <a:defRPr sz="1800">
                <a:solidFill>
                  <a:srgbClr val="000000"/>
                </a:solidFill>
              </a:defRPr>
            </a:pPr>
            <a:r>
              <a:rPr lang="zh-CN" altLang="en-US" sz="4800" b="1" dirty="0">
                <a:solidFill>
                  <a:srgbClr val="B61C22"/>
                </a:solidFill>
                <a:latin typeface="方正姚体" panose="02010601030101010101" pitchFamily="2" charset="-122"/>
                <a:ea typeface="方正姚体" panose="02010601030101010101" pitchFamily="2" charset="-122"/>
              </a:rPr>
              <a:t>新教材人教版   </a:t>
            </a:r>
            <a:r>
              <a:rPr lang="zh-CN" altLang="en-US" sz="5400" b="1" dirty="0">
                <a:solidFill>
                  <a:srgbClr val="C00000"/>
                </a:solidFill>
                <a:latin typeface="方正姚体" panose="02010601030101010101" pitchFamily="2" charset="-122"/>
                <a:ea typeface="方正姚体" panose="02010601030101010101" pitchFamily="2" charset="-122"/>
              </a:rPr>
              <a:t>物理</a:t>
            </a:r>
            <a:r>
              <a:rPr lang="zh-CN" altLang="en-US" sz="1400" b="1" dirty="0">
                <a:solidFill>
                  <a:srgbClr val="B61C22"/>
                </a:solidFill>
                <a:latin typeface="方正姚体" panose="02010601030101010101" pitchFamily="2" charset="-122"/>
                <a:ea typeface="方正姚体" panose="02010601030101010101" pitchFamily="2" charset="-122"/>
              </a:rPr>
              <a:t>（必修第一册）</a:t>
            </a:r>
          </a:p>
        </p:txBody>
      </p:sp>
      <p:sp>
        <p:nvSpPr>
          <p:cNvPr id="2" name="文本框 1"/>
          <p:cNvSpPr txBox="1"/>
          <p:nvPr/>
        </p:nvSpPr>
        <p:spPr>
          <a:xfrm>
            <a:off x="3352165" y="3957955"/>
            <a:ext cx="238887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Arial" panose="020B0604020202020204"/>
                <a:ea typeface="宋体" panose="02010600030101010101" pitchFamily="2" charset="-122"/>
                <a:cs typeface="Arial" panose="020B0604020202020204"/>
                <a:sym typeface="Arial" panose="020B0604020202020204"/>
              </a:rPr>
              <a:t>第一课时：滑动摩擦力</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11266"/>
          <p:cNvSpPr>
            <a:spLocks noGrp="1"/>
          </p:cNvSpPr>
          <p:nvPr>
            <p:custDataLst>
              <p:tags r:id="rId2"/>
            </p:custDataLst>
          </p:nvPr>
        </p:nvSpPr>
        <p:spPr>
          <a:xfrm>
            <a:off x="415076" y="2592460"/>
            <a:ext cx="3931713" cy="445619"/>
          </a:xfrm>
          <a:prstGeom prst="rect">
            <a:avLst/>
          </a:prstGeom>
        </p:spPr>
        <p:txBody>
          <a:bodyPr vert="horz" lIns="76011" tIns="0" rIns="61759"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altLang="zh-CN" sz="2095" b="1" dirty="0">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rPr>
              <a:t>1.</a:t>
            </a:r>
            <a:r>
              <a:rPr lang="zh-CN" altLang="en-US" sz="2095" b="1" dirty="0">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rPr>
              <a:t>两物体相互</a:t>
            </a:r>
            <a:r>
              <a:rPr lang="zh-CN" altLang="en-US" sz="2095" b="1" dirty="0">
                <a:solidFill>
                  <a:srgbClr val="FF0000"/>
                </a:solidFill>
                <a:latin typeface="宋体" panose="02010600030101010101" pitchFamily="2" charset="-122"/>
                <a:ea typeface="宋体" panose="02010600030101010101" pitchFamily="2" charset="-122"/>
                <a:cs typeface="宋体" panose="02010600030101010101" pitchFamily="2" charset="-122"/>
              </a:rPr>
              <a:t>接触且有挤压</a:t>
            </a:r>
            <a:endParaRPr lang="zh-CN" altLang="en-US" sz="2095" b="1" dirty="0">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endParaRPr>
          </a:p>
          <a:p>
            <a:pPr marL="0" indent="0">
              <a:buFont typeface="Wingdings" panose="05000000000000000000" pitchFamily="2" charset="2"/>
              <a:buNone/>
            </a:pPr>
            <a:endParaRPr lang="zh-CN" altLang="en-US" sz="2095" b="1"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4" name="文本框 3" descr="花束"/>
          <p:cNvSpPr txBox="1"/>
          <p:nvPr>
            <p:custDataLst>
              <p:tags r:id="rId3"/>
            </p:custDataLst>
          </p:nvPr>
        </p:nvSpPr>
        <p:spPr>
          <a:xfrm>
            <a:off x="415198" y="1916120"/>
            <a:ext cx="2868972" cy="398780"/>
          </a:xfrm>
          <a:prstGeom prst="rect">
            <a:avLst/>
          </a:prstGeom>
          <a:solidFill>
            <a:srgbClr val="FFC000"/>
          </a:solidFill>
          <a:ln w="9525">
            <a:noFill/>
          </a:ln>
        </p:spPr>
        <p:txBody>
          <a:bodyPr wrap="square">
            <a:spAutoFit/>
          </a:bodyPr>
          <a:lstStyle/>
          <a:p>
            <a:pPr>
              <a:spcBef>
                <a:spcPct val="50000"/>
              </a:spcBef>
            </a:pPr>
            <a:r>
              <a:rPr lang="zh-CN" altLang="en-US" sz="2000">
                <a:solidFill>
                  <a:srgbClr val="0033CC"/>
                </a:solidFill>
                <a:latin typeface="微软雅黑" panose="020B0503020204020204" charset="-122"/>
                <a:ea typeface="微软雅黑" panose="020B0503020204020204" charset="-122"/>
              </a:rPr>
              <a:t>滑动摩擦力产生的</a:t>
            </a:r>
            <a:r>
              <a:rPr lang="zh-CN" altLang="en-US" sz="2000">
                <a:solidFill>
                  <a:srgbClr val="00B0F0"/>
                </a:solidFill>
                <a:latin typeface="微软雅黑" panose="020B0503020204020204" charset="-122"/>
                <a:ea typeface="微软雅黑" panose="020B0503020204020204" charset="-122"/>
              </a:rPr>
              <a:t>条件</a:t>
            </a:r>
            <a:r>
              <a:rPr lang="zh-CN" altLang="en-US" sz="2000">
                <a:solidFill>
                  <a:srgbClr val="0033CC"/>
                </a:solidFill>
                <a:latin typeface="微软雅黑" panose="020B0503020204020204" charset="-122"/>
                <a:ea typeface="微软雅黑" panose="020B0503020204020204" charset="-122"/>
              </a:rPr>
              <a:t>：</a:t>
            </a:r>
          </a:p>
        </p:txBody>
      </p:sp>
      <p:sp>
        <p:nvSpPr>
          <p:cNvPr id="2" name="矩形标注 1"/>
          <p:cNvSpPr/>
          <p:nvPr/>
        </p:nvSpPr>
        <p:spPr>
          <a:xfrm>
            <a:off x="516890" y="4507865"/>
            <a:ext cx="3188335" cy="338994"/>
          </a:xfrm>
          <a:prstGeom prst="wedgeRectCallout">
            <a:avLst>
              <a:gd name="adj1" fmla="val 51770"/>
              <a:gd name="adj2" fmla="val -503822"/>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FF00"/>
                </a:solidFill>
              </a:rPr>
              <a:t>有滑动摩擦力一定有弹力</a:t>
            </a:r>
          </a:p>
        </p:txBody>
      </p:sp>
      <p:sp>
        <p:nvSpPr>
          <p:cNvPr id="5" name="文本占位符 11266"/>
          <p:cNvSpPr>
            <a:spLocks noGrp="1"/>
          </p:cNvSpPr>
          <p:nvPr>
            <p:custDataLst>
              <p:tags r:id="rId4"/>
            </p:custDataLst>
          </p:nvPr>
        </p:nvSpPr>
        <p:spPr>
          <a:xfrm>
            <a:off x="415076" y="3224530"/>
            <a:ext cx="3188335" cy="446405"/>
          </a:xfrm>
          <a:prstGeom prst="rect">
            <a:avLst/>
          </a:prstGeom>
        </p:spPr>
        <p:txBody>
          <a:bodyPr vert="horz" lIns="76011" tIns="0" rIns="61759"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altLang="zh-CN" sz="2095"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rPr>
              <a:t>2.</a:t>
            </a:r>
            <a:r>
              <a:rPr lang="zh-CN" altLang="en-US" sz="2095"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rPr>
              <a:t>接触面</a:t>
            </a:r>
            <a:r>
              <a:rPr lang="zh-CN" altLang="en-US" sz="2095" b="1">
                <a:solidFill>
                  <a:srgbClr val="FF0000"/>
                </a:solidFill>
                <a:latin typeface="宋体" panose="02010600030101010101" pitchFamily="2" charset="-122"/>
                <a:ea typeface="宋体" panose="02010600030101010101" pitchFamily="2" charset="-122"/>
                <a:cs typeface="宋体" panose="02010600030101010101" pitchFamily="2" charset="-122"/>
              </a:rPr>
              <a:t>不光滑</a:t>
            </a:r>
            <a:r>
              <a:rPr lang="zh-CN" altLang="en-US" sz="2095" b="1">
                <a:solidFill>
                  <a:srgbClr val="00B0F0"/>
                </a:solidFill>
                <a:latin typeface="宋体" panose="02010600030101010101" pitchFamily="2" charset="-122"/>
                <a:ea typeface="宋体" panose="02010600030101010101" pitchFamily="2" charset="-122"/>
                <a:cs typeface="宋体" panose="02010600030101010101" pitchFamily="2" charset="-122"/>
              </a:rPr>
              <a:t>（粗糙</a:t>
            </a:r>
            <a:r>
              <a:rPr lang="en-US" altLang="zh-CN" sz="2095" b="1">
                <a:solidFill>
                  <a:srgbClr val="00B0F0"/>
                </a:solidFill>
                <a:latin typeface="宋体" panose="02010600030101010101" pitchFamily="2" charset="-122"/>
                <a:ea typeface="宋体" panose="02010600030101010101" pitchFamily="2" charset="-122"/>
                <a:cs typeface="宋体" panose="02010600030101010101" pitchFamily="2" charset="-122"/>
              </a:rPr>
              <a:t>)</a:t>
            </a:r>
            <a:endParaRPr lang="zh-CN" altLang="en-US" sz="2095"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endParaRPr>
          </a:p>
          <a:p>
            <a:pPr marL="0" indent="0">
              <a:buFont typeface="Wingdings" panose="05000000000000000000" pitchFamily="2" charset="2"/>
              <a:buNone/>
            </a:pPr>
            <a:endParaRPr lang="zh-CN" altLang="en-US" sz="2095" b="1">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6" name="文本占位符 11266"/>
          <p:cNvSpPr>
            <a:spLocks noGrp="1"/>
          </p:cNvSpPr>
          <p:nvPr>
            <p:custDataLst>
              <p:tags r:id="rId5"/>
            </p:custDataLst>
          </p:nvPr>
        </p:nvSpPr>
        <p:spPr>
          <a:xfrm>
            <a:off x="415076" y="3857625"/>
            <a:ext cx="3128010" cy="463550"/>
          </a:xfrm>
          <a:prstGeom prst="rect">
            <a:avLst/>
          </a:prstGeom>
        </p:spPr>
        <p:txBody>
          <a:bodyPr vert="horz" lIns="76011" tIns="0" rIns="61759"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altLang="zh-CN" sz="2095"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rPr>
              <a:t>3.</a:t>
            </a:r>
            <a:r>
              <a:rPr lang="zh-CN" altLang="en-US" sz="2095"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rPr>
              <a:t>两物体间有</a:t>
            </a:r>
            <a:r>
              <a:rPr lang="zh-CN" altLang="en-US" sz="2095" b="1">
                <a:solidFill>
                  <a:srgbClr val="FF0000"/>
                </a:solidFill>
                <a:latin typeface="宋体" panose="02010600030101010101" pitchFamily="2" charset="-122"/>
                <a:ea typeface="宋体" panose="02010600030101010101" pitchFamily="2" charset="-122"/>
                <a:cs typeface="宋体" panose="02010600030101010101" pitchFamily="2" charset="-122"/>
              </a:rPr>
              <a:t>相对运动</a:t>
            </a:r>
          </a:p>
        </p:txBody>
      </p:sp>
      <p:pic>
        <p:nvPicPr>
          <p:cNvPr id="28" name="图片 27" descr="t017845298d21e32a96"/>
          <p:cNvPicPr>
            <a:picLocks noChangeAspect="1"/>
          </p:cNvPicPr>
          <p:nvPr>
            <p:custDataLst>
              <p:tags r:id="rId6"/>
            </p:custDataLst>
          </p:nvPr>
        </p:nvPicPr>
        <p:blipFill>
          <a:blip r:embed="rId11"/>
          <a:stretch>
            <a:fillRect/>
          </a:stretch>
        </p:blipFill>
        <p:spPr>
          <a:xfrm>
            <a:off x="4504690" y="2792095"/>
            <a:ext cx="3108960" cy="1928495"/>
          </a:xfrm>
          <a:prstGeom prst="rect">
            <a:avLst/>
          </a:prstGeom>
          <a:ln w="12700" cmpd="sng">
            <a:noFill/>
            <a:prstDash val="sysDot"/>
          </a:ln>
        </p:spPr>
      </p:pic>
      <p:pic>
        <p:nvPicPr>
          <p:cNvPr id="30" name="图片 29"/>
          <p:cNvPicPr>
            <a:picLocks noChangeAspect="1"/>
          </p:cNvPicPr>
          <p:nvPr/>
        </p:nvPicPr>
        <p:blipFill>
          <a:blip r:embed="rId12"/>
          <a:stretch>
            <a:fillRect/>
          </a:stretch>
        </p:blipFill>
        <p:spPr>
          <a:xfrm>
            <a:off x="5774659" y="1372357"/>
            <a:ext cx="1983453" cy="1009730"/>
          </a:xfrm>
          <a:prstGeom prst="rect">
            <a:avLst/>
          </a:prstGeom>
        </p:spPr>
      </p:pic>
      <p:cxnSp>
        <p:nvCxnSpPr>
          <p:cNvPr id="9" name="直接连接符 8"/>
          <p:cNvCxnSpPr/>
          <p:nvPr/>
        </p:nvCxnSpPr>
        <p:spPr>
          <a:xfrm flipV="1">
            <a:off x="-8255" y="714375"/>
            <a:ext cx="3123565" cy="63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10" name="圆角矩形 9">
            <a:hlinkClick r:id="" action="ppaction://noaction"/>
          </p:cNvPr>
          <p:cNvSpPr/>
          <p:nvPr>
            <p:custDataLst>
              <p:tags r:id="rId7"/>
            </p:custDataLst>
          </p:nvPr>
        </p:nvSpPr>
        <p:spPr>
          <a:xfrm>
            <a:off x="0" y="22860"/>
            <a:ext cx="2406015"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11" name="TextBox 14">
            <a:hlinkClick r:id="" action="ppaction://noaction"/>
          </p:cNvPr>
          <p:cNvSpPr txBox="1">
            <a:spLocks noChangeArrowheads="1"/>
          </p:cNvSpPr>
          <p:nvPr>
            <p:custDataLst>
              <p:tags r:id="rId8"/>
            </p:custDataLst>
          </p:nvPr>
        </p:nvSpPr>
        <p:spPr bwMode="auto">
          <a:xfrm>
            <a:off x="16510" y="125095"/>
            <a:ext cx="2389505"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一、滑动摩擦力</a:t>
            </a:r>
          </a:p>
        </p:txBody>
      </p:sp>
      <p:sp>
        <p:nvSpPr>
          <p:cNvPr id="8" name="线形标注 1(带强调线) 7"/>
          <p:cNvSpPr/>
          <p:nvPr/>
        </p:nvSpPr>
        <p:spPr>
          <a:xfrm>
            <a:off x="7902575" y="714693"/>
            <a:ext cx="633730" cy="4046854"/>
          </a:xfrm>
          <a:prstGeom prst="accentCallout1">
            <a:avLst>
              <a:gd name="adj1" fmla="val 44900"/>
              <a:gd name="adj2" fmla="val -7114"/>
              <a:gd name="adj3" fmla="val 53075"/>
              <a:gd name="adj4" fmla="val -411222"/>
            </a:avLst>
          </a:prstGeom>
          <a:solidFill>
            <a:schemeClr val="accent5">
              <a:lumMod val="90000"/>
            </a:schemeClr>
          </a:solidFill>
          <a:ln w="12700" cap="flat">
            <a:solidFill>
              <a:srgbClr val="BBE0E3"/>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ctr" defTabSz="914400" rtl="0" fontAlgn="auto" latinLnBrk="1" hangingPunct="0">
              <a:lnSpc>
                <a:spcPct val="130000"/>
              </a:lnSpc>
              <a:spcBef>
                <a:spcPts val="0"/>
              </a:spcBef>
              <a:spcAft>
                <a:spcPts val="0"/>
              </a:spcAft>
              <a:buClrTx/>
              <a:buSzTx/>
              <a:buFontTx/>
              <a:buNone/>
            </a:pPr>
            <a:r>
              <a:rPr lang="zh-CN" altLang="en-US" sz="1800" b="1">
                <a:solidFill>
                  <a:schemeClr val="tx1"/>
                </a:solidFill>
                <a:latin typeface="宋体" panose="02010600030101010101" pitchFamily="2" charset="-122"/>
                <a:ea typeface="宋体" panose="02010600030101010101" pitchFamily="2" charset="-122"/>
                <a:sym typeface="+mn-ea"/>
              </a:rPr>
              <a:t>滑动摩擦力的方向一定与物体运动的方向</a:t>
            </a:r>
            <a:r>
              <a:rPr lang="zh-CN" altLang="en-US" sz="1800" b="1">
                <a:solidFill>
                  <a:srgbClr val="FF0000"/>
                </a:solidFill>
                <a:latin typeface="宋体" panose="02010600030101010101" pitchFamily="2" charset="-122"/>
                <a:ea typeface="宋体" panose="02010600030101010101" pitchFamily="2" charset="-122"/>
                <a:sym typeface="+mn-ea"/>
              </a:rPr>
              <a:t>相反</a:t>
            </a:r>
            <a:r>
              <a:rPr lang="zh-CN" altLang="en-US" sz="1800" b="1">
                <a:solidFill>
                  <a:schemeClr val="tx1"/>
                </a:solidFill>
                <a:latin typeface="宋体" panose="02010600030101010101" pitchFamily="2" charset="-122"/>
                <a:ea typeface="宋体" panose="02010600030101010101" pitchFamily="2" charset="-122"/>
                <a:sym typeface="+mn-ea"/>
              </a:rPr>
              <a:t>吗？</a:t>
            </a:r>
            <a:endParaRPr kumimoji="0" lang="zh-CN" altLang="en-US" sz="1800" b="1" i="0" u="none"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微软雅黑" panose="020B0503020204020204" charset="-122"/>
              <a:sym typeface="+mn-ea"/>
            </a:endParaRPr>
          </a:p>
        </p:txBody>
      </p:sp>
      <p:sp>
        <p:nvSpPr>
          <p:cNvPr id="7" name="文本框 6"/>
          <p:cNvSpPr txBox="1"/>
          <p:nvPr>
            <p:custDataLst>
              <p:tags r:id="rId9"/>
            </p:custDataLst>
          </p:nvPr>
        </p:nvSpPr>
        <p:spPr>
          <a:xfrm>
            <a:off x="320675" y="761999"/>
            <a:ext cx="7536815" cy="1076325"/>
          </a:xfrm>
          <a:prstGeom prst="rect">
            <a:avLst/>
          </a:prstGeom>
          <a:noFill/>
          <a:ln w="9525">
            <a:noFill/>
          </a:ln>
        </p:spPr>
        <p:txBody>
          <a:bodyPr wrap="square">
            <a:spAutoFit/>
          </a:bodyPr>
          <a:lstStyle/>
          <a:p>
            <a:pPr algn="just">
              <a:lnSpc>
                <a:spcPct val="160000"/>
              </a:lnSpc>
              <a:spcBef>
                <a:spcPct val="50000"/>
              </a:spcBef>
            </a:pPr>
            <a:r>
              <a:rPr lang="en-US" altLang="zh-CN" sz="2000" b="0"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sz="2000" b="0" dirty="0">
                <a:solidFill>
                  <a:schemeClr val="dk1"/>
                </a:solidFill>
                <a:latin typeface="微软雅黑" panose="020B0503020204020204" charset="-122"/>
                <a:ea typeface="微软雅黑" panose="020B0503020204020204" charset="-122"/>
                <a:cs typeface="微软雅黑" panose="020B0503020204020204" charset="-122"/>
              </a:rPr>
              <a:t>当一个物体在另一个物体表面滑动的时候，会受到另一个物体</a:t>
            </a:r>
            <a:r>
              <a:rPr lang="zh-CN" altLang="en-US" sz="2000" b="0" dirty="0">
                <a:solidFill>
                  <a:srgbClr val="00B0F0"/>
                </a:solidFill>
                <a:latin typeface="微软雅黑" panose="020B0503020204020204" charset="-122"/>
                <a:ea typeface="微软雅黑" panose="020B0503020204020204" charset="-122"/>
                <a:cs typeface="微软雅黑" panose="020B0503020204020204" charset="-122"/>
              </a:rPr>
              <a:t>阻碍它相对滑动</a:t>
            </a:r>
            <a:r>
              <a:rPr lang="zh-CN" altLang="en-US" sz="2000" b="0" dirty="0">
                <a:solidFill>
                  <a:schemeClr val="dk1"/>
                </a:solidFill>
                <a:latin typeface="微软雅黑" panose="020B0503020204020204" charset="-122"/>
                <a:ea typeface="微软雅黑" panose="020B0503020204020204" charset="-122"/>
                <a:cs typeface="微软雅黑" panose="020B0503020204020204" charset="-122"/>
              </a:rPr>
              <a:t>的力，这种力叫作</a:t>
            </a:r>
            <a:r>
              <a:rPr lang="zh-CN" altLang="en-US" sz="2000" b="0" dirty="0">
                <a:solidFill>
                  <a:srgbClr val="FF0000"/>
                </a:solidFill>
                <a:latin typeface="微软雅黑" panose="020B0503020204020204" charset="-122"/>
                <a:ea typeface="微软雅黑" panose="020B0503020204020204" charset="-122"/>
                <a:cs typeface="微软雅黑" panose="020B0503020204020204" charset="-122"/>
              </a:rPr>
              <a:t>滑动摩擦力</a:t>
            </a:r>
            <a:r>
              <a:rPr lang="zh-CN" altLang="en-US" sz="2000" b="0" dirty="0">
                <a:solidFill>
                  <a:schemeClr val="dk1"/>
                </a:solidFill>
                <a:latin typeface="微软雅黑" panose="020B0503020204020204" charset="-122"/>
                <a:ea typeface="微软雅黑" panose="020B0503020204020204" charset="-122"/>
                <a:cs typeface="微软雅黑" panose="020B0503020204020204" charset="-122"/>
              </a:rPr>
              <a:t>。</a:t>
            </a:r>
            <a:endParaRPr lang="en-US" altLang="zh-CN" sz="2000" b="0"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3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800" decel="100000"/>
                                        <p:tgtEl>
                                          <p:spTgt spid="3">
                                            <p:txEl>
                                              <p:pRg st="0" end="0"/>
                                            </p:txEl>
                                          </p:spTgt>
                                        </p:tgtEl>
                                      </p:cBhvr>
                                    </p:animEffect>
                                    <p:anim calcmode="lin" valueType="num">
                                      <p:cBhvr>
                                        <p:cTn id="11" dur="800" decel="100000" fill="hold"/>
                                        <p:tgtEl>
                                          <p:spTgt spid="3">
                                            <p:txEl>
                                              <p:pRg st="0" end="0"/>
                                            </p:txEl>
                                          </p:spTgt>
                                        </p:tgtEl>
                                        <p:attrNameLst>
                                          <p:attrName>style.rotation</p:attrName>
                                        </p:attrNameLst>
                                      </p:cBhvr>
                                      <p:tavLst>
                                        <p:tav tm="0">
                                          <p:val>
                                            <p:fltVal val="-90"/>
                                          </p:val>
                                        </p:tav>
                                        <p:tav tm="100000">
                                          <p:val>
                                            <p:fltVal val="0"/>
                                          </p:val>
                                        </p:tav>
                                      </p:tavLst>
                                    </p:anim>
                                    <p:anim calcmode="lin" valueType="num">
                                      <p:cBhvr>
                                        <p:cTn id="12" dur="800" decel="100000" fill="hold"/>
                                        <p:tgtEl>
                                          <p:spTgt spid="3">
                                            <p:txEl>
                                              <p:pRg st="0" end="0"/>
                                            </p:txEl>
                                          </p:spTgt>
                                        </p:tgtEl>
                                        <p:attrNameLst>
                                          <p:attrName>ppt_x</p:attrName>
                                        </p:attrNameLst>
                                      </p:cBhvr>
                                      <p:tavLst>
                                        <p:tav tm="0">
                                          <p:val>
                                            <p:strVal val="#ppt_x+0.4"/>
                                          </p:val>
                                        </p:tav>
                                        <p:tav tm="100000">
                                          <p:val>
                                            <p:strVal val="#ppt_x-0.05"/>
                                          </p:val>
                                        </p:tav>
                                      </p:tavLst>
                                    </p:anim>
                                    <p:anim calcmode="lin" valueType="num">
                                      <p:cBhvr>
                                        <p:cTn id="13" dur="800" decel="100000" fill="hold"/>
                                        <p:tgtEl>
                                          <p:spTgt spid="3">
                                            <p:txEl>
                                              <p:pRg st="0" end="0"/>
                                            </p:txEl>
                                          </p:spTgt>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3">
                                            <p:txEl>
                                              <p:pRg st="0" end="0"/>
                                            </p:txEl>
                                          </p:spTgt>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3">
                                            <p:txEl>
                                              <p:pRg st="0" end="0"/>
                                            </p:txEl>
                                          </p:spTgt>
                                        </p:tgtEl>
                                        <p:attrNameLst>
                                          <p:attrName>ppt_y</p:attrName>
                                        </p:attrNameLst>
                                      </p:cBhvr>
                                      <p:tavLst>
                                        <p:tav tm="0">
                                          <p:val>
                                            <p:strVal val="#ppt_y+0.1"/>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par>
                                <p:cTn id="24" presetID="6" presetClass="entr" presetSubtype="16"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circle(in)">
                                      <p:cBhvr>
                                        <p:cTn id="26" dur="20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ldLvl="0" animBg="1"/>
      <p:bldP spid="2" grpId="0" bldLvl="0" animBg="1"/>
      <p:bldP spid="2" grpId="1" animBg="1"/>
      <p:bldP spid="5" grpId="0"/>
      <p:bldP spid="5" grpId="1"/>
      <p:bldP spid="6" grpId="0"/>
      <p:bldP spid="6" grpId="1"/>
      <p:bldP spid="8" grpId="0" animBg="1"/>
      <p:bldP spid="8" grpId="1" animBg="1"/>
      <p:bldP spid="7"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07091" y="1417024"/>
            <a:ext cx="1450164" cy="819503"/>
            <a:chOff x="0" y="0"/>
            <a:chExt cx="2208" cy="1248"/>
          </a:xfrm>
        </p:grpSpPr>
        <p:grpSp>
          <p:nvGrpSpPr>
            <p:cNvPr id="4" name="组合 3"/>
            <p:cNvGrpSpPr/>
            <p:nvPr/>
          </p:nvGrpSpPr>
          <p:grpSpPr>
            <a:xfrm>
              <a:off x="240" y="192"/>
              <a:ext cx="1728" cy="1056"/>
              <a:chOff x="0" y="0"/>
              <a:chExt cx="1728" cy="1056"/>
            </a:xfrm>
          </p:grpSpPr>
          <p:sp>
            <p:nvSpPr>
              <p:cNvPr id="5" name="直接连接符 4"/>
              <p:cNvSpPr/>
              <p:nvPr>
                <p:custDataLst>
                  <p:tags r:id="rId24"/>
                </p:custDataLst>
              </p:nvPr>
            </p:nvSpPr>
            <p:spPr>
              <a:xfrm>
                <a:off x="384" y="0"/>
                <a:ext cx="0" cy="1056"/>
              </a:xfrm>
              <a:prstGeom prst="line">
                <a:avLst/>
              </a:prstGeom>
              <a:ln w="9525" cap="flat" cmpd="sng">
                <a:solidFill>
                  <a:schemeClr val="dk1"/>
                </a:solidFill>
                <a:prstDash val="solid"/>
                <a:headEnd type="none" w="med" len="med"/>
                <a:tailEnd type="none" w="med" len="med"/>
              </a:ln>
            </p:spPr>
          </p:sp>
          <p:sp>
            <p:nvSpPr>
              <p:cNvPr id="6" name="直接连接符 5"/>
              <p:cNvSpPr/>
              <p:nvPr>
                <p:custDataLst>
                  <p:tags r:id="rId25"/>
                </p:custDataLst>
              </p:nvPr>
            </p:nvSpPr>
            <p:spPr>
              <a:xfrm>
                <a:off x="576" y="0"/>
                <a:ext cx="0" cy="1056"/>
              </a:xfrm>
              <a:prstGeom prst="line">
                <a:avLst/>
              </a:prstGeom>
              <a:ln w="9525" cap="flat" cmpd="sng">
                <a:solidFill>
                  <a:schemeClr val="dk1"/>
                </a:solidFill>
                <a:prstDash val="solid"/>
                <a:headEnd type="none" w="med" len="med"/>
                <a:tailEnd type="none" w="med" len="med"/>
              </a:ln>
            </p:spPr>
          </p:sp>
          <p:sp>
            <p:nvSpPr>
              <p:cNvPr id="7" name="直接连接符 6"/>
              <p:cNvSpPr/>
              <p:nvPr>
                <p:custDataLst>
                  <p:tags r:id="rId26"/>
                </p:custDataLst>
              </p:nvPr>
            </p:nvSpPr>
            <p:spPr>
              <a:xfrm>
                <a:off x="768" y="0"/>
                <a:ext cx="0" cy="1056"/>
              </a:xfrm>
              <a:prstGeom prst="line">
                <a:avLst/>
              </a:prstGeom>
              <a:ln w="9525" cap="flat" cmpd="sng">
                <a:solidFill>
                  <a:schemeClr val="dk1"/>
                </a:solidFill>
                <a:prstDash val="solid"/>
                <a:headEnd type="none" w="med" len="med"/>
                <a:tailEnd type="none" w="med" len="med"/>
              </a:ln>
            </p:spPr>
          </p:sp>
          <p:sp>
            <p:nvSpPr>
              <p:cNvPr id="8" name="直接连接符 7"/>
              <p:cNvSpPr/>
              <p:nvPr>
                <p:custDataLst>
                  <p:tags r:id="rId27"/>
                </p:custDataLst>
              </p:nvPr>
            </p:nvSpPr>
            <p:spPr>
              <a:xfrm>
                <a:off x="960" y="0"/>
                <a:ext cx="0" cy="1056"/>
              </a:xfrm>
              <a:prstGeom prst="line">
                <a:avLst/>
              </a:prstGeom>
              <a:ln w="9525" cap="flat" cmpd="sng">
                <a:solidFill>
                  <a:schemeClr val="dk1"/>
                </a:solidFill>
                <a:prstDash val="solid"/>
                <a:headEnd type="none" w="med" len="med"/>
                <a:tailEnd type="none" w="med" len="med"/>
              </a:ln>
            </p:spPr>
          </p:sp>
          <p:sp>
            <p:nvSpPr>
              <p:cNvPr id="9" name="直接连接符 8"/>
              <p:cNvSpPr/>
              <p:nvPr>
                <p:custDataLst>
                  <p:tags r:id="rId28"/>
                </p:custDataLst>
              </p:nvPr>
            </p:nvSpPr>
            <p:spPr>
              <a:xfrm>
                <a:off x="1152" y="0"/>
                <a:ext cx="0" cy="1056"/>
              </a:xfrm>
              <a:prstGeom prst="line">
                <a:avLst/>
              </a:prstGeom>
              <a:ln w="9525" cap="flat" cmpd="sng">
                <a:solidFill>
                  <a:schemeClr val="dk1"/>
                </a:solidFill>
                <a:prstDash val="solid"/>
                <a:headEnd type="none" w="med" len="med"/>
                <a:tailEnd type="none" w="med" len="med"/>
              </a:ln>
            </p:spPr>
          </p:sp>
          <p:sp>
            <p:nvSpPr>
              <p:cNvPr id="10" name="直接连接符 9"/>
              <p:cNvSpPr/>
              <p:nvPr>
                <p:custDataLst>
                  <p:tags r:id="rId29"/>
                </p:custDataLst>
              </p:nvPr>
            </p:nvSpPr>
            <p:spPr>
              <a:xfrm>
                <a:off x="1344" y="0"/>
                <a:ext cx="0" cy="1056"/>
              </a:xfrm>
              <a:prstGeom prst="line">
                <a:avLst/>
              </a:prstGeom>
              <a:ln w="9525" cap="flat" cmpd="sng">
                <a:solidFill>
                  <a:schemeClr val="dk1"/>
                </a:solidFill>
                <a:prstDash val="solid"/>
                <a:headEnd type="none" w="med" len="med"/>
                <a:tailEnd type="none" w="med" len="med"/>
              </a:ln>
            </p:spPr>
          </p:sp>
          <p:sp>
            <p:nvSpPr>
              <p:cNvPr id="11" name="直接连接符 10"/>
              <p:cNvSpPr/>
              <p:nvPr>
                <p:custDataLst>
                  <p:tags r:id="rId30"/>
                </p:custDataLst>
              </p:nvPr>
            </p:nvSpPr>
            <p:spPr>
              <a:xfrm>
                <a:off x="1536" y="0"/>
                <a:ext cx="0" cy="1056"/>
              </a:xfrm>
              <a:prstGeom prst="line">
                <a:avLst/>
              </a:prstGeom>
              <a:ln w="9525" cap="flat" cmpd="sng">
                <a:solidFill>
                  <a:schemeClr val="dk1"/>
                </a:solidFill>
                <a:prstDash val="solid"/>
                <a:headEnd type="none" w="med" len="med"/>
                <a:tailEnd type="none" w="med" len="med"/>
              </a:ln>
            </p:spPr>
          </p:sp>
          <p:sp>
            <p:nvSpPr>
              <p:cNvPr id="12" name="直接连接符 11"/>
              <p:cNvSpPr/>
              <p:nvPr>
                <p:custDataLst>
                  <p:tags r:id="rId31"/>
                </p:custDataLst>
              </p:nvPr>
            </p:nvSpPr>
            <p:spPr>
              <a:xfrm>
                <a:off x="1728" y="0"/>
                <a:ext cx="0" cy="1056"/>
              </a:xfrm>
              <a:prstGeom prst="line">
                <a:avLst/>
              </a:prstGeom>
              <a:ln w="9525" cap="flat" cmpd="sng">
                <a:solidFill>
                  <a:schemeClr val="dk1"/>
                </a:solidFill>
                <a:prstDash val="solid"/>
                <a:headEnd type="none" w="med" len="med"/>
                <a:tailEnd type="none" w="med" len="med"/>
              </a:ln>
            </p:spPr>
          </p:sp>
          <p:sp>
            <p:nvSpPr>
              <p:cNvPr id="13" name="直接连接符 12"/>
              <p:cNvSpPr/>
              <p:nvPr>
                <p:custDataLst>
                  <p:tags r:id="rId32"/>
                </p:custDataLst>
              </p:nvPr>
            </p:nvSpPr>
            <p:spPr>
              <a:xfrm>
                <a:off x="0" y="0"/>
                <a:ext cx="0" cy="1056"/>
              </a:xfrm>
              <a:prstGeom prst="line">
                <a:avLst/>
              </a:prstGeom>
              <a:ln w="9525" cap="flat" cmpd="sng">
                <a:solidFill>
                  <a:schemeClr val="dk1"/>
                </a:solidFill>
                <a:prstDash val="solid"/>
                <a:headEnd type="none" w="med" len="med"/>
                <a:tailEnd type="none" w="med" len="med"/>
              </a:ln>
            </p:spPr>
          </p:sp>
          <p:sp>
            <p:nvSpPr>
              <p:cNvPr id="14" name="直接连接符 13"/>
              <p:cNvSpPr/>
              <p:nvPr>
                <p:custDataLst>
                  <p:tags r:id="rId33"/>
                </p:custDataLst>
              </p:nvPr>
            </p:nvSpPr>
            <p:spPr>
              <a:xfrm>
                <a:off x="192" y="0"/>
                <a:ext cx="0" cy="1056"/>
              </a:xfrm>
              <a:prstGeom prst="line">
                <a:avLst/>
              </a:prstGeom>
              <a:ln w="9525" cap="flat" cmpd="sng">
                <a:solidFill>
                  <a:schemeClr val="dk1"/>
                </a:solidFill>
                <a:prstDash val="solid"/>
                <a:headEnd type="none" w="med" len="med"/>
                <a:tailEnd type="none" w="med" len="med"/>
              </a:ln>
            </p:spPr>
          </p:sp>
        </p:grpSp>
        <p:sp>
          <p:nvSpPr>
            <p:cNvPr id="15" name="矩形 14"/>
            <p:cNvSpPr/>
            <p:nvPr>
              <p:custDataLst>
                <p:tags r:id="rId23"/>
              </p:custDataLst>
            </p:nvPr>
          </p:nvSpPr>
          <p:spPr>
            <a:xfrm>
              <a:off x="0" y="0"/>
              <a:ext cx="2208" cy="192"/>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endParaRPr sz="1345" b="0">
                <a:solidFill>
                  <a:schemeClr val="accent1"/>
                </a:solidFill>
                <a:latin typeface="微软雅黑" panose="020B0503020204020204" charset="-122"/>
                <a:ea typeface="微软雅黑" panose="020B0503020204020204" charset="-122"/>
              </a:endParaRPr>
            </a:p>
          </p:txBody>
        </p:sp>
      </p:grpSp>
      <p:grpSp>
        <p:nvGrpSpPr>
          <p:cNvPr id="16" name="组合 15"/>
          <p:cNvGrpSpPr/>
          <p:nvPr/>
        </p:nvGrpSpPr>
        <p:grpSpPr>
          <a:xfrm>
            <a:off x="2378117" y="1474033"/>
            <a:ext cx="1482231" cy="767245"/>
            <a:chOff x="0" y="0"/>
            <a:chExt cx="2256" cy="1168"/>
          </a:xfrm>
        </p:grpSpPr>
        <p:grpSp>
          <p:nvGrpSpPr>
            <p:cNvPr id="17" name="组合 16"/>
            <p:cNvGrpSpPr/>
            <p:nvPr/>
          </p:nvGrpSpPr>
          <p:grpSpPr>
            <a:xfrm>
              <a:off x="0" y="192"/>
              <a:ext cx="2032" cy="976"/>
              <a:chOff x="0" y="0"/>
              <a:chExt cx="2032" cy="976"/>
            </a:xfrm>
          </p:grpSpPr>
          <p:sp>
            <p:nvSpPr>
              <p:cNvPr id="18" name="未知"/>
              <p:cNvSpPr/>
              <p:nvPr>
                <p:custDataLst>
                  <p:tags r:id="rId13"/>
                </p:custDataLst>
              </p:nvPr>
            </p:nvSpPr>
            <p:spPr>
              <a:xfrm>
                <a:off x="0" y="0"/>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19" name="未知"/>
              <p:cNvSpPr/>
              <p:nvPr>
                <p:custDataLst>
                  <p:tags r:id="rId14"/>
                </p:custDataLst>
              </p:nvPr>
            </p:nvSpPr>
            <p:spPr>
              <a:xfrm>
                <a:off x="192" y="0"/>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0" name="未知"/>
              <p:cNvSpPr/>
              <p:nvPr>
                <p:custDataLst>
                  <p:tags r:id="rId15"/>
                </p:custDataLst>
              </p:nvPr>
            </p:nvSpPr>
            <p:spPr>
              <a:xfrm>
                <a:off x="376" y="16"/>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1" name="未知"/>
              <p:cNvSpPr/>
              <p:nvPr>
                <p:custDataLst>
                  <p:tags r:id="rId16"/>
                </p:custDataLst>
              </p:nvPr>
            </p:nvSpPr>
            <p:spPr>
              <a:xfrm>
                <a:off x="568" y="16"/>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2" name="未知"/>
              <p:cNvSpPr/>
              <p:nvPr>
                <p:custDataLst>
                  <p:tags r:id="rId17"/>
                </p:custDataLst>
              </p:nvPr>
            </p:nvSpPr>
            <p:spPr>
              <a:xfrm>
                <a:off x="768" y="0"/>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3" name="未知"/>
              <p:cNvSpPr/>
              <p:nvPr>
                <p:custDataLst>
                  <p:tags r:id="rId18"/>
                </p:custDataLst>
              </p:nvPr>
            </p:nvSpPr>
            <p:spPr>
              <a:xfrm>
                <a:off x="952" y="16"/>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4" name="未知"/>
              <p:cNvSpPr/>
              <p:nvPr>
                <p:custDataLst>
                  <p:tags r:id="rId19"/>
                </p:custDataLst>
              </p:nvPr>
            </p:nvSpPr>
            <p:spPr>
              <a:xfrm>
                <a:off x="1144" y="16"/>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5" name="未知"/>
              <p:cNvSpPr/>
              <p:nvPr>
                <p:custDataLst>
                  <p:tags r:id="rId20"/>
                </p:custDataLst>
              </p:nvPr>
            </p:nvSpPr>
            <p:spPr>
              <a:xfrm>
                <a:off x="1368" y="0"/>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6" name="未知"/>
              <p:cNvSpPr/>
              <p:nvPr>
                <p:custDataLst>
                  <p:tags r:id="rId21"/>
                </p:custDataLst>
              </p:nvPr>
            </p:nvSpPr>
            <p:spPr>
              <a:xfrm>
                <a:off x="1552" y="16"/>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27" name="未知"/>
              <p:cNvSpPr/>
              <p:nvPr>
                <p:custDataLst>
                  <p:tags r:id="rId22"/>
                </p:custDataLst>
              </p:nvPr>
            </p:nvSpPr>
            <p:spPr>
              <a:xfrm>
                <a:off x="1744" y="16"/>
                <a:ext cx="288" cy="960"/>
              </a:xfrm>
              <a:custGeom>
                <a:avLst/>
                <a:gdLst/>
                <a:ahLst/>
                <a:cxnLst/>
                <a:rect l="0" t="0" r="0" b="0"/>
                <a:pathLst>
                  <a:path w="288" h="960">
                    <a:moveTo>
                      <a:pt x="288" y="0"/>
                    </a:moveTo>
                    <a:cubicBezTo>
                      <a:pt x="276" y="92"/>
                      <a:pt x="264" y="184"/>
                      <a:pt x="240" y="288"/>
                    </a:cubicBezTo>
                    <a:cubicBezTo>
                      <a:pt x="216" y="392"/>
                      <a:pt x="184" y="512"/>
                      <a:pt x="144" y="624"/>
                    </a:cubicBezTo>
                    <a:cubicBezTo>
                      <a:pt x="104" y="736"/>
                      <a:pt x="52" y="848"/>
                      <a:pt x="0" y="960"/>
                    </a:cubicBezTo>
                  </a:path>
                </a:pathLst>
              </a:custGeom>
              <a:noFill/>
              <a:ln w="9525" cap="flat" cmpd="sng">
                <a:solidFill>
                  <a:schemeClr val="dk1"/>
                </a:solidFill>
                <a:prstDash val="solid"/>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grpSp>
        <p:sp>
          <p:nvSpPr>
            <p:cNvPr id="28" name="矩形 27"/>
            <p:cNvSpPr/>
            <p:nvPr>
              <p:custDataLst>
                <p:tags r:id="rId12"/>
              </p:custDataLst>
            </p:nvPr>
          </p:nvSpPr>
          <p:spPr>
            <a:xfrm>
              <a:off x="48" y="0"/>
              <a:ext cx="2208" cy="192"/>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endParaRPr sz="1345" b="0">
                <a:solidFill>
                  <a:schemeClr val="accent1"/>
                </a:solidFill>
                <a:latin typeface="微软雅黑" panose="020B0503020204020204" charset="-122"/>
                <a:ea typeface="微软雅黑" panose="020B0503020204020204" charset="-122"/>
              </a:endParaRPr>
            </a:p>
          </p:txBody>
        </p:sp>
      </p:grpSp>
      <p:sp>
        <p:nvSpPr>
          <p:cNvPr id="29" name="直接连接符 28"/>
          <p:cNvSpPr/>
          <p:nvPr>
            <p:custDataLst>
              <p:tags r:id="rId2"/>
            </p:custDataLst>
          </p:nvPr>
        </p:nvSpPr>
        <p:spPr>
          <a:xfrm>
            <a:off x="1694011" y="2272157"/>
            <a:ext cx="4788747" cy="0"/>
          </a:xfrm>
          <a:prstGeom prst="line">
            <a:avLst/>
          </a:prstGeom>
          <a:ln w="76200" cap="flat" cmpd="sng">
            <a:solidFill>
              <a:schemeClr val="dk1"/>
            </a:solidFill>
            <a:prstDash val="solid"/>
            <a:headEnd type="none" w="med" len="med"/>
            <a:tailEnd type="none" w="med" len="med"/>
          </a:ln>
        </p:spPr>
      </p:sp>
      <p:grpSp>
        <p:nvGrpSpPr>
          <p:cNvPr id="30" name="组合 29"/>
          <p:cNvGrpSpPr/>
          <p:nvPr/>
        </p:nvGrpSpPr>
        <p:grpSpPr>
          <a:xfrm>
            <a:off x="5057535" y="903944"/>
            <a:ext cx="855133" cy="414502"/>
            <a:chOff x="0" y="0"/>
            <a:chExt cx="720" cy="349"/>
          </a:xfrm>
        </p:grpSpPr>
        <p:sp>
          <p:nvSpPr>
            <p:cNvPr id="31" name="直接连接符 30"/>
            <p:cNvSpPr/>
            <p:nvPr>
              <p:custDataLst>
                <p:tags r:id="rId10"/>
              </p:custDataLst>
            </p:nvPr>
          </p:nvSpPr>
          <p:spPr>
            <a:xfrm>
              <a:off x="0" y="348"/>
              <a:ext cx="720" cy="0"/>
            </a:xfrm>
            <a:prstGeom prst="line">
              <a:avLst/>
            </a:prstGeom>
            <a:ln w="38100">
              <a:solidFill>
                <a:srgbClr val="00B050"/>
              </a:solidFill>
              <a:headEnd type="none" w="med" len="med"/>
              <a:tailEnd type="triangle" w="med" len="med"/>
            </a:ln>
          </p:spPr>
          <p:style>
            <a:lnRef idx="2">
              <a:schemeClr val="accent2"/>
            </a:lnRef>
            <a:fillRef idx="0">
              <a:schemeClr val="accent2"/>
            </a:fillRef>
            <a:effectRef idx="1">
              <a:schemeClr val="accent2"/>
            </a:effectRef>
            <a:fontRef idx="minor">
              <a:schemeClr val="tx1"/>
            </a:fontRef>
          </p:style>
        </p:sp>
        <p:sp>
          <p:nvSpPr>
            <p:cNvPr id="32" name="文本框 31"/>
            <p:cNvSpPr txBox="1"/>
            <p:nvPr>
              <p:custDataLst>
                <p:tags r:id="rId11"/>
              </p:custDataLst>
            </p:nvPr>
          </p:nvSpPr>
          <p:spPr>
            <a:xfrm>
              <a:off x="230" y="0"/>
              <a:ext cx="272" cy="349"/>
            </a:xfrm>
            <a:prstGeom prst="rect">
              <a:avLst/>
            </a:prstGeom>
            <a:noFill/>
            <a:ln w="9525">
              <a:noFill/>
            </a:ln>
          </p:spPr>
          <p:txBody>
            <a:bodyPr wrap="none" anchor="t">
              <a:spAutoFit/>
            </a:bodyPr>
            <a:lstStyle/>
            <a:p>
              <a:r>
                <a:rPr lang="en-US" altLang="zh-CN" sz="2095" b="0">
                  <a:solidFill>
                    <a:schemeClr val="dk1"/>
                  </a:solidFill>
                  <a:latin typeface="微软雅黑" panose="020B0503020204020204" charset="-122"/>
                  <a:ea typeface="微软雅黑" panose="020B0503020204020204" charset="-122"/>
                </a:rPr>
                <a:t>v</a:t>
              </a:r>
            </a:p>
          </p:txBody>
        </p:sp>
      </p:grpSp>
      <p:grpSp>
        <p:nvGrpSpPr>
          <p:cNvPr id="33" name="组合 32"/>
          <p:cNvGrpSpPr/>
          <p:nvPr/>
        </p:nvGrpSpPr>
        <p:grpSpPr>
          <a:xfrm>
            <a:off x="3575304" y="1835089"/>
            <a:ext cx="1640194" cy="414502"/>
            <a:chOff x="0" y="0"/>
            <a:chExt cx="1381" cy="349"/>
          </a:xfrm>
        </p:grpSpPr>
        <p:sp>
          <p:nvSpPr>
            <p:cNvPr id="34" name="直接连接符 33"/>
            <p:cNvSpPr/>
            <p:nvPr>
              <p:custDataLst>
                <p:tags r:id="rId8"/>
              </p:custDataLst>
            </p:nvPr>
          </p:nvSpPr>
          <p:spPr>
            <a:xfrm flipH="1">
              <a:off x="229" y="336"/>
              <a:ext cx="1152" cy="0"/>
            </a:xfrm>
            <a:prstGeom prst="line">
              <a:avLst/>
            </a:prstGeom>
            <a:ln w="38100" cap="flat" cmpd="sng">
              <a:solidFill>
                <a:srgbClr val="FF0000"/>
              </a:solidFill>
              <a:prstDash val="solid"/>
              <a:headEnd type="none" w="med" len="med"/>
              <a:tailEnd type="triangle" w="med" len="med"/>
            </a:ln>
          </p:spPr>
        </p:sp>
        <p:sp>
          <p:nvSpPr>
            <p:cNvPr id="35" name="文本框 34"/>
            <p:cNvSpPr txBox="1"/>
            <p:nvPr>
              <p:custDataLst>
                <p:tags r:id="rId9"/>
              </p:custDataLst>
            </p:nvPr>
          </p:nvSpPr>
          <p:spPr>
            <a:xfrm>
              <a:off x="0" y="0"/>
              <a:ext cx="232" cy="349"/>
            </a:xfrm>
            <a:prstGeom prst="rect">
              <a:avLst/>
            </a:prstGeom>
            <a:noFill/>
            <a:ln w="9525">
              <a:noFill/>
            </a:ln>
          </p:spPr>
          <p:txBody>
            <a:bodyPr wrap="none" anchor="t">
              <a:spAutoFit/>
            </a:bodyPr>
            <a:lstStyle/>
            <a:p>
              <a:r>
                <a:rPr lang="en-US" altLang="zh-CN" sz="2095">
                  <a:solidFill>
                    <a:srgbClr val="FF0000"/>
                  </a:solidFill>
                  <a:latin typeface="微软雅黑" panose="020B0503020204020204" charset="-122"/>
                  <a:ea typeface="微软雅黑" panose="020B0503020204020204" charset="-122"/>
                </a:rPr>
                <a:t>f</a:t>
              </a:r>
            </a:p>
          </p:txBody>
        </p:sp>
      </p:grpSp>
      <p:sp>
        <p:nvSpPr>
          <p:cNvPr id="36" name="矩形 35"/>
          <p:cNvSpPr/>
          <p:nvPr>
            <p:custDataLst>
              <p:tags r:id="rId3"/>
            </p:custDataLst>
          </p:nvPr>
        </p:nvSpPr>
        <p:spPr>
          <a:xfrm>
            <a:off x="613874" y="3093263"/>
            <a:ext cx="3591560" cy="1916427"/>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lnSpc>
                <a:spcPct val="150000"/>
              </a:lnSpc>
              <a:buNone/>
            </a:pPr>
            <a:r>
              <a:rPr lang="zh-CN" altLang="en-US" sz="2000" b="1" dirty="0">
                <a:solidFill>
                  <a:schemeClr val="tx1"/>
                </a:solidFill>
                <a:effectLst/>
                <a:latin typeface="宋体" panose="02010600030101010101" pitchFamily="2" charset="-122"/>
                <a:cs typeface="微软雅黑" panose="020B0503020204020204" charset="-122"/>
              </a:rPr>
              <a:t>    与物体</a:t>
            </a:r>
            <a:r>
              <a:rPr lang="zh-CN" altLang="en-US" sz="2000" b="1" dirty="0">
                <a:solidFill>
                  <a:srgbClr val="FF0000"/>
                </a:solidFill>
                <a:effectLst/>
                <a:latin typeface="宋体" panose="02010600030101010101" pitchFamily="2" charset="-122"/>
                <a:cs typeface="微软雅黑" panose="020B0503020204020204" charset="-122"/>
              </a:rPr>
              <a:t>相对运动</a:t>
            </a:r>
            <a:r>
              <a:rPr lang="zh-CN" altLang="en-US" sz="2000" b="1" dirty="0">
                <a:solidFill>
                  <a:schemeClr val="tx1"/>
                </a:solidFill>
                <a:effectLst/>
                <a:latin typeface="宋体" panose="02010600030101010101" pitchFamily="2" charset="-122"/>
                <a:cs typeface="微软雅黑" panose="020B0503020204020204" charset="-122"/>
              </a:rPr>
              <a:t>的方向相反，与接触面</a:t>
            </a:r>
            <a:r>
              <a:rPr lang="zh-CN" altLang="en-US" sz="2000" b="1" dirty="0">
                <a:solidFill>
                  <a:srgbClr val="00B0F0"/>
                </a:solidFill>
                <a:effectLst/>
                <a:latin typeface="宋体" panose="02010600030101010101" pitchFamily="2" charset="-122"/>
                <a:cs typeface="微软雅黑" panose="020B0503020204020204" charset="-122"/>
              </a:rPr>
              <a:t>相切</a:t>
            </a:r>
            <a:r>
              <a:rPr lang="zh-CN" altLang="en-US" sz="2000" b="1" dirty="0">
                <a:solidFill>
                  <a:schemeClr val="tx1"/>
                </a:solidFill>
                <a:effectLst/>
                <a:latin typeface="宋体" panose="02010600030101010101" pitchFamily="2" charset="-122"/>
                <a:cs typeface="微软雅黑" panose="020B0503020204020204" charset="-122"/>
              </a:rPr>
              <a:t>。与运动方向无关，注意参考系。</a:t>
            </a:r>
          </a:p>
        </p:txBody>
      </p:sp>
      <p:cxnSp>
        <p:nvCxnSpPr>
          <p:cNvPr id="45" name="直接连接符 44"/>
          <p:cNvCxnSpPr/>
          <p:nvPr/>
        </p:nvCxnSpPr>
        <p:spPr>
          <a:xfrm>
            <a:off x="-8255" y="715010"/>
            <a:ext cx="4293235" cy="698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48" name="圆角矩形 47">
            <a:hlinkClick r:id="" action="ppaction://noaction"/>
          </p:cNvPr>
          <p:cNvSpPr/>
          <p:nvPr>
            <p:custDataLst>
              <p:tags r:id="rId4"/>
            </p:custDataLst>
          </p:nvPr>
        </p:nvSpPr>
        <p:spPr>
          <a:xfrm>
            <a:off x="0" y="22860"/>
            <a:ext cx="32499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49" name="TextBox 14">
            <a:hlinkClick r:id="" action="ppaction://noaction"/>
          </p:cNvPr>
          <p:cNvSpPr txBox="1">
            <a:spLocks noChangeArrowheads="1"/>
          </p:cNvSpPr>
          <p:nvPr>
            <p:custDataLst>
              <p:tags r:id="rId5"/>
            </p:custDataLst>
          </p:nvPr>
        </p:nvSpPr>
        <p:spPr bwMode="auto">
          <a:xfrm>
            <a:off x="16510" y="125095"/>
            <a:ext cx="3360420" cy="458470"/>
          </a:xfrm>
          <a:prstGeom prst="rect">
            <a:avLst/>
          </a:prstGeom>
          <a:noFill/>
          <a:ln w="9525">
            <a:noFill/>
            <a:miter lim="800000"/>
          </a:ln>
        </p:spPr>
        <p:txBody>
          <a:bodyPr wrap="square">
            <a:spAutoFit/>
          </a:bodyPr>
          <a:lstStyle/>
          <a:p>
            <a:r>
              <a:rPr lang="zh-CN" altLang="en-US" sz="2390" b="1" dirty="0">
                <a:solidFill>
                  <a:schemeClr val="bg1"/>
                </a:solidFill>
                <a:latin typeface="宋体" panose="02010600030101010101" pitchFamily="2" charset="-122"/>
                <a:ea typeface="宋体" panose="02010600030101010101" pitchFamily="2" charset="-122"/>
              </a:rPr>
              <a:t>滑动摩擦力的方向</a:t>
            </a:r>
          </a:p>
        </p:txBody>
      </p:sp>
      <p:pic>
        <p:nvPicPr>
          <p:cNvPr id="55303" name="图片 5" descr="摩擦力与传送带 (3)"/>
          <p:cNvPicPr>
            <a:picLocks noChangeAspect="1" noChangeArrowheads="1"/>
          </p:cNvPicPr>
          <p:nvPr>
            <p:custDataLst>
              <p:tags r:id="rId6"/>
            </p:custDataLst>
          </p:nvPr>
        </p:nvPicPr>
        <p:blipFill>
          <a:blip r:embed="rId35"/>
          <a:stretch>
            <a:fillRect/>
          </a:stretch>
        </p:blipFill>
        <p:spPr bwMode="auto">
          <a:xfrm>
            <a:off x="4572000" y="2565400"/>
            <a:ext cx="3698875" cy="1916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8EDA097-6119-B8E8-79FC-C4B44322C9D5}"/>
              </a:ext>
            </a:extLst>
          </p:cNvPr>
          <p:cNvSpPr/>
          <p:nvPr>
            <p:custDataLst>
              <p:tags r:id="rId7"/>
            </p:custDataLst>
          </p:nvPr>
        </p:nvSpPr>
        <p:spPr>
          <a:xfrm>
            <a:off x="442585" y="2506435"/>
            <a:ext cx="3762849" cy="1003300"/>
          </a:xfrm>
          <a:prstGeom prst="rect">
            <a:avLst/>
          </a:prstGeom>
          <a:noFill/>
          <a:ln w="9525">
            <a:noFill/>
          </a:ln>
        </p:spPr>
        <p:txBody>
          <a:bodyPr/>
          <a:lstStyle>
            <a:lvl1pPr marL="342900" lvl="0" indent="-342900" algn="l" defTabSz="91440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r>
              <a:rPr lang="zh-CN" altLang="en-US" sz="1800" b="1" dirty="0">
                <a:solidFill>
                  <a:srgbClr val="00B0F0"/>
                </a:solidFill>
                <a:latin typeface="微软雅黑" panose="020B0503020204020204" charset="-122"/>
                <a:ea typeface="微软雅黑" panose="020B0503020204020204" charset="-122"/>
                <a:cs typeface="微软雅黑" panose="020B0503020204020204" charset="-122"/>
              </a:rPr>
              <a:t>思考：</a:t>
            </a:r>
            <a:r>
              <a:rPr lang="zh-CN" altLang="en-US" sz="1800" b="1" dirty="0">
                <a:solidFill>
                  <a:schemeClr val="dk1"/>
                </a:solidFill>
                <a:latin typeface="微软雅黑" panose="020B0503020204020204" charset="-122"/>
                <a:ea typeface="微软雅黑" panose="020B0503020204020204" charset="-122"/>
                <a:cs typeface="微软雅黑" panose="020B0503020204020204" charset="-122"/>
              </a:rPr>
              <a:t>滑动摩擦力的方向能否与物体运动方向相同？</a:t>
            </a:r>
          </a:p>
        </p:txBody>
      </p:sp>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3"/>
                                        </p:tgtEl>
                                        <p:attrNameLst>
                                          <p:attrName>style.opacity</p:attrName>
                                        </p:attrNameLst>
                                      </p:cBhvr>
                                      <p:to>
                                        <p:strVal val="0"/>
                                      </p:to>
                                    </p:set>
                                    <p:animEffect filter="image" prLst="opacity: 0">
                                      <p:cBhvr rctx="IE">
                                        <p:cTn id="7" dur="indefinite"/>
                                        <p:tgtEl>
                                          <p:spTgt spid="3"/>
                                        </p:tgtEl>
                                      </p:cBhvr>
                                    </p:animEffect>
                                  </p:childTnLst>
                                </p:cTn>
                              </p:par>
                            </p:childTnLst>
                          </p:cTn>
                        </p:par>
                        <p:par>
                          <p:cTn id="8" fill="hold">
                            <p:stCondLst>
                              <p:cond delay="0"/>
                            </p:stCondLst>
                            <p:childTnLst>
                              <p:par>
                                <p:cTn id="9" presetID="1"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par>
                          <p:cTn id="11" fill="hold">
                            <p:stCondLst>
                              <p:cond delay="0"/>
                            </p:stCondLst>
                            <p:childTnLst>
                              <p:par>
                                <p:cTn id="12" presetID="63" presetClass="path" presetSubtype="0" fill="hold" nodeType="afterEffect">
                                  <p:stCondLst>
                                    <p:cond delay="0"/>
                                  </p:stCondLst>
                                  <p:childTnLst>
                                    <p:animMotion origin="layout" path="M 0 0  L 0.25 0  E" pathEditMode="relative" ptsTypes="">
                                      <p:cBhvr>
                                        <p:cTn id="13" dur="3000" fill="hold"/>
                                        <p:tgtEl>
                                          <p:spTgt spid="16"/>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29" presetClass="entr" presetSubtype="0" fill="hold" nodeType="click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p:cTn id="18" dur="1000" fill="hold"/>
                                        <p:tgtEl>
                                          <p:spTgt spid="30"/>
                                        </p:tgtEl>
                                        <p:attrNameLst>
                                          <p:attrName>ppt_x</p:attrName>
                                        </p:attrNameLst>
                                      </p:cBhvr>
                                      <p:tavLst>
                                        <p:tav tm="0">
                                          <p:val>
                                            <p:strVal val="#ppt_x-.2"/>
                                          </p:val>
                                        </p:tav>
                                        <p:tav tm="100000">
                                          <p:val>
                                            <p:strVal val="#ppt_x"/>
                                          </p:val>
                                        </p:tav>
                                      </p:tavLst>
                                    </p:anim>
                                    <p:anim calcmode="lin" valueType="num">
                                      <p:cBhvr>
                                        <p:cTn id="19" dur="1000" fill="hold"/>
                                        <p:tgtEl>
                                          <p:spTgt spid="30"/>
                                        </p:tgtEl>
                                        <p:attrNameLst>
                                          <p:attrName>ppt_y</p:attrName>
                                        </p:attrNameLst>
                                      </p:cBhvr>
                                      <p:tavLst>
                                        <p:tav tm="0">
                                          <p:val>
                                            <p:strVal val="#ppt_y"/>
                                          </p:val>
                                        </p:tav>
                                        <p:tav tm="100000">
                                          <p:val>
                                            <p:strVal val="#ppt_y"/>
                                          </p:val>
                                        </p:tav>
                                      </p:tavLst>
                                    </p:anim>
                                    <p:animEffect transition="in" filter="wipe(right)" prLst="gradientSize: 0.1">
                                      <p:cBhvr>
                                        <p:cTn id="20" dur="10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anim calcmode="lin" valueType="num">
                                      <p:cBhvr>
                                        <p:cTn id="25" dur="1000" fill="hold"/>
                                        <p:tgtEl>
                                          <p:spTgt spid="33"/>
                                        </p:tgtEl>
                                        <p:attrNameLst>
                                          <p:attrName>ppt_w</p:attrName>
                                        </p:attrNameLst>
                                      </p:cBhvr>
                                      <p:tavLst>
                                        <p:tav tm="0">
                                          <p:val>
                                            <p:strVal val="#ppt_w*0.70"/>
                                          </p:val>
                                        </p:tav>
                                        <p:tav tm="100000">
                                          <p:val>
                                            <p:strVal val="#ppt_w"/>
                                          </p:val>
                                        </p:tav>
                                      </p:tavLst>
                                    </p:anim>
                                    <p:anim calcmode="lin" valueType="num">
                                      <p:cBhvr>
                                        <p:cTn id="26" dur="1000" fill="hold"/>
                                        <p:tgtEl>
                                          <p:spTgt spid="33"/>
                                        </p:tgtEl>
                                        <p:attrNameLst>
                                          <p:attrName>ppt_h</p:attrName>
                                        </p:attrNameLst>
                                      </p:cBhvr>
                                      <p:tavLst>
                                        <p:tav tm="0">
                                          <p:val>
                                            <p:strVal val="#ppt_h"/>
                                          </p:val>
                                        </p:tav>
                                        <p:tav tm="100000">
                                          <p:val>
                                            <p:strVal val="#ppt_h"/>
                                          </p:val>
                                        </p:tav>
                                      </p:tavLst>
                                    </p:anim>
                                    <p:animEffect transition="in" filter="fade">
                                      <p:cBhvr>
                                        <p:cTn id="27" dur="10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41" presetClass="entr" presetSubtype="0" fill="hold" grpId="0" nodeType="clickEffect">
                                  <p:stCondLst>
                                    <p:cond delay="0"/>
                                  </p:stCondLst>
                                  <p:iterate type="lt">
                                    <p:tmPct val="10000"/>
                                  </p:iterate>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2"/>
                                        </p:tgtEl>
                                        <p:attrNameLst>
                                          <p:attrName>ppt_y</p:attrName>
                                        </p:attrNameLst>
                                      </p:cBhvr>
                                      <p:tavLst>
                                        <p:tav tm="0">
                                          <p:val>
                                            <p:strVal val="#ppt_y"/>
                                          </p:val>
                                        </p:tav>
                                        <p:tav tm="100000">
                                          <p:val>
                                            <p:strVal val="#ppt_y"/>
                                          </p:val>
                                        </p:tav>
                                      </p:tavLst>
                                    </p:anim>
                                    <p:anim calcmode="lin" valueType="num">
                                      <p:cBhvr>
                                        <p:cTn id="34"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36" dur="500" tmFilter="0,0; .5, 1; 1, 1"/>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5303"/>
                                        </p:tgtEl>
                                        <p:attrNameLst>
                                          <p:attrName>style.visibility</p:attrName>
                                        </p:attrNameLst>
                                      </p:cBhvr>
                                      <p:to>
                                        <p:strVal val="visible"/>
                                      </p:to>
                                    </p:set>
                                    <p:anim calcmode="lin" valueType="num">
                                      <p:cBhvr additive="base">
                                        <p:cTn id="41" dur="500" fill="hold"/>
                                        <p:tgtEl>
                                          <p:spTgt spid="55303"/>
                                        </p:tgtEl>
                                        <p:attrNameLst>
                                          <p:attrName>ppt_x</p:attrName>
                                        </p:attrNameLst>
                                      </p:cBhvr>
                                      <p:tavLst>
                                        <p:tav tm="0">
                                          <p:val>
                                            <p:strVal val="#ppt_x"/>
                                          </p:val>
                                        </p:tav>
                                        <p:tav tm="100000">
                                          <p:val>
                                            <p:strVal val="#ppt_x"/>
                                          </p:val>
                                        </p:tav>
                                      </p:tavLst>
                                    </p:anim>
                                    <p:anim calcmode="lin" valueType="num">
                                      <p:cBhvr additive="base">
                                        <p:cTn id="42" dur="500" fill="hold"/>
                                        <p:tgtEl>
                                          <p:spTgt spid="5530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 calcmode="lin" valueType="num">
                                      <p:cBhvr additive="base">
                                        <p:cTn id="47" dur="500" fill="hold"/>
                                        <p:tgtEl>
                                          <p:spTgt spid="36"/>
                                        </p:tgtEl>
                                        <p:attrNameLst>
                                          <p:attrName>ppt_x</p:attrName>
                                        </p:attrNameLst>
                                      </p:cBhvr>
                                      <p:tavLst>
                                        <p:tav tm="0">
                                          <p:val>
                                            <p:strVal val="#ppt_x"/>
                                          </p:val>
                                        </p:tav>
                                        <p:tav tm="100000">
                                          <p:val>
                                            <p:strVal val="#ppt_x"/>
                                          </p:val>
                                        </p:tav>
                                      </p:tavLst>
                                    </p:anim>
                                    <p:anim calcmode="lin" valueType="num">
                                      <p:cBhvr additive="base">
                                        <p:cTn id="4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6" grpId="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p:nvPr>
            <p:custDataLst>
              <p:tags r:id="rId2"/>
            </p:custDataLst>
          </p:nvPr>
        </p:nvSpPr>
        <p:spPr>
          <a:xfrm>
            <a:off x="1143000" y="1364615"/>
            <a:ext cx="6858000" cy="2306955"/>
          </a:xfrm>
          <a:prstGeom prst="rect">
            <a:avLst/>
          </a:prstGeom>
          <a:solidFill>
            <a:srgbClr val="FFFFFF">
              <a:alpha val="90999"/>
            </a:srgbClr>
          </a:solidFill>
          <a:ln w="38100" cap="flat" cmpd="sng">
            <a:noFill/>
            <a:prstDash val="lgDash"/>
            <a:miter/>
            <a:headEnd type="none" w="med" len="med"/>
            <a:tailEnd type="none" w="med" len="med"/>
          </a:ln>
        </p:spPr>
        <p:txBody>
          <a:bodyPr wrap="square">
            <a:spAutoFit/>
          </a:bodyPr>
          <a:lstStyle/>
          <a:p>
            <a:r>
              <a:rPr lang="zh-CN" altLang="en-US" sz="2395" b="0" dirty="0">
                <a:solidFill>
                  <a:schemeClr val="dk1"/>
                </a:solidFill>
                <a:effectLst/>
                <a:latin typeface="微软雅黑" panose="020B0503020204020204" charset="-122"/>
                <a:ea typeface="微软雅黑" panose="020B0503020204020204" charset="-122"/>
              </a:rPr>
              <a:t>画出下图中物体受到的摩擦力（接触面粗糙</a:t>
            </a:r>
            <a:r>
              <a:rPr lang="zh-CN" altLang="en-US" sz="2395" dirty="0">
                <a:solidFill>
                  <a:schemeClr val="dk1"/>
                </a:solidFill>
                <a:effectLst/>
                <a:latin typeface="微软雅黑" panose="020B0503020204020204" charset="-122"/>
                <a:ea typeface="微软雅黑" panose="020B0503020204020204" charset="-122"/>
              </a:rPr>
              <a:t>）</a:t>
            </a:r>
          </a:p>
          <a:p>
            <a:endParaRPr lang="zh-CN" altLang="en-US" sz="2395" dirty="0">
              <a:solidFill>
                <a:schemeClr val="dk1"/>
              </a:solidFill>
              <a:effectLst/>
              <a:latin typeface="微软雅黑" panose="020B0503020204020204" charset="-122"/>
              <a:ea typeface="微软雅黑" panose="020B0503020204020204" charset="-122"/>
            </a:endParaRPr>
          </a:p>
          <a:p>
            <a:endParaRPr lang="zh-CN" altLang="en-US" sz="2395" dirty="0">
              <a:solidFill>
                <a:schemeClr val="dk1"/>
              </a:solidFill>
              <a:effectLst/>
              <a:latin typeface="微软雅黑" panose="020B0503020204020204" charset="-122"/>
              <a:ea typeface="微软雅黑" panose="020B0503020204020204" charset="-122"/>
            </a:endParaRPr>
          </a:p>
          <a:p>
            <a:endParaRPr lang="zh-CN" altLang="en-US" sz="2395" dirty="0">
              <a:solidFill>
                <a:schemeClr val="dk1"/>
              </a:solidFill>
              <a:effectLst/>
              <a:latin typeface="微软雅黑" panose="020B0503020204020204" charset="-122"/>
              <a:ea typeface="微软雅黑" panose="020B0503020204020204" charset="-122"/>
            </a:endParaRPr>
          </a:p>
          <a:p>
            <a:endParaRPr lang="zh-CN" altLang="en-US" sz="2395" dirty="0">
              <a:solidFill>
                <a:schemeClr val="dk1"/>
              </a:solidFill>
              <a:effectLst/>
              <a:latin typeface="微软雅黑" panose="020B0503020204020204" charset="-122"/>
              <a:ea typeface="微软雅黑" panose="020B0503020204020204" charset="-122"/>
            </a:endParaRPr>
          </a:p>
          <a:p>
            <a:endParaRPr lang="zh-CN" altLang="en-US" sz="2395" dirty="0">
              <a:solidFill>
                <a:schemeClr val="dk1"/>
              </a:solidFill>
              <a:effectLst/>
              <a:latin typeface="微软雅黑" panose="020B0503020204020204" charset="-122"/>
              <a:ea typeface="微软雅黑" panose="020B0503020204020204" charset="-122"/>
            </a:endParaRPr>
          </a:p>
        </p:txBody>
      </p:sp>
      <p:grpSp>
        <p:nvGrpSpPr>
          <p:cNvPr id="27652" name="组合 27651"/>
          <p:cNvGrpSpPr/>
          <p:nvPr/>
        </p:nvGrpSpPr>
        <p:grpSpPr>
          <a:xfrm>
            <a:off x="1597897" y="2025907"/>
            <a:ext cx="1517862" cy="1029723"/>
            <a:chOff x="-1" y="58"/>
            <a:chExt cx="1278" cy="867"/>
          </a:xfrm>
        </p:grpSpPr>
        <p:grpSp>
          <p:nvGrpSpPr>
            <p:cNvPr id="27653" name="组合 27652"/>
            <p:cNvGrpSpPr/>
            <p:nvPr/>
          </p:nvGrpSpPr>
          <p:grpSpPr>
            <a:xfrm rot="5400000">
              <a:off x="305" y="187"/>
              <a:ext cx="432" cy="1043"/>
              <a:chOff x="0" y="0"/>
              <a:chExt cx="432" cy="1043"/>
            </a:xfrm>
          </p:grpSpPr>
          <p:sp>
            <p:nvSpPr>
              <p:cNvPr id="27654" name="Rectangle 91"/>
              <p:cNvSpPr/>
              <p:nvPr>
                <p:custDataLst>
                  <p:tags r:id="rId44"/>
                </p:custDataLst>
              </p:nvPr>
            </p:nvSpPr>
            <p:spPr>
              <a:xfrm>
                <a:off x="0" y="288"/>
                <a:ext cx="336" cy="432"/>
              </a:xfrm>
              <a:prstGeom prst="rect">
                <a:avLst/>
              </a:prstGeom>
              <a:solidFill>
                <a:srgbClr val="FFFF99"/>
              </a:solidFill>
              <a:ln w="9525" cap="flat" cmpd="sng">
                <a:solidFill>
                  <a:schemeClr val="dk1"/>
                </a:solidFill>
                <a:prstDash val="solid"/>
                <a:miter/>
                <a:headEnd type="none" w="med" len="med"/>
                <a:tailEnd type="none" w="med" len="med"/>
              </a:ln>
            </p:spPr>
            <p:txBody>
              <a:bodyPr wrap="none" anchor="ctr"/>
              <a:lstStyle/>
              <a:p>
                <a:endParaRPr lang="zh-CN" altLang="en-US" sz="1345" b="0" dirty="0">
                  <a:solidFill>
                    <a:schemeClr val="dk1"/>
                  </a:solidFill>
                  <a:latin typeface="微软雅黑" panose="020B0503020204020204" charset="-122"/>
                  <a:ea typeface="微软雅黑" panose="020B0503020204020204" charset="-122"/>
                </a:endParaRPr>
              </a:p>
            </p:txBody>
          </p:sp>
          <p:grpSp>
            <p:nvGrpSpPr>
              <p:cNvPr id="27655" name="组合 27654"/>
              <p:cNvGrpSpPr/>
              <p:nvPr/>
            </p:nvGrpSpPr>
            <p:grpSpPr>
              <a:xfrm>
                <a:off x="348" y="0"/>
                <a:ext cx="84" cy="1043"/>
                <a:chOff x="0" y="0"/>
                <a:chExt cx="84" cy="1043"/>
              </a:xfrm>
            </p:grpSpPr>
            <p:sp>
              <p:nvSpPr>
                <p:cNvPr id="27656" name="Line 93"/>
                <p:cNvSpPr/>
                <p:nvPr>
                  <p:custDataLst>
                    <p:tags r:id="rId45"/>
                  </p:custDataLst>
                </p:nvPr>
              </p:nvSpPr>
              <p:spPr>
                <a:xfrm rot="-5400000" flipH="1">
                  <a:off x="10" y="958"/>
                  <a:ext cx="58" cy="79"/>
                </a:xfrm>
                <a:prstGeom prst="line">
                  <a:avLst/>
                </a:prstGeom>
                <a:ln w="38100" cap="flat" cmpd="sng">
                  <a:solidFill>
                    <a:schemeClr val="dk1"/>
                  </a:solidFill>
                  <a:prstDash val="solid"/>
                  <a:headEnd type="none" w="med" len="med"/>
                  <a:tailEnd type="none" w="med" len="med"/>
                </a:ln>
              </p:spPr>
            </p:sp>
            <p:sp>
              <p:nvSpPr>
                <p:cNvPr id="27657" name="Line 94"/>
                <p:cNvSpPr/>
                <p:nvPr>
                  <p:custDataLst>
                    <p:tags r:id="rId46"/>
                  </p:custDataLst>
                </p:nvPr>
              </p:nvSpPr>
              <p:spPr>
                <a:xfrm rot="-5400000" flipH="1">
                  <a:off x="10" y="842"/>
                  <a:ext cx="58" cy="79"/>
                </a:xfrm>
                <a:prstGeom prst="line">
                  <a:avLst/>
                </a:prstGeom>
                <a:ln w="38100" cap="flat" cmpd="sng">
                  <a:solidFill>
                    <a:schemeClr val="dk1"/>
                  </a:solidFill>
                  <a:prstDash val="solid"/>
                  <a:headEnd type="none" w="med" len="med"/>
                  <a:tailEnd type="none" w="med" len="med"/>
                </a:ln>
              </p:spPr>
            </p:sp>
            <p:sp>
              <p:nvSpPr>
                <p:cNvPr id="27658" name="Line 95"/>
                <p:cNvSpPr/>
                <p:nvPr>
                  <p:custDataLst>
                    <p:tags r:id="rId47"/>
                  </p:custDataLst>
                </p:nvPr>
              </p:nvSpPr>
              <p:spPr>
                <a:xfrm rot="-5400000" flipH="1">
                  <a:off x="10" y="726"/>
                  <a:ext cx="58" cy="79"/>
                </a:xfrm>
                <a:prstGeom prst="line">
                  <a:avLst/>
                </a:prstGeom>
                <a:ln w="38100" cap="flat" cmpd="sng">
                  <a:solidFill>
                    <a:schemeClr val="dk1"/>
                  </a:solidFill>
                  <a:prstDash val="solid"/>
                  <a:headEnd type="none" w="med" len="med"/>
                  <a:tailEnd type="none" w="med" len="med"/>
                </a:ln>
              </p:spPr>
            </p:sp>
            <p:sp>
              <p:nvSpPr>
                <p:cNvPr id="27659" name="Line 96"/>
                <p:cNvSpPr/>
                <p:nvPr>
                  <p:custDataLst>
                    <p:tags r:id="rId48"/>
                  </p:custDataLst>
                </p:nvPr>
              </p:nvSpPr>
              <p:spPr>
                <a:xfrm rot="-5400000" flipH="1">
                  <a:off x="10" y="609"/>
                  <a:ext cx="58" cy="79"/>
                </a:xfrm>
                <a:prstGeom prst="line">
                  <a:avLst/>
                </a:prstGeom>
                <a:ln w="38100" cap="flat" cmpd="sng">
                  <a:solidFill>
                    <a:schemeClr val="dk1"/>
                  </a:solidFill>
                  <a:prstDash val="solid"/>
                  <a:headEnd type="none" w="med" len="med"/>
                  <a:tailEnd type="none" w="med" len="med"/>
                </a:ln>
              </p:spPr>
            </p:sp>
            <p:sp>
              <p:nvSpPr>
                <p:cNvPr id="27660" name="Line 97"/>
                <p:cNvSpPr/>
                <p:nvPr>
                  <p:custDataLst>
                    <p:tags r:id="rId49"/>
                  </p:custDataLst>
                </p:nvPr>
              </p:nvSpPr>
              <p:spPr>
                <a:xfrm rot="-5400000" flipH="1">
                  <a:off x="10" y="494"/>
                  <a:ext cx="58" cy="79"/>
                </a:xfrm>
                <a:prstGeom prst="line">
                  <a:avLst/>
                </a:prstGeom>
                <a:ln w="38100" cap="flat" cmpd="sng">
                  <a:solidFill>
                    <a:schemeClr val="dk1"/>
                  </a:solidFill>
                  <a:prstDash val="solid"/>
                  <a:headEnd type="none" w="med" len="med"/>
                  <a:tailEnd type="none" w="med" len="med"/>
                </a:ln>
              </p:spPr>
            </p:sp>
            <p:sp>
              <p:nvSpPr>
                <p:cNvPr id="27661" name="Line 98"/>
                <p:cNvSpPr/>
                <p:nvPr>
                  <p:custDataLst>
                    <p:tags r:id="rId50"/>
                  </p:custDataLst>
                </p:nvPr>
              </p:nvSpPr>
              <p:spPr>
                <a:xfrm rot="-5400000" flipH="1">
                  <a:off x="10" y="377"/>
                  <a:ext cx="58" cy="79"/>
                </a:xfrm>
                <a:prstGeom prst="line">
                  <a:avLst/>
                </a:prstGeom>
                <a:ln w="38100" cap="flat" cmpd="sng">
                  <a:solidFill>
                    <a:schemeClr val="dk1"/>
                  </a:solidFill>
                  <a:prstDash val="solid"/>
                  <a:headEnd type="none" w="med" len="med"/>
                  <a:tailEnd type="none" w="med" len="med"/>
                </a:ln>
              </p:spPr>
            </p:sp>
            <p:sp>
              <p:nvSpPr>
                <p:cNvPr id="27662" name="Line 99"/>
                <p:cNvSpPr/>
                <p:nvPr>
                  <p:custDataLst>
                    <p:tags r:id="rId51"/>
                  </p:custDataLst>
                </p:nvPr>
              </p:nvSpPr>
              <p:spPr>
                <a:xfrm rot="16200000">
                  <a:off x="-515" y="515"/>
                  <a:ext cx="1031" cy="0"/>
                </a:xfrm>
                <a:prstGeom prst="line">
                  <a:avLst/>
                </a:prstGeom>
                <a:ln w="38100" cap="flat" cmpd="sng">
                  <a:solidFill>
                    <a:schemeClr val="dk1"/>
                  </a:solidFill>
                  <a:prstDash val="solid"/>
                  <a:headEnd type="none" w="med" len="med"/>
                  <a:tailEnd type="none" w="med" len="med"/>
                </a:ln>
              </p:spPr>
            </p:sp>
            <p:sp>
              <p:nvSpPr>
                <p:cNvPr id="27663" name="Line 100"/>
                <p:cNvSpPr/>
                <p:nvPr>
                  <p:custDataLst>
                    <p:tags r:id="rId52"/>
                  </p:custDataLst>
                </p:nvPr>
              </p:nvSpPr>
              <p:spPr>
                <a:xfrm rot="-5400000" flipH="1">
                  <a:off x="10" y="263"/>
                  <a:ext cx="58" cy="79"/>
                </a:xfrm>
                <a:prstGeom prst="line">
                  <a:avLst/>
                </a:prstGeom>
                <a:ln w="38100" cap="flat" cmpd="sng">
                  <a:solidFill>
                    <a:schemeClr val="dk1"/>
                  </a:solidFill>
                  <a:prstDash val="solid"/>
                  <a:headEnd type="none" w="med" len="med"/>
                  <a:tailEnd type="none" w="med" len="med"/>
                </a:ln>
              </p:spPr>
            </p:sp>
            <p:sp>
              <p:nvSpPr>
                <p:cNvPr id="27664" name="Line 101"/>
                <p:cNvSpPr/>
                <p:nvPr>
                  <p:custDataLst>
                    <p:tags r:id="rId53"/>
                  </p:custDataLst>
                </p:nvPr>
              </p:nvSpPr>
              <p:spPr>
                <a:xfrm rot="-5400000" flipH="1">
                  <a:off x="10" y="147"/>
                  <a:ext cx="58" cy="79"/>
                </a:xfrm>
                <a:prstGeom prst="line">
                  <a:avLst/>
                </a:prstGeom>
                <a:ln w="38100" cap="flat" cmpd="sng">
                  <a:solidFill>
                    <a:schemeClr val="dk1"/>
                  </a:solidFill>
                  <a:prstDash val="solid"/>
                  <a:headEnd type="none" w="med" len="med"/>
                  <a:tailEnd type="none" w="med" len="med"/>
                </a:ln>
              </p:spPr>
            </p:sp>
            <p:sp>
              <p:nvSpPr>
                <p:cNvPr id="27665" name="Line 102"/>
                <p:cNvSpPr/>
                <p:nvPr>
                  <p:custDataLst>
                    <p:tags r:id="rId54"/>
                  </p:custDataLst>
                </p:nvPr>
              </p:nvSpPr>
              <p:spPr>
                <a:xfrm rot="-5400000" flipH="1">
                  <a:off x="10" y="30"/>
                  <a:ext cx="59" cy="79"/>
                </a:xfrm>
                <a:prstGeom prst="line">
                  <a:avLst/>
                </a:prstGeom>
                <a:ln w="38100" cap="flat" cmpd="sng">
                  <a:solidFill>
                    <a:schemeClr val="dk1"/>
                  </a:solidFill>
                  <a:prstDash val="solid"/>
                  <a:headEnd type="none" w="med" len="med"/>
                  <a:tailEnd type="none" w="med" len="med"/>
                </a:ln>
              </p:spPr>
            </p:sp>
          </p:grpSp>
        </p:grpSp>
        <p:grpSp>
          <p:nvGrpSpPr>
            <p:cNvPr id="27666" name="组合 27665"/>
            <p:cNvGrpSpPr/>
            <p:nvPr/>
          </p:nvGrpSpPr>
          <p:grpSpPr>
            <a:xfrm>
              <a:off x="597" y="58"/>
              <a:ext cx="680" cy="271"/>
              <a:chOff x="-75" y="58"/>
              <a:chExt cx="680" cy="271"/>
            </a:xfrm>
          </p:grpSpPr>
          <p:sp>
            <p:nvSpPr>
              <p:cNvPr id="27667" name="Line 141"/>
              <p:cNvSpPr/>
              <p:nvPr>
                <p:custDataLst>
                  <p:tags r:id="rId42"/>
                </p:custDataLst>
              </p:nvPr>
            </p:nvSpPr>
            <p:spPr>
              <a:xfrm rot="-10800000" flipH="1">
                <a:off x="0" y="317"/>
                <a:ext cx="336" cy="0"/>
              </a:xfrm>
              <a:prstGeom prst="line">
                <a:avLst/>
              </a:prstGeom>
              <a:ln w="28575" cap="flat" cmpd="sng">
                <a:solidFill>
                  <a:schemeClr val="dk1"/>
                </a:solidFill>
                <a:prstDash val="solid"/>
                <a:headEnd type="none" w="med" len="med"/>
                <a:tailEnd type="triangle" w="med" len="med"/>
              </a:ln>
            </p:spPr>
          </p:sp>
          <p:sp>
            <p:nvSpPr>
              <p:cNvPr id="27668" name="Text Box 142"/>
              <p:cNvSpPr txBox="1"/>
              <p:nvPr>
                <p:custDataLst>
                  <p:tags r:id="rId43"/>
                </p:custDataLst>
              </p:nvPr>
            </p:nvSpPr>
            <p:spPr>
              <a:xfrm>
                <a:off x="-75" y="58"/>
                <a:ext cx="680" cy="271"/>
              </a:xfrm>
              <a:prstGeom prst="rect">
                <a:avLst/>
              </a:prstGeom>
              <a:noFill/>
              <a:ln w="9525">
                <a:noFill/>
              </a:ln>
            </p:spPr>
            <p:txBody>
              <a:bodyPr wrap="square">
                <a:spAutoFit/>
              </a:bodyPr>
              <a:lstStyle/>
              <a:p>
                <a:pPr>
                  <a:spcBef>
                    <a:spcPct val="50000"/>
                  </a:spcBef>
                </a:pPr>
                <a:r>
                  <a:rPr lang="zh-CN" altLang="en-US" sz="1495" dirty="0">
                    <a:solidFill>
                      <a:schemeClr val="dk1"/>
                    </a:solidFill>
                    <a:latin typeface="微软雅黑" panose="020B0503020204020204" charset="-122"/>
                    <a:ea typeface="微软雅黑" panose="020B0503020204020204" charset="-122"/>
                  </a:rPr>
                  <a:t>匀速</a:t>
                </a:r>
              </a:p>
            </p:txBody>
          </p:sp>
        </p:grpSp>
      </p:grpSp>
      <p:grpSp>
        <p:nvGrpSpPr>
          <p:cNvPr id="27672" name="组合 27671"/>
          <p:cNvGrpSpPr/>
          <p:nvPr/>
        </p:nvGrpSpPr>
        <p:grpSpPr>
          <a:xfrm>
            <a:off x="1371050" y="2390526"/>
            <a:ext cx="855133" cy="414503"/>
            <a:chOff x="0" y="0"/>
            <a:chExt cx="720" cy="349"/>
          </a:xfrm>
        </p:grpSpPr>
        <p:sp>
          <p:nvSpPr>
            <p:cNvPr id="27673" name="Line 107"/>
            <p:cNvSpPr/>
            <p:nvPr>
              <p:custDataLst>
                <p:tags r:id="rId40"/>
              </p:custDataLst>
            </p:nvPr>
          </p:nvSpPr>
          <p:spPr>
            <a:xfrm flipH="1">
              <a:off x="192" y="327"/>
              <a:ext cx="528" cy="0"/>
            </a:xfrm>
            <a:prstGeom prst="line">
              <a:avLst/>
            </a:prstGeom>
            <a:ln w="38100" cap="flat" cmpd="sng">
              <a:solidFill>
                <a:srgbClr val="FF0000"/>
              </a:solidFill>
              <a:prstDash val="solid"/>
              <a:headEnd type="none" w="med" len="med"/>
              <a:tailEnd type="triangle" w="med" len="med"/>
            </a:ln>
          </p:spPr>
        </p:sp>
        <p:sp>
          <p:nvSpPr>
            <p:cNvPr id="27674" name="Text Box 108"/>
            <p:cNvSpPr txBox="1"/>
            <p:nvPr>
              <p:custDataLst>
                <p:tags r:id="rId41"/>
              </p:custDataLst>
            </p:nvPr>
          </p:nvSpPr>
          <p:spPr>
            <a:xfrm>
              <a:off x="0" y="0"/>
              <a:ext cx="384" cy="349"/>
            </a:xfrm>
            <a:prstGeom prst="rect">
              <a:avLst/>
            </a:prstGeom>
            <a:noFill/>
            <a:ln w="9525">
              <a:noFill/>
            </a:ln>
          </p:spPr>
          <p:txBody>
            <a:bodyPr>
              <a:spAutoFit/>
            </a:bodyPr>
            <a:lstStyle/>
            <a:p>
              <a:pPr>
                <a:spcBef>
                  <a:spcPct val="50000"/>
                </a:spcBef>
              </a:pPr>
              <a:r>
                <a:rPr lang="en-US" altLang="zh-CN" sz="2095" dirty="0">
                  <a:solidFill>
                    <a:srgbClr val="FF0000"/>
                  </a:solidFill>
                  <a:latin typeface="微软雅黑" panose="020B0503020204020204" charset="-122"/>
                  <a:ea typeface="微软雅黑" panose="020B0503020204020204" charset="-122"/>
                </a:rPr>
                <a:t>F</a:t>
              </a:r>
              <a:r>
                <a:rPr lang="en-US" altLang="zh-CN" sz="2095" baseline="-25000" dirty="0">
                  <a:solidFill>
                    <a:srgbClr val="FF0000"/>
                  </a:solidFill>
                  <a:latin typeface="微软雅黑" panose="020B0503020204020204" charset="-122"/>
                  <a:ea typeface="微软雅黑" panose="020B0503020204020204" charset="-122"/>
                </a:rPr>
                <a:t>f</a:t>
              </a:r>
            </a:p>
          </p:txBody>
        </p:sp>
      </p:grpSp>
      <p:grpSp>
        <p:nvGrpSpPr>
          <p:cNvPr id="27678" name="组合 27677"/>
          <p:cNvGrpSpPr/>
          <p:nvPr/>
        </p:nvGrpSpPr>
        <p:grpSpPr>
          <a:xfrm>
            <a:off x="3650218" y="2003340"/>
            <a:ext cx="1369401" cy="1052289"/>
            <a:chOff x="-1" y="39"/>
            <a:chExt cx="1153" cy="886"/>
          </a:xfrm>
        </p:grpSpPr>
        <p:grpSp>
          <p:nvGrpSpPr>
            <p:cNvPr id="27679" name="组合 27678"/>
            <p:cNvGrpSpPr/>
            <p:nvPr/>
          </p:nvGrpSpPr>
          <p:grpSpPr>
            <a:xfrm>
              <a:off x="-1" y="39"/>
              <a:ext cx="1153" cy="886"/>
              <a:chOff x="-1" y="39"/>
              <a:chExt cx="1153" cy="886"/>
            </a:xfrm>
          </p:grpSpPr>
          <p:grpSp>
            <p:nvGrpSpPr>
              <p:cNvPr id="27680" name="组合 27679"/>
              <p:cNvGrpSpPr/>
              <p:nvPr/>
            </p:nvGrpSpPr>
            <p:grpSpPr>
              <a:xfrm rot="5400000">
                <a:off x="305" y="187"/>
                <a:ext cx="432" cy="1043"/>
                <a:chOff x="0" y="0"/>
                <a:chExt cx="432" cy="1043"/>
              </a:xfrm>
            </p:grpSpPr>
            <p:sp>
              <p:nvSpPr>
                <p:cNvPr id="27681" name="Rectangle 151"/>
                <p:cNvSpPr/>
                <p:nvPr>
                  <p:custDataLst>
                    <p:tags r:id="rId29"/>
                  </p:custDataLst>
                </p:nvPr>
              </p:nvSpPr>
              <p:spPr>
                <a:xfrm>
                  <a:off x="0" y="288"/>
                  <a:ext cx="336" cy="432"/>
                </a:xfrm>
                <a:prstGeom prst="rect">
                  <a:avLst/>
                </a:prstGeom>
                <a:solidFill>
                  <a:srgbClr val="FFFF99"/>
                </a:solidFill>
                <a:ln w="9525" cap="flat" cmpd="sng">
                  <a:solidFill>
                    <a:schemeClr val="dk1"/>
                  </a:solidFill>
                  <a:prstDash val="solid"/>
                  <a:miter/>
                  <a:headEnd type="none" w="med" len="med"/>
                  <a:tailEnd type="none" w="med" len="med"/>
                </a:ln>
              </p:spPr>
              <p:txBody>
                <a:bodyPr wrap="none" anchor="ctr"/>
                <a:lstStyle/>
                <a:p>
                  <a:endParaRPr lang="zh-CN" altLang="en-US" sz="1345" b="0" dirty="0">
                    <a:solidFill>
                      <a:schemeClr val="dk1"/>
                    </a:solidFill>
                    <a:latin typeface="微软雅黑" panose="020B0503020204020204" charset="-122"/>
                    <a:ea typeface="微软雅黑" panose="020B0503020204020204" charset="-122"/>
                  </a:endParaRPr>
                </a:p>
              </p:txBody>
            </p:sp>
            <p:grpSp>
              <p:nvGrpSpPr>
                <p:cNvPr id="27682" name="组合 27681"/>
                <p:cNvGrpSpPr/>
                <p:nvPr/>
              </p:nvGrpSpPr>
              <p:grpSpPr>
                <a:xfrm>
                  <a:off x="348" y="0"/>
                  <a:ext cx="84" cy="1043"/>
                  <a:chOff x="0" y="0"/>
                  <a:chExt cx="84" cy="1043"/>
                </a:xfrm>
              </p:grpSpPr>
              <p:sp>
                <p:nvSpPr>
                  <p:cNvPr id="27683" name="Line 153"/>
                  <p:cNvSpPr/>
                  <p:nvPr>
                    <p:custDataLst>
                      <p:tags r:id="rId30"/>
                    </p:custDataLst>
                  </p:nvPr>
                </p:nvSpPr>
                <p:spPr>
                  <a:xfrm rot="-5400000" flipH="1">
                    <a:off x="10" y="958"/>
                    <a:ext cx="58" cy="79"/>
                  </a:xfrm>
                  <a:prstGeom prst="line">
                    <a:avLst/>
                  </a:prstGeom>
                  <a:ln w="38100" cap="flat" cmpd="sng">
                    <a:solidFill>
                      <a:schemeClr val="dk1"/>
                    </a:solidFill>
                    <a:prstDash val="solid"/>
                    <a:headEnd type="none" w="med" len="med"/>
                    <a:tailEnd type="none" w="med" len="med"/>
                  </a:ln>
                </p:spPr>
              </p:sp>
              <p:sp>
                <p:nvSpPr>
                  <p:cNvPr id="27684" name="Line 154"/>
                  <p:cNvSpPr/>
                  <p:nvPr>
                    <p:custDataLst>
                      <p:tags r:id="rId31"/>
                    </p:custDataLst>
                  </p:nvPr>
                </p:nvSpPr>
                <p:spPr>
                  <a:xfrm rot="-5400000" flipH="1">
                    <a:off x="10" y="842"/>
                    <a:ext cx="58" cy="79"/>
                  </a:xfrm>
                  <a:prstGeom prst="line">
                    <a:avLst/>
                  </a:prstGeom>
                  <a:ln w="38100" cap="flat" cmpd="sng">
                    <a:solidFill>
                      <a:schemeClr val="dk1"/>
                    </a:solidFill>
                    <a:prstDash val="solid"/>
                    <a:headEnd type="none" w="med" len="med"/>
                    <a:tailEnd type="none" w="med" len="med"/>
                  </a:ln>
                </p:spPr>
              </p:sp>
              <p:sp>
                <p:nvSpPr>
                  <p:cNvPr id="27685" name="Line 155"/>
                  <p:cNvSpPr/>
                  <p:nvPr>
                    <p:custDataLst>
                      <p:tags r:id="rId32"/>
                    </p:custDataLst>
                  </p:nvPr>
                </p:nvSpPr>
                <p:spPr>
                  <a:xfrm rot="-5400000" flipH="1">
                    <a:off x="10" y="726"/>
                    <a:ext cx="58" cy="79"/>
                  </a:xfrm>
                  <a:prstGeom prst="line">
                    <a:avLst/>
                  </a:prstGeom>
                  <a:ln w="38100" cap="flat" cmpd="sng">
                    <a:solidFill>
                      <a:schemeClr val="dk1"/>
                    </a:solidFill>
                    <a:prstDash val="solid"/>
                    <a:headEnd type="none" w="med" len="med"/>
                    <a:tailEnd type="none" w="med" len="med"/>
                  </a:ln>
                </p:spPr>
              </p:sp>
              <p:sp>
                <p:nvSpPr>
                  <p:cNvPr id="27686" name="Line 156"/>
                  <p:cNvSpPr/>
                  <p:nvPr>
                    <p:custDataLst>
                      <p:tags r:id="rId33"/>
                    </p:custDataLst>
                  </p:nvPr>
                </p:nvSpPr>
                <p:spPr>
                  <a:xfrm rot="-5400000" flipH="1">
                    <a:off x="10" y="609"/>
                    <a:ext cx="58" cy="79"/>
                  </a:xfrm>
                  <a:prstGeom prst="line">
                    <a:avLst/>
                  </a:prstGeom>
                  <a:ln w="38100" cap="flat" cmpd="sng">
                    <a:solidFill>
                      <a:schemeClr val="dk1"/>
                    </a:solidFill>
                    <a:prstDash val="solid"/>
                    <a:headEnd type="none" w="med" len="med"/>
                    <a:tailEnd type="none" w="med" len="med"/>
                  </a:ln>
                </p:spPr>
              </p:sp>
              <p:sp>
                <p:nvSpPr>
                  <p:cNvPr id="27687" name="Line 157"/>
                  <p:cNvSpPr/>
                  <p:nvPr>
                    <p:custDataLst>
                      <p:tags r:id="rId34"/>
                    </p:custDataLst>
                  </p:nvPr>
                </p:nvSpPr>
                <p:spPr>
                  <a:xfrm rot="-5400000" flipH="1">
                    <a:off x="10" y="494"/>
                    <a:ext cx="58" cy="79"/>
                  </a:xfrm>
                  <a:prstGeom prst="line">
                    <a:avLst/>
                  </a:prstGeom>
                  <a:ln w="38100" cap="flat" cmpd="sng">
                    <a:solidFill>
                      <a:schemeClr val="dk1"/>
                    </a:solidFill>
                    <a:prstDash val="solid"/>
                    <a:headEnd type="none" w="med" len="med"/>
                    <a:tailEnd type="none" w="med" len="med"/>
                  </a:ln>
                </p:spPr>
              </p:sp>
              <p:sp>
                <p:nvSpPr>
                  <p:cNvPr id="27688" name="Line 158"/>
                  <p:cNvSpPr/>
                  <p:nvPr>
                    <p:custDataLst>
                      <p:tags r:id="rId35"/>
                    </p:custDataLst>
                  </p:nvPr>
                </p:nvSpPr>
                <p:spPr>
                  <a:xfrm rot="-5400000" flipH="1">
                    <a:off x="10" y="377"/>
                    <a:ext cx="58" cy="79"/>
                  </a:xfrm>
                  <a:prstGeom prst="line">
                    <a:avLst/>
                  </a:prstGeom>
                  <a:ln w="38100" cap="flat" cmpd="sng">
                    <a:solidFill>
                      <a:schemeClr val="dk1"/>
                    </a:solidFill>
                    <a:prstDash val="solid"/>
                    <a:headEnd type="none" w="med" len="med"/>
                    <a:tailEnd type="none" w="med" len="med"/>
                  </a:ln>
                </p:spPr>
              </p:sp>
              <p:sp>
                <p:nvSpPr>
                  <p:cNvPr id="27689" name="Line 159"/>
                  <p:cNvSpPr/>
                  <p:nvPr>
                    <p:custDataLst>
                      <p:tags r:id="rId36"/>
                    </p:custDataLst>
                  </p:nvPr>
                </p:nvSpPr>
                <p:spPr>
                  <a:xfrm rot="16200000">
                    <a:off x="-515" y="515"/>
                    <a:ext cx="1031" cy="0"/>
                  </a:xfrm>
                  <a:prstGeom prst="line">
                    <a:avLst/>
                  </a:prstGeom>
                  <a:ln w="38100" cap="flat" cmpd="sng">
                    <a:solidFill>
                      <a:schemeClr val="dk1"/>
                    </a:solidFill>
                    <a:prstDash val="solid"/>
                    <a:headEnd type="none" w="med" len="med"/>
                    <a:tailEnd type="none" w="med" len="med"/>
                  </a:ln>
                </p:spPr>
              </p:sp>
              <p:sp>
                <p:nvSpPr>
                  <p:cNvPr id="27690" name="Line 160"/>
                  <p:cNvSpPr/>
                  <p:nvPr>
                    <p:custDataLst>
                      <p:tags r:id="rId37"/>
                    </p:custDataLst>
                  </p:nvPr>
                </p:nvSpPr>
                <p:spPr>
                  <a:xfrm rot="-5400000" flipH="1">
                    <a:off x="10" y="263"/>
                    <a:ext cx="58" cy="79"/>
                  </a:xfrm>
                  <a:prstGeom prst="line">
                    <a:avLst/>
                  </a:prstGeom>
                  <a:ln w="38100" cap="flat" cmpd="sng">
                    <a:solidFill>
                      <a:schemeClr val="dk1"/>
                    </a:solidFill>
                    <a:prstDash val="solid"/>
                    <a:headEnd type="none" w="med" len="med"/>
                    <a:tailEnd type="none" w="med" len="med"/>
                  </a:ln>
                </p:spPr>
              </p:sp>
              <p:sp>
                <p:nvSpPr>
                  <p:cNvPr id="27691" name="Line 161"/>
                  <p:cNvSpPr/>
                  <p:nvPr>
                    <p:custDataLst>
                      <p:tags r:id="rId38"/>
                    </p:custDataLst>
                  </p:nvPr>
                </p:nvSpPr>
                <p:spPr>
                  <a:xfrm rot="-5400000" flipH="1">
                    <a:off x="10" y="147"/>
                    <a:ext cx="58" cy="79"/>
                  </a:xfrm>
                  <a:prstGeom prst="line">
                    <a:avLst/>
                  </a:prstGeom>
                  <a:ln w="38100" cap="flat" cmpd="sng">
                    <a:solidFill>
                      <a:schemeClr val="dk1"/>
                    </a:solidFill>
                    <a:prstDash val="solid"/>
                    <a:headEnd type="none" w="med" len="med"/>
                    <a:tailEnd type="none" w="med" len="med"/>
                  </a:ln>
                </p:spPr>
              </p:sp>
              <p:sp>
                <p:nvSpPr>
                  <p:cNvPr id="27692" name="Line 162"/>
                  <p:cNvSpPr/>
                  <p:nvPr>
                    <p:custDataLst>
                      <p:tags r:id="rId39"/>
                    </p:custDataLst>
                  </p:nvPr>
                </p:nvSpPr>
                <p:spPr>
                  <a:xfrm rot="-5400000" flipH="1">
                    <a:off x="10" y="30"/>
                    <a:ext cx="59" cy="79"/>
                  </a:xfrm>
                  <a:prstGeom prst="line">
                    <a:avLst/>
                  </a:prstGeom>
                  <a:ln w="38100" cap="flat" cmpd="sng">
                    <a:solidFill>
                      <a:schemeClr val="dk1"/>
                    </a:solidFill>
                    <a:prstDash val="solid"/>
                    <a:headEnd type="none" w="med" len="med"/>
                    <a:tailEnd type="none" w="med" len="med"/>
                  </a:ln>
                </p:spPr>
              </p:sp>
            </p:grpSp>
          </p:grpSp>
          <p:grpSp>
            <p:nvGrpSpPr>
              <p:cNvPr id="27693" name="组合 27692"/>
              <p:cNvGrpSpPr/>
              <p:nvPr/>
            </p:nvGrpSpPr>
            <p:grpSpPr>
              <a:xfrm>
                <a:off x="615" y="39"/>
                <a:ext cx="537" cy="466"/>
                <a:chOff x="-57" y="39"/>
                <a:chExt cx="537" cy="466"/>
              </a:xfrm>
            </p:grpSpPr>
            <p:sp>
              <p:nvSpPr>
                <p:cNvPr id="27694" name="Line 176"/>
                <p:cNvSpPr/>
                <p:nvPr>
                  <p:custDataLst>
                    <p:tags r:id="rId27"/>
                  </p:custDataLst>
                </p:nvPr>
              </p:nvSpPr>
              <p:spPr>
                <a:xfrm rot="-10800000" flipH="1">
                  <a:off x="0" y="317"/>
                  <a:ext cx="336" cy="0"/>
                </a:xfrm>
                <a:prstGeom prst="line">
                  <a:avLst/>
                </a:prstGeom>
                <a:ln w="28575" cap="flat" cmpd="sng">
                  <a:solidFill>
                    <a:schemeClr val="dk1"/>
                  </a:solidFill>
                  <a:prstDash val="solid"/>
                  <a:headEnd type="none" w="med" len="med"/>
                  <a:tailEnd type="triangle" w="med" len="med"/>
                </a:ln>
              </p:spPr>
            </p:sp>
            <p:sp>
              <p:nvSpPr>
                <p:cNvPr id="27695" name="Text Box 177"/>
                <p:cNvSpPr txBox="1"/>
                <p:nvPr>
                  <p:custDataLst>
                    <p:tags r:id="rId28"/>
                  </p:custDataLst>
                </p:nvPr>
              </p:nvSpPr>
              <p:spPr>
                <a:xfrm>
                  <a:off x="-57" y="39"/>
                  <a:ext cx="537" cy="466"/>
                </a:xfrm>
                <a:prstGeom prst="rect">
                  <a:avLst/>
                </a:prstGeom>
                <a:noFill/>
                <a:ln w="9525">
                  <a:noFill/>
                </a:ln>
              </p:spPr>
              <p:txBody>
                <a:bodyPr wrap="square">
                  <a:spAutoFit/>
                </a:bodyPr>
                <a:lstStyle/>
                <a:p>
                  <a:pPr>
                    <a:spcBef>
                      <a:spcPct val="50000"/>
                    </a:spcBef>
                  </a:pPr>
                  <a:r>
                    <a:rPr lang="zh-CN" altLang="en-US" sz="1495" dirty="0">
                      <a:solidFill>
                        <a:schemeClr val="dk1"/>
                      </a:solidFill>
                      <a:latin typeface="微软雅黑" panose="020B0503020204020204" charset="-122"/>
                      <a:ea typeface="微软雅黑" panose="020B0503020204020204" charset="-122"/>
                    </a:rPr>
                    <a:t>加速</a:t>
                  </a:r>
                </a:p>
              </p:txBody>
            </p:sp>
          </p:grpSp>
        </p:grpSp>
        <p:grpSp>
          <p:nvGrpSpPr>
            <p:cNvPr id="27696" name="组合 27695"/>
            <p:cNvGrpSpPr/>
            <p:nvPr/>
          </p:nvGrpSpPr>
          <p:grpSpPr>
            <a:xfrm>
              <a:off x="528" y="356"/>
              <a:ext cx="624" cy="349"/>
              <a:chOff x="0" y="0"/>
              <a:chExt cx="624" cy="349"/>
            </a:xfrm>
          </p:grpSpPr>
          <p:sp>
            <p:nvSpPr>
              <p:cNvPr id="27697" name="Line 170"/>
              <p:cNvSpPr/>
              <p:nvPr>
                <p:custDataLst>
                  <p:tags r:id="rId25"/>
                </p:custDataLst>
              </p:nvPr>
            </p:nvSpPr>
            <p:spPr>
              <a:xfrm rot="-10800000" flipH="1">
                <a:off x="0" y="336"/>
                <a:ext cx="528" cy="0"/>
              </a:xfrm>
              <a:prstGeom prst="line">
                <a:avLst/>
              </a:prstGeom>
              <a:ln w="38100" cap="flat" cmpd="sng">
                <a:solidFill>
                  <a:srgbClr val="9933FF"/>
                </a:solidFill>
                <a:prstDash val="solid"/>
                <a:headEnd type="none" w="med" len="med"/>
                <a:tailEnd type="triangle" w="med" len="med"/>
              </a:ln>
            </p:spPr>
          </p:sp>
          <p:sp>
            <p:nvSpPr>
              <p:cNvPr id="27698" name="Text Box 171"/>
              <p:cNvSpPr txBox="1"/>
              <p:nvPr>
                <p:custDataLst>
                  <p:tags r:id="rId26"/>
                </p:custDataLst>
              </p:nvPr>
            </p:nvSpPr>
            <p:spPr>
              <a:xfrm>
                <a:off x="336" y="0"/>
                <a:ext cx="288" cy="349"/>
              </a:xfrm>
              <a:prstGeom prst="rect">
                <a:avLst/>
              </a:prstGeom>
              <a:noFill/>
              <a:ln w="9525">
                <a:noFill/>
              </a:ln>
            </p:spPr>
            <p:txBody>
              <a:bodyPr>
                <a:spAutoFit/>
              </a:bodyPr>
              <a:lstStyle/>
              <a:p>
                <a:pPr>
                  <a:spcBef>
                    <a:spcPct val="50000"/>
                  </a:spcBef>
                </a:pPr>
                <a:r>
                  <a:rPr lang="en-US" altLang="zh-CN" sz="2095" dirty="0">
                    <a:solidFill>
                      <a:srgbClr val="9933FF"/>
                    </a:solidFill>
                    <a:latin typeface="微软雅黑" panose="020B0503020204020204" charset="-122"/>
                    <a:ea typeface="微软雅黑" panose="020B0503020204020204" charset="-122"/>
                  </a:rPr>
                  <a:t>F</a:t>
                </a:r>
              </a:p>
            </p:txBody>
          </p:sp>
        </p:grpSp>
      </p:grpSp>
      <p:grpSp>
        <p:nvGrpSpPr>
          <p:cNvPr id="27705" name="组合 27704"/>
          <p:cNvGrpSpPr/>
          <p:nvPr/>
        </p:nvGrpSpPr>
        <p:grpSpPr>
          <a:xfrm>
            <a:off x="3423370" y="2390526"/>
            <a:ext cx="855133" cy="414503"/>
            <a:chOff x="0" y="0"/>
            <a:chExt cx="720" cy="349"/>
          </a:xfrm>
        </p:grpSpPr>
        <p:sp>
          <p:nvSpPr>
            <p:cNvPr id="27706" name="Line 167"/>
            <p:cNvSpPr/>
            <p:nvPr>
              <p:custDataLst>
                <p:tags r:id="rId23"/>
              </p:custDataLst>
            </p:nvPr>
          </p:nvSpPr>
          <p:spPr>
            <a:xfrm flipH="1">
              <a:off x="192" y="327"/>
              <a:ext cx="528" cy="0"/>
            </a:xfrm>
            <a:prstGeom prst="line">
              <a:avLst/>
            </a:prstGeom>
            <a:ln w="38100" cap="flat" cmpd="sng">
              <a:solidFill>
                <a:srgbClr val="FF0000"/>
              </a:solidFill>
              <a:prstDash val="solid"/>
              <a:headEnd type="none" w="med" len="med"/>
              <a:tailEnd type="triangle" w="med" len="med"/>
            </a:ln>
          </p:spPr>
        </p:sp>
        <p:sp>
          <p:nvSpPr>
            <p:cNvPr id="27707" name="Text Box 168"/>
            <p:cNvSpPr txBox="1"/>
            <p:nvPr>
              <p:custDataLst>
                <p:tags r:id="rId24"/>
              </p:custDataLst>
            </p:nvPr>
          </p:nvSpPr>
          <p:spPr>
            <a:xfrm>
              <a:off x="0" y="0"/>
              <a:ext cx="384" cy="349"/>
            </a:xfrm>
            <a:prstGeom prst="rect">
              <a:avLst/>
            </a:prstGeom>
            <a:noFill/>
            <a:ln w="9525">
              <a:noFill/>
            </a:ln>
          </p:spPr>
          <p:txBody>
            <a:bodyPr>
              <a:spAutoFit/>
            </a:bodyPr>
            <a:lstStyle/>
            <a:p>
              <a:pPr>
                <a:spcBef>
                  <a:spcPct val="50000"/>
                </a:spcBef>
              </a:pPr>
              <a:r>
                <a:rPr lang="en-US" altLang="zh-CN" sz="2095" dirty="0">
                  <a:solidFill>
                    <a:srgbClr val="FF0000"/>
                  </a:solidFill>
                  <a:latin typeface="微软雅黑" panose="020B0503020204020204" charset="-122"/>
                  <a:ea typeface="微软雅黑" panose="020B0503020204020204" charset="-122"/>
                </a:rPr>
                <a:t>F</a:t>
              </a:r>
              <a:r>
                <a:rPr lang="en-US" altLang="zh-CN" sz="2095" baseline="-25000" dirty="0">
                  <a:solidFill>
                    <a:srgbClr val="FF0000"/>
                  </a:solidFill>
                  <a:latin typeface="微软雅黑" panose="020B0503020204020204" charset="-122"/>
                  <a:ea typeface="微软雅黑" panose="020B0503020204020204" charset="-122"/>
                </a:rPr>
                <a:t>f</a:t>
              </a:r>
            </a:p>
          </p:txBody>
        </p:sp>
      </p:grpSp>
      <p:grpSp>
        <p:nvGrpSpPr>
          <p:cNvPr id="27708" name="组合 27707"/>
          <p:cNvGrpSpPr/>
          <p:nvPr/>
        </p:nvGrpSpPr>
        <p:grpSpPr>
          <a:xfrm>
            <a:off x="5320103" y="2379837"/>
            <a:ext cx="969151" cy="414502"/>
            <a:chOff x="0" y="0"/>
            <a:chExt cx="816" cy="349"/>
          </a:xfrm>
        </p:grpSpPr>
        <p:sp>
          <p:nvSpPr>
            <p:cNvPr id="27709" name="Line 132"/>
            <p:cNvSpPr/>
            <p:nvPr>
              <p:custDataLst>
                <p:tags r:id="rId21"/>
              </p:custDataLst>
            </p:nvPr>
          </p:nvSpPr>
          <p:spPr>
            <a:xfrm flipH="1">
              <a:off x="192" y="327"/>
              <a:ext cx="624" cy="0"/>
            </a:xfrm>
            <a:prstGeom prst="line">
              <a:avLst/>
            </a:prstGeom>
            <a:ln w="38100" cap="flat" cmpd="sng">
              <a:solidFill>
                <a:srgbClr val="FF0000"/>
              </a:solidFill>
              <a:prstDash val="solid"/>
              <a:headEnd type="none" w="med" len="med"/>
              <a:tailEnd type="triangle" w="med" len="med"/>
            </a:ln>
          </p:spPr>
        </p:sp>
        <p:sp>
          <p:nvSpPr>
            <p:cNvPr id="27710" name="Text Box 133"/>
            <p:cNvSpPr txBox="1"/>
            <p:nvPr>
              <p:custDataLst>
                <p:tags r:id="rId22"/>
              </p:custDataLst>
            </p:nvPr>
          </p:nvSpPr>
          <p:spPr>
            <a:xfrm>
              <a:off x="0" y="0"/>
              <a:ext cx="384" cy="349"/>
            </a:xfrm>
            <a:prstGeom prst="rect">
              <a:avLst/>
            </a:prstGeom>
            <a:noFill/>
            <a:ln w="9525">
              <a:noFill/>
            </a:ln>
          </p:spPr>
          <p:txBody>
            <a:bodyPr>
              <a:spAutoFit/>
            </a:bodyPr>
            <a:lstStyle/>
            <a:p>
              <a:pPr>
                <a:spcBef>
                  <a:spcPct val="50000"/>
                </a:spcBef>
              </a:pPr>
              <a:r>
                <a:rPr lang="en-US" altLang="zh-CN" sz="2095" dirty="0">
                  <a:solidFill>
                    <a:srgbClr val="FF0000"/>
                  </a:solidFill>
                  <a:latin typeface="微软雅黑" panose="020B0503020204020204" charset="-122"/>
                  <a:ea typeface="微软雅黑" panose="020B0503020204020204" charset="-122"/>
                </a:rPr>
                <a:t>F</a:t>
              </a:r>
              <a:r>
                <a:rPr lang="en-US" altLang="zh-CN" sz="2095" baseline="-25000" dirty="0">
                  <a:solidFill>
                    <a:srgbClr val="FF0000"/>
                  </a:solidFill>
                  <a:latin typeface="微软雅黑" panose="020B0503020204020204" charset="-122"/>
                  <a:ea typeface="微软雅黑" panose="020B0503020204020204" charset="-122"/>
                </a:rPr>
                <a:t>f</a:t>
              </a:r>
            </a:p>
          </p:txBody>
        </p:sp>
      </p:grpSp>
      <p:grpSp>
        <p:nvGrpSpPr>
          <p:cNvPr id="27711" name="组合 27710"/>
          <p:cNvGrpSpPr/>
          <p:nvPr/>
        </p:nvGrpSpPr>
        <p:grpSpPr>
          <a:xfrm>
            <a:off x="5660969" y="2003340"/>
            <a:ext cx="1327832" cy="1052289"/>
            <a:chOff x="-1" y="39"/>
            <a:chExt cx="1118" cy="886"/>
          </a:xfrm>
        </p:grpSpPr>
        <p:grpSp>
          <p:nvGrpSpPr>
            <p:cNvPr id="27712" name="组合 27711"/>
            <p:cNvGrpSpPr/>
            <p:nvPr/>
          </p:nvGrpSpPr>
          <p:grpSpPr>
            <a:xfrm>
              <a:off x="-1" y="39"/>
              <a:ext cx="1118" cy="886"/>
              <a:chOff x="-1" y="39"/>
              <a:chExt cx="1118" cy="886"/>
            </a:xfrm>
          </p:grpSpPr>
          <p:grpSp>
            <p:nvGrpSpPr>
              <p:cNvPr id="27713" name="组合 27712"/>
              <p:cNvGrpSpPr/>
              <p:nvPr/>
            </p:nvGrpSpPr>
            <p:grpSpPr>
              <a:xfrm rot="5400000">
                <a:off x="305" y="187"/>
                <a:ext cx="432" cy="1043"/>
                <a:chOff x="0" y="0"/>
                <a:chExt cx="432" cy="1043"/>
              </a:xfrm>
            </p:grpSpPr>
            <p:sp>
              <p:nvSpPr>
                <p:cNvPr id="27714" name="Rectangle 116"/>
                <p:cNvSpPr/>
                <p:nvPr>
                  <p:custDataLst>
                    <p:tags r:id="rId10"/>
                  </p:custDataLst>
                </p:nvPr>
              </p:nvSpPr>
              <p:spPr>
                <a:xfrm>
                  <a:off x="0" y="288"/>
                  <a:ext cx="336" cy="432"/>
                </a:xfrm>
                <a:prstGeom prst="rect">
                  <a:avLst/>
                </a:prstGeom>
                <a:solidFill>
                  <a:srgbClr val="FFFF99"/>
                </a:solidFill>
                <a:ln w="9525" cap="flat" cmpd="sng">
                  <a:solidFill>
                    <a:schemeClr val="dk1"/>
                  </a:solidFill>
                  <a:prstDash val="solid"/>
                  <a:miter/>
                  <a:headEnd type="none" w="med" len="med"/>
                  <a:tailEnd type="none" w="med" len="med"/>
                </a:ln>
              </p:spPr>
              <p:txBody>
                <a:bodyPr wrap="none" anchor="ctr"/>
                <a:lstStyle/>
                <a:p>
                  <a:endParaRPr lang="zh-CN" altLang="en-US" sz="1345" b="0" dirty="0">
                    <a:solidFill>
                      <a:schemeClr val="dk1"/>
                    </a:solidFill>
                    <a:latin typeface="微软雅黑" panose="020B0503020204020204" charset="-122"/>
                    <a:ea typeface="微软雅黑" panose="020B0503020204020204" charset="-122"/>
                  </a:endParaRPr>
                </a:p>
              </p:txBody>
            </p:sp>
            <p:grpSp>
              <p:nvGrpSpPr>
                <p:cNvPr id="27715" name="组合 27714"/>
                <p:cNvGrpSpPr/>
                <p:nvPr/>
              </p:nvGrpSpPr>
              <p:grpSpPr>
                <a:xfrm>
                  <a:off x="348" y="0"/>
                  <a:ext cx="84" cy="1043"/>
                  <a:chOff x="0" y="0"/>
                  <a:chExt cx="84" cy="1043"/>
                </a:xfrm>
              </p:grpSpPr>
              <p:sp>
                <p:nvSpPr>
                  <p:cNvPr id="27716" name="Line 118"/>
                  <p:cNvSpPr/>
                  <p:nvPr>
                    <p:custDataLst>
                      <p:tags r:id="rId11"/>
                    </p:custDataLst>
                  </p:nvPr>
                </p:nvSpPr>
                <p:spPr>
                  <a:xfrm rot="-5400000" flipH="1">
                    <a:off x="10" y="958"/>
                    <a:ext cx="58" cy="79"/>
                  </a:xfrm>
                  <a:prstGeom prst="line">
                    <a:avLst/>
                  </a:prstGeom>
                  <a:ln w="38100" cap="flat" cmpd="sng">
                    <a:solidFill>
                      <a:schemeClr val="dk1"/>
                    </a:solidFill>
                    <a:prstDash val="solid"/>
                    <a:headEnd type="none" w="med" len="med"/>
                    <a:tailEnd type="none" w="med" len="med"/>
                  </a:ln>
                </p:spPr>
              </p:sp>
              <p:sp>
                <p:nvSpPr>
                  <p:cNvPr id="27717" name="Line 119"/>
                  <p:cNvSpPr/>
                  <p:nvPr>
                    <p:custDataLst>
                      <p:tags r:id="rId12"/>
                    </p:custDataLst>
                  </p:nvPr>
                </p:nvSpPr>
                <p:spPr>
                  <a:xfrm rot="-5400000" flipH="1">
                    <a:off x="10" y="842"/>
                    <a:ext cx="58" cy="79"/>
                  </a:xfrm>
                  <a:prstGeom prst="line">
                    <a:avLst/>
                  </a:prstGeom>
                  <a:ln w="38100" cap="flat" cmpd="sng">
                    <a:solidFill>
                      <a:schemeClr val="dk1"/>
                    </a:solidFill>
                    <a:prstDash val="solid"/>
                    <a:headEnd type="none" w="med" len="med"/>
                    <a:tailEnd type="none" w="med" len="med"/>
                  </a:ln>
                </p:spPr>
              </p:sp>
              <p:sp>
                <p:nvSpPr>
                  <p:cNvPr id="27718" name="Line 120"/>
                  <p:cNvSpPr/>
                  <p:nvPr>
                    <p:custDataLst>
                      <p:tags r:id="rId13"/>
                    </p:custDataLst>
                  </p:nvPr>
                </p:nvSpPr>
                <p:spPr>
                  <a:xfrm rot="-5400000" flipH="1">
                    <a:off x="10" y="726"/>
                    <a:ext cx="58" cy="79"/>
                  </a:xfrm>
                  <a:prstGeom prst="line">
                    <a:avLst/>
                  </a:prstGeom>
                  <a:ln w="38100" cap="flat" cmpd="sng">
                    <a:solidFill>
                      <a:schemeClr val="dk1"/>
                    </a:solidFill>
                    <a:prstDash val="solid"/>
                    <a:headEnd type="none" w="med" len="med"/>
                    <a:tailEnd type="none" w="med" len="med"/>
                  </a:ln>
                </p:spPr>
              </p:sp>
              <p:sp>
                <p:nvSpPr>
                  <p:cNvPr id="27719" name="Line 121"/>
                  <p:cNvSpPr/>
                  <p:nvPr>
                    <p:custDataLst>
                      <p:tags r:id="rId14"/>
                    </p:custDataLst>
                  </p:nvPr>
                </p:nvSpPr>
                <p:spPr>
                  <a:xfrm rot="-5400000" flipH="1">
                    <a:off x="10" y="609"/>
                    <a:ext cx="58" cy="79"/>
                  </a:xfrm>
                  <a:prstGeom prst="line">
                    <a:avLst/>
                  </a:prstGeom>
                  <a:ln w="38100" cap="flat" cmpd="sng">
                    <a:solidFill>
                      <a:schemeClr val="dk1"/>
                    </a:solidFill>
                    <a:prstDash val="solid"/>
                    <a:headEnd type="none" w="med" len="med"/>
                    <a:tailEnd type="none" w="med" len="med"/>
                  </a:ln>
                </p:spPr>
              </p:sp>
              <p:sp>
                <p:nvSpPr>
                  <p:cNvPr id="27720" name="Line 122"/>
                  <p:cNvSpPr/>
                  <p:nvPr>
                    <p:custDataLst>
                      <p:tags r:id="rId15"/>
                    </p:custDataLst>
                  </p:nvPr>
                </p:nvSpPr>
                <p:spPr>
                  <a:xfrm rot="-5400000" flipH="1">
                    <a:off x="10" y="494"/>
                    <a:ext cx="58" cy="79"/>
                  </a:xfrm>
                  <a:prstGeom prst="line">
                    <a:avLst/>
                  </a:prstGeom>
                  <a:ln w="38100" cap="flat" cmpd="sng">
                    <a:solidFill>
                      <a:schemeClr val="dk1"/>
                    </a:solidFill>
                    <a:prstDash val="solid"/>
                    <a:headEnd type="none" w="med" len="med"/>
                    <a:tailEnd type="none" w="med" len="med"/>
                  </a:ln>
                </p:spPr>
              </p:sp>
              <p:sp>
                <p:nvSpPr>
                  <p:cNvPr id="27721" name="Line 123"/>
                  <p:cNvSpPr/>
                  <p:nvPr>
                    <p:custDataLst>
                      <p:tags r:id="rId16"/>
                    </p:custDataLst>
                  </p:nvPr>
                </p:nvSpPr>
                <p:spPr>
                  <a:xfrm rot="-5400000" flipH="1">
                    <a:off x="10" y="377"/>
                    <a:ext cx="58" cy="79"/>
                  </a:xfrm>
                  <a:prstGeom prst="line">
                    <a:avLst/>
                  </a:prstGeom>
                  <a:ln w="38100" cap="flat" cmpd="sng">
                    <a:solidFill>
                      <a:schemeClr val="dk1"/>
                    </a:solidFill>
                    <a:prstDash val="solid"/>
                    <a:headEnd type="none" w="med" len="med"/>
                    <a:tailEnd type="none" w="med" len="med"/>
                  </a:ln>
                </p:spPr>
              </p:sp>
              <p:sp>
                <p:nvSpPr>
                  <p:cNvPr id="27722" name="Line 124"/>
                  <p:cNvSpPr/>
                  <p:nvPr>
                    <p:custDataLst>
                      <p:tags r:id="rId17"/>
                    </p:custDataLst>
                  </p:nvPr>
                </p:nvSpPr>
                <p:spPr>
                  <a:xfrm rot="16200000">
                    <a:off x="-515" y="515"/>
                    <a:ext cx="1031" cy="0"/>
                  </a:xfrm>
                  <a:prstGeom prst="line">
                    <a:avLst/>
                  </a:prstGeom>
                  <a:ln w="38100" cap="flat" cmpd="sng">
                    <a:solidFill>
                      <a:schemeClr val="dk1"/>
                    </a:solidFill>
                    <a:prstDash val="solid"/>
                    <a:headEnd type="none" w="med" len="med"/>
                    <a:tailEnd type="none" w="med" len="med"/>
                  </a:ln>
                </p:spPr>
              </p:sp>
              <p:sp>
                <p:nvSpPr>
                  <p:cNvPr id="27723" name="Line 125"/>
                  <p:cNvSpPr/>
                  <p:nvPr>
                    <p:custDataLst>
                      <p:tags r:id="rId18"/>
                    </p:custDataLst>
                  </p:nvPr>
                </p:nvSpPr>
                <p:spPr>
                  <a:xfrm rot="-5400000" flipH="1">
                    <a:off x="10" y="263"/>
                    <a:ext cx="58" cy="79"/>
                  </a:xfrm>
                  <a:prstGeom prst="line">
                    <a:avLst/>
                  </a:prstGeom>
                  <a:ln w="38100" cap="flat" cmpd="sng">
                    <a:solidFill>
                      <a:schemeClr val="dk1"/>
                    </a:solidFill>
                    <a:prstDash val="solid"/>
                    <a:headEnd type="none" w="med" len="med"/>
                    <a:tailEnd type="none" w="med" len="med"/>
                  </a:ln>
                </p:spPr>
              </p:sp>
              <p:sp>
                <p:nvSpPr>
                  <p:cNvPr id="27724" name="Line 126"/>
                  <p:cNvSpPr/>
                  <p:nvPr>
                    <p:custDataLst>
                      <p:tags r:id="rId19"/>
                    </p:custDataLst>
                  </p:nvPr>
                </p:nvSpPr>
                <p:spPr>
                  <a:xfrm rot="-5400000" flipH="1">
                    <a:off x="10" y="147"/>
                    <a:ext cx="58" cy="79"/>
                  </a:xfrm>
                  <a:prstGeom prst="line">
                    <a:avLst/>
                  </a:prstGeom>
                  <a:ln w="38100" cap="flat" cmpd="sng">
                    <a:solidFill>
                      <a:schemeClr val="dk1"/>
                    </a:solidFill>
                    <a:prstDash val="solid"/>
                    <a:headEnd type="none" w="med" len="med"/>
                    <a:tailEnd type="none" w="med" len="med"/>
                  </a:ln>
                </p:spPr>
              </p:sp>
              <p:sp>
                <p:nvSpPr>
                  <p:cNvPr id="27725" name="Line 127"/>
                  <p:cNvSpPr/>
                  <p:nvPr>
                    <p:custDataLst>
                      <p:tags r:id="rId20"/>
                    </p:custDataLst>
                  </p:nvPr>
                </p:nvSpPr>
                <p:spPr>
                  <a:xfrm rot="-5400000" flipH="1">
                    <a:off x="10" y="30"/>
                    <a:ext cx="59" cy="79"/>
                  </a:xfrm>
                  <a:prstGeom prst="line">
                    <a:avLst/>
                  </a:prstGeom>
                  <a:ln w="38100" cap="flat" cmpd="sng">
                    <a:solidFill>
                      <a:schemeClr val="dk1"/>
                    </a:solidFill>
                    <a:prstDash val="solid"/>
                    <a:headEnd type="none" w="med" len="med"/>
                    <a:tailEnd type="none" w="med" len="med"/>
                  </a:ln>
                </p:spPr>
              </p:sp>
            </p:grpSp>
          </p:grpSp>
          <p:grpSp>
            <p:nvGrpSpPr>
              <p:cNvPr id="27726" name="组合 27725"/>
              <p:cNvGrpSpPr/>
              <p:nvPr/>
            </p:nvGrpSpPr>
            <p:grpSpPr>
              <a:xfrm>
                <a:off x="545" y="39"/>
                <a:ext cx="572" cy="278"/>
                <a:chOff x="-114" y="39"/>
                <a:chExt cx="572" cy="278"/>
              </a:xfrm>
            </p:grpSpPr>
            <p:sp>
              <p:nvSpPr>
                <p:cNvPr id="27727" name="Line 179"/>
                <p:cNvSpPr/>
                <p:nvPr>
                  <p:custDataLst>
                    <p:tags r:id="rId8"/>
                  </p:custDataLst>
                </p:nvPr>
              </p:nvSpPr>
              <p:spPr>
                <a:xfrm rot="-10800000" flipH="1">
                  <a:off x="0" y="317"/>
                  <a:ext cx="336" cy="0"/>
                </a:xfrm>
                <a:prstGeom prst="line">
                  <a:avLst/>
                </a:prstGeom>
                <a:ln w="28575" cap="flat" cmpd="sng">
                  <a:solidFill>
                    <a:schemeClr val="dk1"/>
                  </a:solidFill>
                  <a:prstDash val="solid"/>
                  <a:headEnd type="none" w="med" len="med"/>
                  <a:tailEnd type="triangle" w="med" len="med"/>
                </a:ln>
              </p:spPr>
            </p:sp>
            <p:sp>
              <p:nvSpPr>
                <p:cNvPr id="27728" name="Text Box 180"/>
                <p:cNvSpPr txBox="1"/>
                <p:nvPr>
                  <p:custDataLst>
                    <p:tags r:id="rId9"/>
                  </p:custDataLst>
                </p:nvPr>
              </p:nvSpPr>
              <p:spPr>
                <a:xfrm>
                  <a:off x="-114" y="39"/>
                  <a:ext cx="572" cy="162"/>
                </a:xfrm>
                <a:prstGeom prst="rect">
                  <a:avLst/>
                </a:prstGeom>
                <a:noFill/>
                <a:ln w="9525">
                  <a:noFill/>
                </a:ln>
              </p:spPr>
              <p:txBody>
                <a:bodyPr wrap="square">
                  <a:spAutoFit/>
                </a:bodyPr>
                <a:lstStyle/>
                <a:p>
                  <a:pPr>
                    <a:spcBef>
                      <a:spcPct val="50000"/>
                    </a:spcBef>
                  </a:pPr>
                  <a:r>
                    <a:rPr lang="zh-CN" altLang="en-US" sz="1495" dirty="0">
                      <a:solidFill>
                        <a:schemeClr val="dk1"/>
                      </a:solidFill>
                      <a:latin typeface="微软雅黑" panose="020B0503020204020204" charset="-122"/>
                      <a:ea typeface="微软雅黑" panose="020B0503020204020204" charset="-122"/>
                    </a:rPr>
                    <a:t>减速</a:t>
                  </a:r>
                </a:p>
              </p:txBody>
            </p:sp>
          </p:grpSp>
        </p:grpSp>
        <p:grpSp>
          <p:nvGrpSpPr>
            <p:cNvPr id="27729" name="组合 27728"/>
            <p:cNvGrpSpPr/>
            <p:nvPr/>
          </p:nvGrpSpPr>
          <p:grpSpPr>
            <a:xfrm>
              <a:off x="48" y="356"/>
              <a:ext cx="480" cy="349"/>
              <a:chOff x="0" y="0"/>
              <a:chExt cx="480" cy="349"/>
            </a:xfrm>
          </p:grpSpPr>
          <p:sp>
            <p:nvSpPr>
              <p:cNvPr id="27730" name="Line 135"/>
              <p:cNvSpPr/>
              <p:nvPr>
                <p:custDataLst>
                  <p:tags r:id="rId6"/>
                </p:custDataLst>
              </p:nvPr>
            </p:nvSpPr>
            <p:spPr>
              <a:xfrm flipH="1">
                <a:off x="48" y="327"/>
                <a:ext cx="432" cy="0"/>
              </a:xfrm>
              <a:prstGeom prst="line">
                <a:avLst/>
              </a:prstGeom>
              <a:ln w="38100" cap="flat" cmpd="sng">
                <a:solidFill>
                  <a:srgbClr val="9933FF"/>
                </a:solidFill>
                <a:prstDash val="solid"/>
                <a:headEnd type="none" w="med" len="med"/>
                <a:tailEnd type="triangle" w="med" len="med"/>
              </a:ln>
            </p:spPr>
          </p:sp>
          <p:sp>
            <p:nvSpPr>
              <p:cNvPr id="27731" name="Text Box 136"/>
              <p:cNvSpPr txBox="1"/>
              <p:nvPr>
                <p:custDataLst>
                  <p:tags r:id="rId7"/>
                </p:custDataLst>
              </p:nvPr>
            </p:nvSpPr>
            <p:spPr>
              <a:xfrm>
                <a:off x="0" y="0"/>
                <a:ext cx="288" cy="349"/>
              </a:xfrm>
              <a:prstGeom prst="rect">
                <a:avLst/>
              </a:prstGeom>
              <a:noFill/>
              <a:ln w="9525">
                <a:noFill/>
              </a:ln>
            </p:spPr>
            <p:txBody>
              <a:bodyPr>
                <a:spAutoFit/>
              </a:bodyPr>
              <a:lstStyle/>
              <a:p>
                <a:pPr>
                  <a:spcBef>
                    <a:spcPct val="50000"/>
                  </a:spcBef>
                </a:pPr>
                <a:r>
                  <a:rPr lang="en-US" altLang="zh-CN" sz="2095" dirty="0">
                    <a:solidFill>
                      <a:srgbClr val="9933FF"/>
                    </a:solidFill>
                    <a:latin typeface="微软雅黑" panose="020B0503020204020204" charset="-122"/>
                    <a:ea typeface="微软雅黑" panose="020B0503020204020204" charset="-122"/>
                  </a:rPr>
                  <a:t>F</a:t>
                </a:r>
              </a:p>
            </p:txBody>
          </p:sp>
        </p:grpSp>
      </p:grpSp>
      <p:grpSp>
        <p:nvGrpSpPr>
          <p:cNvPr id="19458" name="组合 19457"/>
          <p:cNvGrpSpPr/>
          <p:nvPr/>
        </p:nvGrpSpPr>
        <p:grpSpPr>
          <a:xfrm>
            <a:off x="821408" y="471099"/>
            <a:ext cx="1368213" cy="570089"/>
            <a:chOff x="0" y="0"/>
            <a:chExt cx="1152" cy="432"/>
          </a:xfrm>
        </p:grpSpPr>
        <p:sp>
          <p:nvSpPr>
            <p:cNvPr id="19459" name="棱台 19458"/>
            <p:cNvSpPr/>
            <p:nvPr>
              <p:custDataLst>
                <p:tags r:id="rId4"/>
              </p:custDataLst>
            </p:nvPr>
          </p:nvSpPr>
          <p:spPr>
            <a:xfrm>
              <a:off x="0" y="0"/>
              <a:ext cx="1152" cy="432"/>
            </a:xfrm>
            <a:prstGeom prst="bevel">
              <a:avLst>
                <a:gd name="adj" fmla="val 12500"/>
              </a:avLst>
            </a:prstGeom>
            <a:solidFill>
              <a:schemeClr val="accent1"/>
            </a:solidFill>
            <a:ln w="9525" cap="flat" cmpd="sng">
              <a:solidFill>
                <a:schemeClr val="dk1"/>
              </a:solidFill>
              <a:prstDash val="solid"/>
              <a:miter/>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19460" name="文本框 19459"/>
            <p:cNvSpPr txBox="1"/>
            <p:nvPr>
              <p:custDataLst>
                <p:tags r:id="rId5"/>
              </p:custDataLst>
            </p:nvPr>
          </p:nvSpPr>
          <p:spPr>
            <a:xfrm>
              <a:off x="108" y="43"/>
              <a:ext cx="960" cy="34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spAutoFit/>
            </a:bodyPr>
            <a:lstStyle/>
            <a:p>
              <a:pPr>
                <a:spcBef>
                  <a:spcPct val="50000"/>
                </a:spcBef>
              </a:pPr>
              <a:r>
                <a:rPr lang="zh-CN" altLang="en-US" sz="2395" b="0" dirty="0">
                  <a:solidFill>
                    <a:schemeClr val="lt1"/>
                  </a:solidFill>
                  <a:latin typeface="微软雅黑" panose="020B0503020204020204" charset="-122"/>
                  <a:ea typeface="微软雅黑" panose="020B0503020204020204" charset="-122"/>
                </a:rPr>
                <a:t>练一练</a:t>
              </a:r>
            </a:p>
          </p:txBody>
        </p:sp>
      </p:grpSp>
      <p:sp>
        <p:nvSpPr>
          <p:cNvPr id="2" name="文本占位符 28673"/>
          <p:cNvSpPr>
            <a:spLocks noGrp="1"/>
          </p:cNvSpPr>
          <p:nvPr>
            <p:custDataLst>
              <p:tags r:id="rId3"/>
            </p:custDataLst>
          </p:nvPr>
        </p:nvSpPr>
        <p:spPr>
          <a:xfrm>
            <a:off x="1798320" y="3987165"/>
            <a:ext cx="5383530" cy="513080"/>
          </a:xfrm>
          <a:prstGeom prst="rect">
            <a:avLst/>
          </a:prstGeom>
        </p:spPr>
        <p:txBody>
          <a:bodyPr vert="horz" lIns="76011" tIns="0" rIns="61759"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zh-CN" altLang="en-US" sz="2695" b="1">
                <a:solidFill>
                  <a:schemeClr val="dk1">
                    <a:lumMod val="85000"/>
                    <a:lumOff val="15000"/>
                  </a:schemeClr>
                </a:solidFill>
                <a:latin typeface="宋体" panose="02010600030101010101" pitchFamily="2" charset="-122"/>
                <a:ea typeface="宋体" panose="02010600030101010101" pitchFamily="2" charset="-122"/>
              </a:rPr>
              <a:t>你能测出</a:t>
            </a:r>
            <a:r>
              <a:rPr lang="zh-CN" altLang="en-US" sz="2695" b="1">
                <a:solidFill>
                  <a:schemeClr val="dk1">
                    <a:lumMod val="85000"/>
                    <a:lumOff val="15000"/>
                  </a:schemeClr>
                </a:solidFill>
                <a:latin typeface="宋体" panose="02010600030101010101" pitchFamily="2" charset="-122"/>
                <a:ea typeface="宋体" panose="02010600030101010101" pitchFamily="2" charset="-122"/>
                <a:hlinkClick r:id="rId56" action="ppaction://hlinkfile"/>
              </a:rPr>
              <a:t>滑动摩擦力的</a:t>
            </a:r>
            <a:r>
              <a:rPr lang="zh-CN" altLang="en-US" sz="2695" b="1">
                <a:solidFill>
                  <a:srgbClr val="00B0F0"/>
                </a:solidFill>
                <a:latin typeface="宋体" panose="02010600030101010101" pitchFamily="2" charset="-122"/>
                <a:ea typeface="宋体" panose="02010600030101010101" pitchFamily="2" charset="-122"/>
                <a:hlinkClick r:id="rId56" action="ppaction://hlinkfile"/>
              </a:rPr>
              <a:t>大小</a:t>
            </a:r>
            <a:r>
              <a:rPr lang="zh-CN" altLang="en-US" sz="2695" b="1">
                <a:solidFill>
                  <a:schemeClr val="dk1">
                    <a:lumMod val="85000"/>
                    <a:lumOff val="15000"/>
                  </a:schemeClr>
                </a:solidFill>
                <a:latin typeface="宋体" panose="02010600030101010101" pitchFamily="2" charset="-122"/>
                <a:ea typeface="宋体" panose="02010600030101010101" pitchFamily="2" charset="-122"/>
                <a:hlinkClick r:id="rId56" action="ppaction://hlinkfile"/>
              </a:rPr>
              <a:t>吗？</a:t>
            </a:r>
            <a:endParaRPr lang="zh-CN" altLang="en-US" sz="2695" b="1">
              <a:solidFill>
                <a:schemeClr val="dk1">
                  <a:lumMod val="85000"/>
                  <a:lumOff val="15000"/>
                </a:schemeClr>
              </a:solidFill>
              <a:latin typeface="宋体" panose="02010600030101010101" pitchFamily="2" charset="-122"/>
              <a:ea typeface="宋体" panose="02010600030101010101" pitchFamily="2"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nodeType="withEffect">
                                  <p:stCondLst>
                                    <p:cond delay="0"/>
                                  </p:stCondLst>
                                  <p:childTnLst>
                                    <p:set>
                                      <p:cBhvr>
                                        <p:cTn id="6" dur="1" fill="hold">
                                          <p:stCondLst>
                                            <p:cond delay="0"/>
                                          </p:stCondLst>
                                        </p:cTn>
                                        <p:tgtEl>
                                          <p:spTgt spid="27678"/>
                                        </p:tgtEl>
                                        <p:attrNameLst>
                                          <p:attrName>style.visibility</p:attrName>
                                        </p:attrNameLst>
                                      </p:cBhvr>
                                      <p:to>
                                        <p:strVal val="visible"/>
                                      </p:to>
                                    </p:set>
                                    <p:animEffect transition="in" filter="fade">
                                      <p:cBhvr>
                                        <p:cTn id="7" dur="770" decel="100000"/>
                                        <p:tgtEl>
                                          <p:spTgt spid="27678"/>
                                        </p:tgtEl>
                                      </p:cBhvr>
                                    </p:animEffect>
                                    <p:animScale>
                                      <p:cBhvr>
                                        <p:cTn id="8" dur="770" decel="100000"/>
                                        <p:tgtEl>
                                          <p:spTgt spid="27678"/>
                                        </p:tgtEl>
                                      </p:cBhvr>
                                      <p:from x="10000" y="10000"/>
                                      <p:to x="200000" y="450000"/>
                                    </p:animScale>
                                    <p:animScale>
                                      <p:cBhvr>
                                        <p:cTn id="9" dur="1230" accel="100000" fill="hold">
                                          <p:stCondLst>
                                            <p:cond delay="770"/>
                                          </p:stCondLst>
                                        </p:cTn>
                                        <p:tgtEl>
                                          <p:spTgt spid="27678"/>
                                        </p:tgtEl>
                                      </p:cBhvr>
                                      <p:from x="200000" y="450000"/>
                                      <p:to x="100000" y="100000"/>
                                    </p:animScale>
                                    <p:set>
                                      <p:cBhvr>
                                        <p:cTn id="10" dur="770" fill="hold"/>
                                        <p:tgtEl>
                                          <p:spTgt spid="27678"/>
                                        </p:tgtEl>
                                        <p:attrNameLst>
                                          <p:attrName>ppt_x</p:attrName>
                                        </p:attrNameLst>
                                      </p:cBhvr>
                                      <p:to>
                                        <p:strVal val="(0.5)"/>
                                      </p:to>
                                    </p:set>
                                    <p:anim from="(0.5)" to="(#ppt_x)" calcmode="lin" valueType="num">
                                      <p:cBhvr>
                                        <p:cTn id="11" dur="1230" accel="100000" fill="hold">
                                          <p:stCondLst>
                                            <p:cond delay="770"/>
                                          </p:stCondLst>
                                        </p:cTn>
                                        <p:tgtEl>
                                          <p:spTgt spid="27678"/>
                                        </p:tgtEl>
                                        <p:attrNameLst>
                                          <p:attrName>ppt_x</p:attrName>
                                        </p:attrNameLst>
                                      </p:cBhvr>
                                    </p:anim>
                                    <p:set>
                                      <p:cBhvr>
                                        <p:cTn id="12" dur="770" fill="hold"/>
                                        <p:tgtEl>
                                          <p:spTgt spid="27678"/>
                                        </p:tgtEl>
                                        <p:attrNameLst>
                                          <p:attrName>ppt_y</p:attrName>
                                        </p:attrNameLst>
                                      </p:cBhvr>
                                      <p:to>
                                        <p:strVal val="(#ppt_y+0.4)"/>
                                      </p:to>
                                    </p:set>
                                    <p:anim from="(#ppt_y+0.4)" to="(#ppt_y)" calcmode="lin" valueType="num">
                                      <p:cBhvr>
                                        <p:cTn id="13" dur="1230" accel="100000" fill="hold">
                                          <p:stCondLst>
                                            <p:cond delay="770"/>
                                          </p:stCondLst>
                                        </p:cTn>
                                        <p:tgtEl>
                                          <p:spTgt spid="27678"/>
                                        </p:tgtEl>
                                        <p:attrNameLst>
                                          <p:attrName>ppt_y</p:attrName>
                                        </p:attrNameLst>
                                      </p:cBhvr>
                                    </p:anim>
                                  </p:childTnLst>
                                </p:cTn>
                              </p:par>
                              <p:par>
                                <p:cTn id="14" presetID="51" presetClass="entr" presetSubtype="0" fill="hold" nodeType="withEffect">
                                  <p:stCondLst>
                                    <p:cond delay="0"/>
                                  </p:stCondLst>
                                  <p:childTnLst>
                                    <p:set>
                                      <p:cBhvr>
                                        <p:cTn id="15" dur="1" fill="hold">
                                          <p:stCondLst>
                                            <p:cond delay="0"/>
                                          </p:stCondLst>
                                        </p:cTn>
                                        <p:tgtEl>
                                          <p:spTgt spid="27652"/>
                                        </p:tgtEl>
                                        <p:attrNameLst>
                                          <p:attrName>style.visibility</p:attrName>
                                        </p:attrNameLst>
                                      </p:cBhvr>
                                      <p:to>
                                        <p:strVal val="visible"/>
                                      </p:to>
                                    </p:set>
                                    <p:animEffect transition="in" filter="fade">
                                      <p:cBhvr>
                                        <p:cTn id="16" dur="770" decel="100000"/>
                                        <p:tgtEl>
                                          <p:spTgt spid="27652"/>
                                        </p:tgtEl>
                                      </p:cBhvr>
                                    </p:animEffect>
                                    <p:animScale>
                                      <p:cBhvr>
                                        <p:cTn id="17" dur="770" decel="100000"/>
                                        <p:tgtEl>
                                          <p:spTgt spid="27652"/>
                                        </p:tgtEl>
                                      </p:cBhvr>
                                      <p:from x="10000" y="10000"/>
                                      <p:to x="200000" y="450000"/>
                                    </p:animScale>
                                    <p:animScale>
                                      <p:cBhvr>
                                        <p:cTn id="18" dur="1230" accel="100000" fill="hold">
                                          <p:stCondLst>
                                            <p:cond delay="770"/>
                                          </p:stCondLst>
                                        </p:cTn>
                                        <p:tgtEl>
                                          <p:spTgt spid="27652"/>
                                        </p:tgtEl>
                                      </p:cBhvr>
                                      <p:from x="200000" y="450000"/>
                                      <p:to x="100000" y="100000"/>
                                    </p:animScale>
                                    <p:set>
                                      <p:cBhvr>
                                        <p:cTn id="19" dur="770" fill="hold"/>
                                        <p:tgtEl>
                                          <p:spTgt spid="27652"/>
                                        </p:tgtEl>
                                        <p:attrNameLst>
                                          <p:attrName>ppt_x</p:attrName>
                                        </p:attrNameLst>
                                      </p:cBhvr>
                                      <p:to>
                                        <p:strVal val="(0.5)"/>
                                      </p:to>
                                    </p:set>
                                    <p:anim from="(0.5)" to="(#ppt_x)" calcmode="lin" valueType="num">
                                      <p:cBhvr>
                                        <p:cTn id="20" dur="1230" accel="100000" fill="hold">
                                          <p:stCondLst>
                                            <p:cond delay="770"/>
                                          </p:stCondLst>
                                        </p:cTn>
                                        <p:tgtEl>
                                          <p:spTgt spid="27652"/>
                                        </p:tgtEl>
                                        <p:attrNameLst>
                                          <p:attrName>ppt_x</p:attrName>
                                        </p:attrNameLst>
                                      </p:cBhvr>
                                    </p:anim>
                                    <p:set>
                                      <p:cBhvr>
                                        <p:cTn id="21" dur="770" fill="hold"/>
                                        <p:tgtEl>
                                          <p:spTgt spid="27652"/>
                                        </p:tgtEl>
                                        <p:attrNameLst>
                                          <p:attrName>ppt_y</p:attrName>
                                        </p:attrNameLst>
                                      </p:cBhvr>
                                      <p:to>
                                        <p:strVal val="(#ppt_y+0.4)"/>
                                      </p:to>
                                    </p:set>
                                    <p:anim from="(#ppt_y+0.4)" to="(#ppt_y)" calcmode="lin" valueType="num">
                                      <p:cBhvr>
                                        <p:cTn id="22" dur="1230" accel="100000" fill="hold">
                                          <p:stCondLst>
                                            <p:cond delay="770"/>
                                          </p:stCondLst>
                                        </p:cTn>
                                        <p:tgtEl>
                                          <p:spTgt spid="27652"/>
                                        </p:tgtEl>
                                        <p:attrNameLst>
                                          <p:attrName>ppt_y</p:attrName>
                                        </p:attrNameLst>
                                      </p:cBhvr>
                                    </p:anim>
                                  </p:childTnLst>
                                </p:cTn>
                              </p:par>
                              <p:par>
                                <p:cTn id="23" presetID="51" presetClass="entr" presetSubtype="0" fill="hold" nodeType="withEffect">
                                  <p:stCondLst>
                                    <p:cond delay="0"/>
                                  </p:stCondLst>
                                  <p:childTnLst>
                                    <p:set>
                                      <p:cBhvr>
                                        <p:cTn id="24" dur="1" fill="hold">
                                          <p:stCondLst>
                                            <p:cond delay="0"/>
                                          </p:stCondLst>
                                        </p:cTn>
                                        <p:tgtEl>
                                          <p:spTgt spid="27711"/>
                                        </p:tgtEl>
                                        <p:attrNameLst>
                                          <p:attrName>style.visibility</p:attrName>
                                        </p:attrNameLst>
                                      </p:cBhvr>
                                      <p:to>
                                        <p:strVal val="visible"/>
                                      </p:to>
                                    </p:set>
                                    <p:animEffect transition="in" filter="fade">
                                      <p:cBhvr>
                                        <p:cTn id="25" dur="770" decel="100000"/>
                                        <p:tgtEl>
                                          <p:spTgt spid="27711"/>
                                        </p:tgtEl>
                                      </p:cBhvr>
                                    </p:animEffect>
                                    <p:animScale>
                                      <p:cBhvr>
                                        <p:cTn id="26" dur="770" decel="100000"/>
                                        <p:tgtEl>
                                          <p:spTgt spid="27711"/>
                                        </p:tgtEl>
                                      </p:cBhvr>
                                      <p:from x="10000" y="10000"/>
                                      <p:to x="200000" y="450000"/>
                                    </p:animScale>
                                    <p:animScale>
                                      <p:cBhvr>
                                        <p:cTn id="27" dur="1230" accel="100000" fill="hold">
                                          <p:stCondLst>
                                            <p:cond delay="770"/>
                                          </p:stCondLst>
                                        </p:cTn>
                                        <p:tgtEl>
                                          <p:spTgt spid="27711"/>
                                        </p:tgtEl>
                                      </p:cBhvr>
                                      <p:from x="200000" y="450000"/>
                                      <p:to x="100000" y="100000"/>
                                    </p:animScale>
                                    <p:set>
                                      <p:cBhvr>
                                        <p:cTn id="28" dur="770" fill="hold"/>
                                        <p:tgtEl>
                                          <p:spTgt spid="27711"/>
                                        </p:tgtEl>
                                        <p:attrNameLst>
                                          <p:attrName>ppt_x</p:attrName>
                                        </p:attrNameLst>
                                      </p:cBhvr>
                                      <p:to>
                                        <p:strVal val="(0.5)"/>
                                      </p:to>
                                    </p:set>
                                    <p:anim from="(0.5)" to="(#ppt_x)" calcmode="lin" valueType="num">
                                      <p:cBhvr>
                                        <p:cTn id="29" dur="1230" accel="100000" fill="hold">
                                          <p:stCondLst>
                                            <p:cond delay="770"/>
                                          </p:stCondLst>
                                        </p:cTn>
                                        <p:tgtEl>
                                          <p:spTgt spid="27711"/>
                                        </p:tgtEl>
                                        <p:attrNameLst>
                                          <p:attrName>ppt_x</p:attrName>
                                        </p:attrNameLst>
                                      </p:cBhvr>
                                    </p:anim>
                                    <p:set>
                                      <p:cBhvr>
                                        <p:cTn id="30" dur="770" fill="hold"/>
                                        <p:tgtEl>
                                          <p:spTgt spid="27711"/>
                                        </p:tgtEl>
                                        <p:attrNameLst>
                                          <p:attrName>ppt_y</p:attrName>
                                        </p:attrNameLst>
                                      </p:cBhvr>
                                      <p:to>
                                        <p:strVal val="(#ppt_y+0.4)"/>
                                      </p:to>
                                    </p:set>
                                    <p:anim from="(#ppt_y+0.4)" to="(#ppt_y)" calcmode="lin" valueType="num">
                                      <p:cBhvr>
                                        <p:cTn id="31" dur="1230" accel="100000" fill="hold">
                                          <p:stCondLst>
                                            <p:cond delay="770"/>
                                          </p:stCondLst>
                                        </p:cTn>
                                        <p:tgtEl>
                                          <p:spTgt spid="27711"/>
                                        </p:tgtEl>
                                        <p:attrNameLst>
                                          <p:attrName>ppt_y</p:attrName>
                                        </p:attrNameLst>
                                      </p:cBhvr>
                                    </p:anim>
                                  </p:childTnLst>
                                </p:cTn>
                              </p:par>
                            </p:childTnLst>
                          </p:cTn>
                        </p:par>
                      </p:childTnLst>
                    </p:cTn>
                  </p:par>
                  <p:par>
                    <p:cTn id="32" fill="hold">
                      <p:stCondLst>
                        <p:cond delay="indefinite"/>
                      </p:stCondLst>
                      <p:childTnLst>
                        <p:par>
                          <p:cTn id="33" fill="hold">
                            <p:stCondLst>
                              <p:cond delay="0"/>
                            </p:stCondLst>
                            <p:childTnLst>
                              <p:par>
                                <p:cTn id="34" presetID="12" presetClass="entr" presetSubtype="2" fill="hold" nodeType="clickEffect">
                                  <p:stCondLst>
                                    <p:cond delay="0"/>
                                  </p:stCondLst>
                                  <p:childTnLst>
                                    <p:set>
                                      <p:cBhvr>
                                        <p:cTn id="35" dur="1" fill="hold">
                                          <p:stCondLst>
                                            <p:cond delay="0"/>
                                          </p:stCondLst>
                                        </p:cTn>
                                        <p:tgtEl>
                                          <p:spTgt spid="27672"/>
                                        </p:tgtEl>
                                        <p:attrNameLst>
                                          <p:attrName>style.visibility</p:attrName>
                                        </p:attrNameLst>
                                      </p:cBhvr>
                                      <p:to>
                                        <p:strVal val="visible"/>
                                      </p:to>
                                    </p:set>
                                    <p:animEffect transition="in" filter="slide(fromRight)">
                                      <p:cBhvr>
                                        <p:cTn id="36" dur="500"/>
                                        <p:tgtEl>
                                          <p:spTgt spid="27672"/>
                                        </p:tgtEl>
                                      </p:cBhvr>
                                    </p:animEffect>
                                  </p:childTnLst>
                                </p:cTn>
                              </p:par>
                              <p:par>
                                <p:cTn id="37" presetID="12" presetClass="entr" presetSubtype="2" fill="hold" nodeType="withEffect">
                                  <p:stCondLst>
                                    <p:cond delay="0"/>
                                  </p:stCondLst>
                                  <p:childTnLst>
                                    <p:set>
                                      <p:cBhvr>
                                        <p:cTn id="38" dur="1" fill="hold">
                                          <p:stCondLst>
                                            <p:cond delay="0"/>
                                          </p:stCondLst>
                                        </p:cTn>
                                        <p:tgtEl>
                                          <p:spTgt spid="27705"/>
                                        </p:tgtEl>
                                        <p:attrNameLst>
                                          <p:attrName>style.visibility</p:attrName>
                                        </p:attrNameLst>
                                      </p:cBhvr>
                                      <p:to>
                                        <p:strVal val="visible"/>
                                      </p:to>
                                    </p:set>
                                    <p:animEffect transition="in" filter="slide(fromRight)">
                                      <p:cBhvr>
                                        <p:cTn id="39" dur="500"/>
                                        <p:tgtEl>
                                          <p:spTgt spid="27705"/>
                                        </p:tgtEl>
                                      </p:cBhvr>
                                    </p:animEffect>
                                  </p:childTnLst>
                                </p:cTn>
                              </p:par>
                              <p:par>
                                <p:cTn id="40" presetID="12" presetClass="entr" presetSubtype="2" fill="hold" nodeType="withEffect">
                                  <p:stCondLst>
                                    <p:cond delay="0"/>
                                  </p:stCondLst>
                                  <p:childTnLst>
                                    <p:set>
                                      <p:cBhvr>
                                        <p:cTn id="41" dur="1" fill="hold">
                                          <p:stCondLst>
                                            <p:cond delay="0"/>
                                          </p:stCondLst>
                                        </p:cTn>
                                        <p:tgtEl>
                                          <p:spTgt spid="27708"/>
                                        </p:tgtEl>
                                        <p:attrNameLst>
                                          <p:attrName>style.visibility</p:attrName>
                                        </p:attrNameLst>
                                      </p:cBhvr>
                                      <p:to>
                                        <p:strVal val="visible"/>
                                      </p:to>
                                    </p:set>
                                    <p:animEffect transition="in" filter="slide(fromRight)">
                                      <p:cBhvr>
                                        <p:cTn id="42" dur="500"/>
                                        <p:tgtEl>
                                          <p:spTgt spid="27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28673"/>
          <p:cNvSpPr>
            <a:spLocks noGrp="1"/>
          </p:cNvSpPr>
          <p:nvPr>
            <p:custDataLst>
              <p:tags r:id="rId2"/>
            </p:custDataLst>
          </p:nvPr>
        </p:nvSpPr>
        <p:spPr>
          <a:xfrm>
            <a:off x="5787390" y="1125855"/>
            <a:ext cx="2615565" cy="1038860"/>
          </a:xfrm>
          <a:prstGeom prst="rect">
            <a:avLst/>
          </a:prstGeom>
        </p:spPr>
        <p:txBody>
          <a:bodyPr vert="horz" lIns="76011" tIns="0" rIns="61759"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zh-CN" altLang="en-US" sz="2000" b="1">
                <a:solidFill>
                  <a:schemeClr val="dk1">
                    <a:lumMod val="85000"/>
                    <a:lumOff val="15000"/>
                  </a:schemeClr>
                </a:solidFill>
                <a:latin typeface="宋体" panose="02010600030101010101" pitchFamily="2" charset="-122"/>
                <a:ea typeface="宋体" panose="02010600030101010101" pitchFamily="2" charset="-122"/>
                <a:hlinkClick r:id="rId6" action="ppaction://hlinkfile"/>
              </a:rPr>
              <a:t>滑动摩擦力的</a:t>
            </a:r>
            <a:r>
              <a:rPr lang="zh-CN" altLang="en-US" sz="2000" b="1">
                <a:solidFill>
                  <a:srgbClr val="00B0F0"/>
                </a:solidFill>
                <a:latin typeface="宋体" panose="02010600030101010101" pitchFamily="2" charset="-122"/>
                <a:ea typeface="宋体" panose="02010600030101010101" pitchFamily="2" charset="-122"/>
                <a:hlinkClick r:id="rId6" action="ppaction://hlinkfile"/>
              </a:rPr>
              <a:t>大小</a:t>
            </a:r>
            <a:r>
              <a:rPr lang="zh-CN" altLang="en-US" sz="2000" b="1">
                <a:solidFill>
                  <a:schemeClr val="dk1">
                    <a:lumMod val="85000"/>
                    <a:lumOff val="15000"/>
                  </a:schemeClr>
                </a:solidFill>
                <a:latin typeface="宋体" panose="02010600030101010101" pitchFamily="2" charset="-122"/>
                <a:ea typeface="宋体" panose="02010600030101010101" pitchFamily="2" charset="-122"/>
                <a:hlinkClick r:id="rId6" action="ppaction://hlinkfile"/>
              </a:rPr>
              <a:t>与哪些因素有关？</a:t>
            </a:r>
          </a:p>
        </p:txBody>
      </p:sp>
      <p:pic>
        <p:nvPicPr>
          <p:cNvPr id="3" name="图片 2" descr="20300000666766131908728757906"/>
          <p:cNvPicPr>
            <a:picLocks noChangeAspect="1"/>
          </p:cNvPicPr>
          <p:nvPr/>
        </p:nvPicPr>
        <p:blipFill>
          <a:blip r:embed="rId7"/>
          <a:stretch>
            <a:fillRect/>
          </a:stretch>
        </p:blipFill>
        <p:spPr>
          <a:xfrm>
            <a:off x="695758" y="1309102"/>
            <a:ext cx="4543608" cy="3304615"/>
          </a:xfrm>
          <a:prstGeom prst="rect">
            <a:avLst/>
          </a:prstGeom>
        </p:spPr>
      </p:pic>
      <p:sp>
        <p:nvSpPr>
          <p:cNvPr id="4" name="文本框 3"/>
          <p:cNvSpPr txBox="1"/>
          <p:nvPr/>
        </p:nvSpPr>
        <p:spPr>
          <a:xfrm>
            <a:off x="5585460" y="2308225"/>
            <a:ext cx="2874645" cy="23056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just">
              <a:lnSpc>
                <a:spcPct val="180000"/>
              </a:lnSpc>
              <a:spcAft>
                <a:spcPts val="0"/>
              </a:spcAft>
            </a:pPr>
            <a:r>
              <a:rPr lang="en-US" altLang="zh-CN" sz="2000" b="1" kern="100" dirty="0">
                <a:latin typeface="宋体" panose="02010600030101010101" pitchFamily="2" charset="-122"/>
                <a:ea typeface="宋体" panose="02010600030101010101" pitchFamily="2" charset="-122"/>
                <a:cs typeface="宋体" panose="02010600030101010101" pitchFamily="2" charset="-122"/>
                <a:sym typeface="+mn-ea"/>
              </a:rPr>
              <a:t>   </a:t>
            </a:r>
            <a:r>
              <a:rPr lang="zh-CN" altLang="zh-CN" sz="2000" b="1" kern="100" dirty="0">
                <a:latin typeface="宋体" panose="02010600030101010101" pitchFamily="2" charset="-122"/>
                <a:ea typeface="宋体" panose="02010600030101010101" pitchFamily="2" charset="-122"/>
                <a:cs typeface="宋体" panose="02010600030101010101" pitchFamily="2" charset="-122"/>
                <a:sym typeface="+mn-ea"/>
              </a:rPr>
              <a:t>如果滑动摩擦力的大小跟压力的大小存在某种定量关系的话，它们可能是怎样的关</a:t>
            </a:r>
            <a:r>
              <a:rPr lang="zh-CN" altLang="zh-CN" sz="2000" b="1" dirty="0">
                <a:latin typeface="宋体" panose="02010600030101010101" pitchFamily="2" charset="-122"/>
                <a:ea typeface="宋体" panose="02010600030101010101" pitchFamily="2" charset="-122"/>
                <a:cs typeface="宋体" panose="02010600030101010101" pitchFamily="2" charset="-122"/>
                <a:sym typeface="+mn-ea"/>
              </a:rPr>
              <a:t>系呢？</a:t>
            </a:r>
            <a:r>
              <a:rPr lang="en-US" altLang="zh-CN" sz="2000" b="1" dirty="0">
                <a:latin typeface="宋体" panose="02010600030101010101" pitchFamily="2" charset="-122"/>
                <a:ea typeface="宋体" panose="02010600030101010101" pitchFamily="2" charset="-122"/>
                <a:cs typeface="宋体" panose="02010600030101010101" pitchFamily="2" charset="-122"/>
                <a:sym typeface="+mn-ea"/>
              </a:rPr>
              <a:t>	</a:t>
            </a:r>
            <a:endParaRPr kumimoji="0" lang="en-US" altLang="zh-CN" sz="2000" b="1" i="0" u="none" strike="noStrike" cap="none" spc="0" normalizeH="0" baseline="0" dirty="0">
              <a:ln>
                <a:noFill/>
              </a:ln>
              <a:solidFill>
                <a:srgbClr val="000000"/>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cxnSp>
        <p:nvCxnSpPr>
          <p:cNvPr id="45" name="直接连接符 44"/>
          <p:cNvCxnSpPr/>
          <p:nvPr/>
        </p:nvCxnSpPr>
        <p:spPr>
          <a:xfrm>
            <a:off x="-8255" y="715010"/>
            <a:ext cx="4293235" cy="698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48" name="圆角矩形 47">
            <a:hlinkClick r:id="" action="ppaction://noaction"/>
          </p:cNvPr>
          <p:cNvSpPr/>
          <p:nvPr>
            <p:custDataLst>
              <p:tags r:id="rId3"/>
            </p:custDataLst>
          </p:nvPr>
        </p:nvSpPr>
        <p:spPr>
          <a:xfrm>
            <a:off x="0" y="22860"/>
            <a:ext cx="32499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49" name="TextBox 14">
            <a:hlinkClick r:id="" action="ppaction://noaction"/>
          </p:cNvPr>
          <p:cNvSpPr txBox="1">
            <a:spLocks noChangeArrowheads="1"/>
          </p:cNvSpPr>
          <p:nvPr>
            <p:custDataLst>
              <p:tags r:id="rId4"/>
            </p:custDataLst>
          </p:nvPr>
        </p:nvSpPr>
        <p:spPr bwMode="auto">
          <a:xfrm>
            <a:off x="16510" y="125095"/>
            <a:ext cx="3232785" cy="458470"/>
          </a:xfrm>
          <a:prstGeom prst="rect">
            <a:avLst/>
          </a:prstGeom>
          <a:noFill/>
          <a:ln w="9525">
            <a:noFill/>
            <a:miter lim="800000"/>
          </a:ln>
        </p:spPr>
        <p:txBody>
          <a:bodyPr wrap="square">
            <a:spAutoFit/>
          </a:bodyPr>
          <a:lstStyle/>
          <a:p>
            <a:r>
              <a:rPr lang="zh-CN" altLang="en-US" sz="2390" b="1" dirty="0">
                <a:solidFill>
                  <a:schemeClr val="bg1"/>
                </a:solidFill>
                <a:latin typeface="宋体" panose="02010600030101010101" pitchFamily="2" charset="-122"/>
                <a:ea typeface="宋体" panose="02010600030101010101" pitchFamily="2" charset="-122"/>
              </a:rPr>
              <a:t>滑动摩擦力的大小</a:t>
            </a:r>
          </a:p>
        </p:txBody>
      </p:sp>
    </p:spTree>
    <p:custDataLst>
      <p:tags r:id="rId1"/>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0001.哔哩哔哩-【物理实验】测量滑动摩擦力">
            <a:hlinkClick r:id="" action="ppaction://media"/>
          </p:cNvPr>
          <p:cNvPicPr/>
          <p:nvPr>
            <a:videoFile r:link="rId3"/>
            <p:extLst>
              <p:ext uri="{DAA4B4D4-6D71-4841-9C94-3DE7FCFB9230}">
                <p14:media xmlns:p14="http://schemas.microsoft.com/office/powerpoint/2010/main" r:embed="rId2"/>
              </p:ext>
            </p:extLst>
          </p:nvPr>
        </p:nvPicPr>
        <p:blipFill>
          <a:blip r:embed="rId5"/>
          <a:stretch>
            <a:fillRect/>
          </a:stretch>
        </p:blipFill>
        <p:spPr>
          <a:xfrm>
            <a:off x="57785" y="0"/>
            <a:ext cx="9086215" cy="5131435"/>
          </a:xfrm>
          <a:prstGeom prst="rect">
            <a:avLst/>
          </a:prstGeom>
        </p:spPr>
      </p:pic>
    </p:spTree>
    <p:custDataLst>
      <p:tags r:id="rId1"/>
    </p:custDataLst>
  </p:cSld>
  <p:clrMapOvr>
    <a:masterClrMapping/>
  </p:clrMapOvr>
  <p:transition spd="med"/>
  <p:timing>
    <p:tnLst>
      <p:par>
        <p:cTn id="1" dur="indefinite" restart="never" nodeType="tmRoot">
          <p:childTnLst>
            <p:video>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30721"/>
          <p:cNvSpPr/>
          <p:nvPr>
            <p:custDataLst>
              <p:tags r:id="rId2"/>
            </p:custDataLst>
          </p:nvPr>
        </p:nvSpPr>
        <p:spPr>
          <a:xfrm>
            <a:off x="786873" y="963469"/>
            <a:ext cx="5690437" cy="486476"/>
          </a:xfrm>
          <a:prstGeom prst="rect">
            <a:avLst/>
          </a:prstGeom>
          <a:noFill/>
          <a:ln w="9525">
            <a:noFill/>
          </a:ln>
          <a:extLst>
            <a:ext uri="{909E8E84-426E-40DD-AFC4-6F175D3DCCD1}">
              <a14:hiddenFill xmlns:a14="http://schemas.microsoft.com/office/drawing/2010/main">
                <a:gradFill>
                  <a:gsLst>
                    <a:gs pos="50000">
                      <a:srgbClr val="EBA874"/>
                    </a:gs>
                    <a:gs pos="0">
                      <a:srgbClr val="F2C5A2"/>
                    </a:gs>
                    <a:gs pos="100000">
                      <a:srgbClr val="E48B45"/>
                    </a:gs>
                  </a:gsLst>
                  <a:lin scaled="1"/>
                </a:gradFill>
              </a14:hiddenFill>
            </a:ext>
          </a:extLst>
        </p:spPr>
        <p:txBody>
          <a:bodyPr/>
          <a:lstStyle>
            <a:lvl1pPr marL="342900" lvl="0" indent="-342900" algn="l" defTabSz="91440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lnSpc>
                <a:spcPct val="100000"/>
              </a:lnSpc>
              <a:buNone/>
            </a:pPr>
            <a:r>
              <a:rPr lang="zh-CN" altLang="en-US" sz="2400" b="1" dirty="0">
                <a:solidFill>
                  <a:srgbClr val="FF0000"/>
                </a:solidFill>
                <a:latin typeface="宋体" panose="02010600030101010101" pitchFamily="2" charset="-122"/>
                <a:cs typeface="宋体" panose="02010600030101010101" pitchFamily="2" charset="-122"/>
              </a:rPr>
              <a:t>结论：</a:t>
            </a:r>
            <a:r>
              <a:rPr lang="zh-CN" altLang="en-US" sz="2400" b="1" dirty="0">
                <a:solidFill>
                  <a:schemeClr val="dk1"/>
                </a:solidFill>
                <a:effectLst/>
                <a:latin typeface="宋体" panose="02010600030101010101" pitchFamily="2" charset="-122"/>
                <a:cs typeface="宋体" panose="02010600030101010101" pitchFamily="2" charset="-122"/>
              </a:rPr>
              <a:t> 滑动摩擦力的大小跟</a:t>
            </a:r>
            <a:r>
              <a:rPr lang="zh-CN" altLang="en-US" sz="2400" b="1" dirty="0">
                <a:solidFill>
                  <a:srgbClr val="00B0F0"/>
                </a:solidFill>
                <a:effectLst/>
                <a:latin typeface="宋体" panose="02010600030101010101" pitchFamily="2" charset="-122"/>
                <a:cs typeface="宋体" panose="02010600030101010101" pitchFamily="2" charset="-122"/>
              </a:rPr>
              <a:t>压力</a:t>
            </a:r>
            <a:r>
              <a:rPr lang="zh-CN" altLang="en-US" sz="2400" b="1" dirty="0">
                <a:solidFill>
                  <a:schemeClr val="dk1"/>
                </a:solidFill>
                <a:effectLst/>
                <a:latin typeface="宋体" panose="02010600030101010101" pitchFamily="2" charset="-122"/>
                <a:cs typeface="宋体" panose="02010600030101010101" pitchFamily="2" charset="-122"/>
              </a:rPr>
              <a:t>成正比。</a:t>
            </a:r>
          </a:p>
        </p:txBody>
      </p:sp>
      <p:sp>
        <p:nvSpPr>
          <p:cNvPr id="30723" name="矩形 30722"/>
          <p:cNvSpPr/>
          <p:nvPr>
            <p:custDataLst>
              <p:tags r:id="rId3"/>
            </p:custDataLst>
          </p:nvPr>
        </p:nvSpPr>
        <p:spPr>
          <a:xfrm>
            <a:off x="3390265" y="1919605"/>
            <a:ext cx="1556385" cy="563245"/>
          </a:xfrm>
          <a:prstGeom prst="rect">
            <a:avLst/>
          </a:prstGeom>
          <a:noFill/>
          <a:ln w="9525">
            <a:noFill/>
          </a:ln>
          <a:extLst>
            <a:ext uri="{909E8E84-426E-40DD-AFC4-6F175D3DCCD1}">
              <a14:hiddenFill xmlns:a14="http://schemas.microsoft.com/office/drawing/2010/main">
                <a:solidFill>
                  <a:srgbClr val="FFC000"/>
                </a:solidFill>
              </a14:hiddenFill>
            </a:ext>
          </a:extLst>
        </p:spPr>
        <p:txBody>
          <a:bodyPr/>
          <a:lstStyle>
            <a:lvl1pPr marL="342900" lvl="0" indent="-342900" algn="l" defTabSz="91440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800" b="1" dirty="0">
                <a:solidFill>
                  <a:srgbClr val="0000FF"/>
                </a:solidFill>
                <a:latin typeface="Times New Roman" panose="02020603050405020304" pitchFamily="18" charset="0"/>
                <a:cs typeface="Times New Roman" panose="02020603050405020304" pitchFamily="18" charset="0"/>
              </a:rPr>
              <a:t> </a:t>
            </a:r>
            <a:r>
              <a:rPr lang="zh-CN" altLang="en-US" sz="2800" b="1" dirty="0">
                <a:solidFill>
                  <a:srgbClr val="0000FF"/>
                </a:solidFill>
                <a:effectLst/>
                <a:latin typeface="Times New Roman" panose="02020603050405020304" pitchFamily="18" charset="0"/>
                <a:cs typeface="Times New Roman" panose="02020603050405020304" pitchFamily="18" charset="0"/>
              </a:rPr>
              <a:t>F=</a:t>
            </a:r>
            <a:r>
              <a:rPr lang="zh-CN" altLang="en-US" sz="2800" b="1" dirty="0">
                <a:solidFill>
                  <a:srgbClr val="0000FF"/>
                </a:solidFill>
                <a:latin typeface="Times New Roman" panose="02020603050405020304" pitchFamily="18" charset="0"/>
                <a:cs typeface="Times New Roman" panose="02020603050405020304" pitchFamily="18" charset="0"/>
                <a:sym typeface="Arial" panose="020B0604020202020204" pitchFamily="34" charset="0"/>
              </a:rPr>
              <a:t>μ</a:t>
            </a:r>
            <a:r>
              <a:rPr lang="zh-CN" altLang="en-US" sz="2800" b="1" dirty="0">
                <a:solidFill>
                  <a:srgbClr val="0000FF"/>
                </a:solidFill>
                <a:effectLst/>
                <a:latin typeface="Times New Roman" panose="02020603050405020304" pitchFamily="18" charset="0"/>
                <a:cs typeface="Times New Roman" panose="02020603050405020304" pitchFamily="18" charset="0"/>
              </a:rPr>
              <a:t>F</a:t>
            </a:r>
            <a:r>
              <a:rPr lang="zh-CN" altLang="en-US" sz="2800" b="1" baseline="-25000" dirty="0">
                <a:solidFill>
                  <a:srgbClr val="0000FF"/>
                </a:solidFill>
                <a:effectLst/>
                <a:latin typeface="Times New Roman" panose="02020603050405020304" pitchFamily="18" charset="0"/>
                <a:cs typeface="Times New Roman" panose="02020603050405020304" pitchFamily="18" charset="0"/>
              </a:rPr>
              <a:t>N</a:t>
            </a:r>
          </a:p>
        </p:txBody>
      </p:sp>
      <p:pic>
        <p:nvPicPr>
          <p:cNvPr id="115713" name="Picture 1"/>
          <p:cNvPicPr>
            <a:picLocks noChangeAspect="1" noChangeArrowheads="1"/>
          </p:cNvPicPr>
          <p:nvPr>
            <p:custDataLst>
              <p:tags r:id="rId4"/>
            </p:custDataLst>
          </p:nvPr>
        </p:nvPicPr>
        <p:blipFill>
          <a:blip r:embed="rId8"/>
          <a:stretch>
            <a:fillRect/>
          </a:stretch>
        </p:blipFill>
        <p:spPr bwMode="auto">
          <a:xfrm>
            <a:off x="200025" y="2952750"/>
            <a:ext cx="8743950" cy="2007235"/>
          </a:xfrm>
          <a:prstGeom prst="rect">
            <a:avLst/>
          </a:prstGeom>
          <a:noFill/>
          <a:ln w="9525">
            <a:noFill/>
            <a:miter lim="800000"/>
            <a:headEnd/>
            <a:tailEnd/>
          </a:ln>
          <a:effectLst/>
        </p:spPr>
      </p:pic>
      <p:cxnSp>
        <p:nvCxnSpPr>
          <p:cNvPr id="45" name="直接连接符 44"/>
          <p:cNvCxnSpPr/>
          <p:nvPr/>
        </p:nvCxnSpPr>
        <p:spPr>
          <a:xfrm>
            <a:off x="-8255" y="715010"/>
            <a:ext cx="4293235" cy="698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48" name="圆角矩形 47">
            <a:hlinkClick r:id="" action="ppaction://noaction"/>
          </p:cNvPr>
          <p:cNvSpPr/>
          <p:nvPr>
            <p:custDataLst>
              <p:tags r:id="rId5"/>
            </p:custDataLst>
          </p:nvPr>
        </p:nvSpPr>
        <p:spPr>
          <a:xfrm>
            <a:off x="0" y="22860"/>
            <a:ext cx="32499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49" name="TextBox 14">
            <a:hlinkClick r:id="" action="ppaction://noaction"/>
          </p:cNvPr>
          <p:cNvSpPr txBox="1">
            <a:spLocks noChangeArrowheads="1"/>
          </p:cNvSpPr>
          <p:nvPr>
            <p:custDataLst>
              <p:tags r:id="rId6"/>
            </p:custDataLst>
          </p:nvPr>
        </p:nvSpPr>
        <p:spPr bwMode="auto">
          <a:xfrm>
            <a:off x="16510" y="125095"/>
            <a:ext cx="3232785"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三、滑动摩擦力的大小</a:t>
            </a:r>
          </a:p>
        </p:txBody>
      </p:sp>
      <p:sp>
        <p:nvSpPr>
          <p:cNvPr id="5" name="圆角矩形标注 4"/>
          <p:cNvSpPr/>
          <p:nvPr/>
        </p:nvSpPr>
        <p:spPr>
          <a:xfrm>
            <a:off x="1301115" y="1947141"/>
            <a:ext cx="1754505" cy="508807"/>
          </a:xfrm>
          <a:prstGeom prst="wedgeRoundRectCallout">
            <a:avLst>
              <a:gd name="adj1" fmla="val 67408"/>
              <a:gd name="adj2" fmla="val -17461"/>
              <a:gd name="adj3" fmla="val 16667"/>
            </a:avLst>
          </a:prstGeom>
        </p:spPr>
        <p:style>
          <a:lnRef idx="1">
            <a:schemeClr val="accent6"/>
          </a:lnRef>
          <a:fillRef idx="2">
            <a:schemeClr val="accent6"/>
          </a:fillRef>
          <a:effectRef idx="1">
            <a:schemeClr val="accent6"/>
          </a:effectRef>
          <a:fontRef idx="minor">
            <a:schemeClr val="dk1"/>
          </a:fontRef>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1" hangingPunct="0">
              <a:lnSpc>
                <a:spcPct val="100000"/>
              </a:lnSpc>
              <a:spcBef>
                <a:spcPts val="0"/>
              </a:spcBef>
              <a:spcAft>
                <a:spcPts val="0"/>
              </a:spcAft>
              <a:buClrTx/>
              <a:buSzTx/>
              <a:buFontTx/>
              <a:buNone/>
            </a:pPr>
            <a:r>
              <a:rPr lang="zh-CN" altLang="en-US" sz="2400" b="1" dirty="0">
                <a:solidFill>
                  <a:srgbClr val="FF0000"/>
                </a:solidFill>
                <a:effectLst/>
                <a:latin typeface="Times New Roman" panose="02020603050405020304" pitchFamily="18" charset="0"/>
                <a:cs typeface="Times New Roman" panose="02020603050405020304" pitchFamily="18" charset="0"/>
                <a:sym typeface="+mn-ea"/>
              </a:rPr>
              <a:t>F</a:t>
            </a:r>
            <a:r>
              <a:rPr lang="zh-CN" altLang="en-US" sz="2400" b="1" baseline="-25000" dirty="0">
                <a:solidFill>
                  <a:srgbClr val="FF0000"/>
                </a:solidFill>
                <a:effectLst/>
                <a:latin typeface="Times New Roman" panose="02020603050405020304" pitchFamily="18" charset="0"/>
                <a:cs typeface="Times New Roman" panose="02020603050405020304" pitchFamily="18" charset="0"/>
                <a:sym typeface="+mn-ea"/>
              </a:rPr>
              <a:t>N</a:t>
            </a:r>
            <a:r>
              <a:rPr lang="zh-CN" altLang="en-US" sz="2400" b="1" dirty="0">
                <a:solidFill>
                  <a:schemeClr val="dk1"/>
                </a:solidFill>
                <a:effectLst/>
                <a:latin typeface="Times New Roman" panose="02020603050405020304" pitchFamily="18" charset="0"/>
                <a:cs typeface="Times New Roman" panose="02020603050405020304" pitchFamily="18" charset="0"/>
                <a:sym typeface="+mn-ea"/>
              </a:rPr>
              <a:t>叫正压力</a:t>
            </a:r>
            <a:endParaRPr kumimoji="0" lang="zh-CN" altLang="en-US" sz="2400" b="1" i="0" u="none" strike="noStrike" cap="none" spc="0" normalizeH="0" dirty="0">
              <a:ln>
                <a:noFill/>
              </a:ln>
              <a:solidFill>
                <a:schemeClr val="dk1"/>
              </a:solidFill>
              <a:effectLst/>
              <a:uFillTx/>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6" name="圆角矩形标注 5"/>
          <p:cNvSpPr/>
          <p:nvPr/>
        </p:nvSpPr>
        <p:spPr>
          <a:xfrm>
            <a:off x="5108575" y="1660805"/>
            <a:ext cx="3122930" cy="1131010"/>
          </a:xfrm>
          <a:prstGeom prst="wedgeRoundRectCallout">
            <a:avLst>
              <a:gd name="adj1" fmla="val -59211"/>
              <a:gd name="adj2" fmla="val 7646"/>
              <a:gd name="adj3" fmla="val 16667"/>
            </a:avLst>
          </a:prstGeom>
        </p:spPr>
        <p:style>
          <a:lnRef idx="1">
            <a:schemeClr val="accent6"/>
          </a:lnRef>
          <a:fillRef idx="2">
            <a:schemeClr val="accent6"/>
          </a:fillRef>
          <a:effectRef idx="1">
            <a:schemeClr val="accent6"/>
          </a:effectRef>
          <a:fontRef idx="minor">
            <a:schemeClr val="dk1"/>
          </a:fontRef>
        </p:style>
        <p:txBody>
          <a:bodyPr rot="0" vertOverflow="overflow" horzOverflow="overflow" vert="horz" wrap="square" lIns="45719" tIns="45719" rIns="45719" bIns="45719" numCol="1" spcCol="38100" rtlCol="0" anchor="ctr" forceAA="0">
            <a:spAutoFit/>
          </a:bodyPr>
          <a:lstStyle/>
          <a:p>
            <a:pPr algn="l">
              <a:lnSpc>
                <a:spcPct val="150000"/>
              </a:lnSpc>
            </a:pPr>
            <a:r>
              <a:rPr lang="zh-CN" altLang="en-US" sz="20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Arial" panose="020B0604020202020204" pitchFamily="34" charset="0"/>
              </a:rPr>
              <a:t>μ</a:t>
            </a:r>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叫</a:t>
            </a:r>
            <a:r>
              <a:rPr lang="zh-CN" altLang="en-US" sz="2000" b="1" dirty="0">
                <a:effectLst/>
                <a:latin typeface="宋体" panose="02010600030101010101" pitchFamily="2" charset="-122"/>
                <a:ea typeface="宋体" panose="02010600030101010101" pitchFamily="2" charset="-122"/>
                <a:cs typeface="宋体" panose="02010600030101010101" pitchFamily="2" charset="-122"/>
                <a:sym typeface="+mn-ea"/>
              </a:rPr>
              <a:t>动摩擦因数，与接触面的</a:t>
            </a:r>
            <a:r>
              <a:rPr lang="zh-CN" altLang="en-US" sz="2000" b="1" dirty="0">
                <a:solidFill>
                  <a:srgbClr val="FF0000"/>
                </a:solidFill>
                <a:effectLst/>
                <a:latin typeface="宋体" panose="02010600030101010101" pitchFamily="2" charset="-122"/>
                <a:ea typeface="宋体" panose="02010600030101010101" pitchFamily="2" charset="-122"/>
                <a:cs typeface="宋体" panose="02010600030101010101" pitchFamily="2" charset="-122"/>
                <a:sym typeface="+mn-ea"/>
              </a:rPr>
              <a:t>材料</a:t>
            </a:r>
            <a:r>
              <a:rPr lang="zh-CN" altLang="en-US" sz="2000" b="1" dirty="0">
                <a:effectLst/>
                <a:latin typeface="宋体" panose="02010600030101010101" pitchFamily="2" charset="-122"/>
                <a:ea typeface="宋体" panose="02010600030101010101" pitchFamily="2" charset="-122"/>
                <a:cs typeface="宋体" panose="02010600030101010101" pitchFamily="2" charset="-122"/>
                <a:sym typeface="+mn-ea"/>
              </a:rPr>
              <a:t>及</a:t>
            </a:r>
            <a:r>
              <a:rPr lang="zh-CN" altLang="en-US" sz="2000" b="1" dirty="0">
                <a:solidFill>
                  <a:srgbClr val="FF0000"/>
                </a:solidFill>
                <a:effectLst/>
                <a:latin typeface="宋体" panose="02010600030101010101" pitchFamily="2" charset="-122"/>
                <a:ea typeface="宋体" panose="02010600030101010101" pitchFamily="2" charset="-122"/>
                <a:cs typeface="宋体" panose="02010600030101010101" pitchFamily="2" charset="-122"/>
                <a:sym typeface="+mn-ea"/>
              </a:rPr>
              <a:t>粗糙程度</a:t>
            </a:r>
            <a:r>
              <a:rPr lang="zh-CN" altLang="en-US" sz="2000" b="1" dirty="0">
                <a:effectLst/>
                <a:latin typeface="宋体" panose="02010600030101010101" pitchFamily="2" charset="-122"/>
                <a:ea typeface="宋体" panose="02010600030101010101" pitchFamily="2" charset="-122"/>
                <a:cs typeface="宋体" panose="02010600030101010101" pitchFamily="2" charset="-122"/>
                <a:sym typeface="+mn-ea"/>
              </a:rPr>
              <a:t>有关。</a:t>
            </a:r>
            <a:endParaRPr kumimoji="0" lang="zh-CN" altLang="en-US" sz="2000" b="1" i="0" u="none" strike="noStrike" cap="none" spc="0" normalizeH="0" dirty="0">
              <a:ln>
                <a:noFill/>
              </a:ln>
              <a:solidFill>
                <a:schemeClr val="dk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Tree>
    <p:custDataLst>
      <p:tags r:id="rId1"/>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7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animBg="1"/>
      <p:bldP spid="6"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 Box 3"/>
          <p:cNvSpPr txBox="1"/>
          <p:nvPr>
            <p:custDataLst>
              <p:tags r:id="rId2"/>
            </p:custDataLst>
          </p:nvPr>
        </p:nvSpPr>
        <p:spPr>
          <a:xfrm>
            <a:off x="972185" y="1202055"/>
            <a:ext cx="7601585" cy="3322955"/>
          </a:xfrm>
          <a:prstGeom prst="rect">
            <a:avLst/>
          </a:prstGeom>
          <a:noFill/>
          <a:ln w="38100" cap="flat" cmpd="sng">
            <a:noFill/>
            <a:prstDash val="lgDash"/>
            <a:miter/>
            <a:headEnd type="none" w="med" len="med"/>
            <a:tailEnd type="none" w="med" len="med"/>
          </a:ln>
          <a:extLst>
            <a:ext uri="{909E8E84-426E-40DD-AFC4-6F175D3DCCD1}">
              <a14:hiddenFill xmlns:a14="http://schemas.microsoft.com/office/drawing/2010/main">
                <a:solidFill>
                  <a:srgbClr val="FFFFFF">
                    <a:alpha val="87000"/>
                  </a:srgbClr>
                </a:solidFill>
              </a14:hiddenFill>
            </a:ext>
          </a:extLst>
        </p:spPr>
        <p:txBody>
          <a:bodyPr wrap="square">
            <a:spAutoFit/>
          </a:bodyPr>
          <a:lstStyle/>
          <a:p>
            <a:pPr>
              <a:lnSpc>
                <a:spcPct val="170000"/>
              </a:lnSpc>
              <a:spcBef>
                <a:spcPct val="50000"/>
              </a:spcBef>
            </a:pPr>
            <a:r>
              <a:rPr lang="zh-CN" altLang="en-US" sz="2000" b="1" dirty="0">
                <a:solidFill>
                  <a:schemeClr val="dk1"/>
                </a:solidFill>
                <a:latin typeface="宋体" panose="02010600030101010101" pitchFamily="2" charset="-122"/>
                <a:cs typeface="宋体" panose="02010600030101010101" pitchFamily="2" charset="-122"/>
              </a:rPr>
              <a:t>关于滑动摩擦力公式</a:t>
            </a:r>
            <a:r>
              <a:rPr lang="en-US" altLang="zh-CN" sz="2000" b="1" dirty="0">
                <a:solidFill>
                  <a:schemeClr val="dk1"/>
                </a:solidFill>
                <a:latin typeface="宋体" panose="02010600030101010101" pitchFamily="2" charset="-122"/>
                <a:cs typeface="宋体" panose="02010600030101010101" pitchFamily="2" charset="-122"/>
              </a:rPr>
              <a:t>F=μF</a:t>
            </a:r>
            <a:r>
              <a:rPr lang="en-US" altLang="zh-CN" sz="2000" b="1" baseline="-25000" dirty="0">
                <a:solidFill>
                  <a:schemeClr val="dk1"/>
                </a:solidFill>
                <a:latin typeface="宋体" panose="02010600030101010101" pitchFamily="2" charset="-122"/>
                <a:cs typeface="宋体" panose="02010600030101010101" pitchFamily="2" charset="-122"/>
              </a:rPr>
              <a:t>N,</a:t>
            </a:r>
            <a:r>
              <a:rPr lang="zh-CN" altLang="en-US" sz="2000" b="1" dirty="0">
                <a:solidFill>
                  <a:schemeClr val="dk1"/>
                </a:solidFill>
                <a:latin typeface="宋体" panose="02010600030101010101" pitchFamily="2" charset="-122"/>
                <a:cs typeface="宋体" panose="02010600030101010101" pitchFamily="2" charset="-122"/>
              </a:rPr>
              <a:t>下列说法中正确的是</a:t>
            </a:r>
            <a:r>
              <a:rPr lang="en-US" altLang="zh-CN" sz="2000" b="1" dirty="0">
                <a:solidFill>
                  <a:schemeClr val="dk1"/>
                </a:solidFill>
                <a:latin typeface="宋体" panose="02010600030101010101" pitchFamily="2" charset="-122"/>
                <a:cs typeface="宋体" panose="02010600030101010101" pitchFamily="2" charset="-122"/>
              </a:rPr>
              <a:t>(    )</a:t>
            </a:r>
            <a:endParaRPr lang="zh-CN" altLang="en-US" sz="2000" b="1" dirty="0">
              <a:solidFill>
                <a:schemeClr val="dk1"/>
              </a:solidFill>
              <a:latin typeface="宋体" panose="02010600030101010101" pitchFamily="2" charset="-122"/>
              <a:cs typeface="宋体" panose="02010600030101010101" pitchFamily="2" charset="-122"/>
            </a:endParaRPr>
          </a:p>
          <a:p>
            <a:pPr>
              <a:lnSpc>
                <a:spcPct val="170000"/>
              </a:lnSpc>
              <a:spcBef>
                <a:spcPct val="50000"/>
              </a:spcBef>
            </a:pPr>
            <a:r>
              <a:rPr lang="en-US" altLang="zh-CN" sz="2000" b="1" dirty="0">
                <a:solidFill>
                  <a:schemeClr val="dk1"/>
                </a:solidFill>
                <a:latin typeface="宋体" panose="02010600030101010101" pitchFamily="2" charset="-122"/>
                <a:cs typeface="宋体" panose="02010600030101010101" pitchFamily="2" charset="-122"/>
              </a:rPr>
              <a:t>A.</a:t>
            </a:r>
            <a:r>
              <a:rPr lang="zh-CN" altLang="en-US" sz="2000" b="1" dirty="0">
                <a:solidFill>
                  <a:schemeClr val="dk1"/>
                </a:solidFill>
                <a:latin typeface="宋体" panose="02010600030101010101" pitchFamily="2" charset="-122"/>
                <a:cs typeface="宋体" panose="02010600030101010101" pitchFamily="2" charset="-122"/>
              </a:rPr>
              <a:t>由</a:t>
            </a:r>
            <a:r>
              <a:rPr lang="en-US" altLang="zh-CN" sz="2000" b="1" dirty="0">
                <a:solidFill>
                  <a:schemeClr val="dk1"/>
                </a:solidFill>
                <a:latin typeface="宋体" panose="02010600030101010101" pitchFamily="2" charset="-122"/>
                <a:cs typeface="宋体" panose="02010600030101010101" pitchFamily="2" charset="-122"/>
              </a:rPr>
              <a:t>F=μF</a:t>
            </a:r>
            <a:r>
              <a:rPr lang="en-US" altLang="zh-CN" sz="2000" b="1" baseline="-25000" dirty="0">
                <a:solidFill>
                  <a:schemeClr val="dk1"/>
                </a:solidFill>
                <a:latin typeface="宋体" panose="02010600030101010101" pitchFamily="2" charset="-122"/>
                <a:cs typeface="宋体" panose="02010600030101010101" pitchFamily="2" charset="-122"/>
              </a:rPr>
              <a:t>N</a:t>
            </a:r>
            <a:r>
              <a:rPr lang="zh-CN" altLang="en-US" sz="2000" b="1" dirty="0">
                <a:solidFill>
                  <a:schemeClr val="dk1"/>
                </a:solidFill>
                <a:latin typeface="宋体" panose="02010600030101010101" pitchFamily="2" charset="-122"/>
                <a:cs typeface="宋体" panose="02010600030101010101" pitchFamily="2" charset="-122"/>
              </a:rPr>
              <a:t>可知，</a:t>
            </a:r>
            <a:r>
              <a:rPr lang="en-US" altLang="zh-CN" sz="2000" b="1" dirty="0">
                <a:solidFill>
                  <a:schemeClr val="dk1"/>
                </a:solidFill>
                <a:latin typeface="宋体" panose="02010600030101010101" pitchFamily="2" charset="-122"/>
                <a:cs typeface="宋体" panose="02010600030101010101" pitchFamily="2" charset="-122"/>
              </a:rPr>
              <a:t>F</a:t>
            </a:r>
            <a:r>
              <a:rPr lang="zh-CN" altLang="en-US" sz="2000" b="1" dirty="0">
                <a:solidFill>
                  <a:schemeClr val="dk1"/>
                </a:solidFill>
                <a:latin typeface="宋体" panose="02010600030101010101" pitchFamily="2" charset="-122"/>
                <a:cs typeface="宋体" panose="02010600030101010101" pitchFamily="2" charset="-122"/>
              </a:rPr>
              <a:t>与</a:t>
            </a:r>
            <a:r>
              <a:rPr lang="en-US" altLang="zh-CN" sz="2000" b="1" dirty="0">
                <a:solidFill>
                  <a:schemeClr val="dk1"/>
                </a:solidFill>
                <a:latin typeface="宋体" panose="02010600030101010101" pitchFamily="2" charset="-122"/>
                <a:cs typeface="宋体" panose="02010600030101010101" pitchFamily="2" charset="-122"/>
              </a:rPr>
              <a:t>F</a:t>
            </a:r>
            <a:r>
              <a:rPr lang="en-US" altLang="zh-CN" sz="2000" b="1" baseline="-25000" dirty="0">
                <a:solidFill>
                  <a:schemeClr val="dk1"/>
                </a:solidFill>
                <a:latin typeface="宋体" panose="02010600030101010101" pitchFamily="2" charset="-122"/>
                <a:cs typeface="宋体" panose="02010600030101010101" pitchFamily="2" charset="-122"/>
              </a:rPr>
              <a:t>N</a:t>
            </a:r>
            <a:r>
              <a:rPr lang="zh-CN" altLang="en-US" sz="2000" b="1" dirty="0">
                <a:solidFill>
                  <a:schemeClr val="dk1"/>
                </a:solidFill>
                <a:latin typeface="宋体" panose="02010600030101010101" pitchFamily="2" charset="-122"/>
                <a:cs typeface="宋体" panose="02010600030101010101" pitchFamily="2" charset="-122"/>
              </a:rPr>
              <a:t>成正比</a:t>
            </a:r>
          </a:p>
          <a:p>
            <a:pPr>
              <a:lnSpc>
                <a:spcPct val="170000"/>
              </a:lnSpc>
              <a:spcBef>
                <a:spcPct val="50000"/>
              </a:spcBef>
            </a:pPr>
            <a:r>
              <a:rPr lang="en-US" altLang="zh-CN" sz="2000" b="1" dirty="0">
                <a:solidFill>
                  <a:schemeClr val="dk1"/>
                </a:solidFill>
                <a:latin typeface="宋体" panose="02010600030101010101" pitchFamily="2" charset="-122"/>
                <a:cs typeface="宋体" panose="02010600030101010101" pitchFamily="2" charset="-122"/>
              </a:rPr>
              <a:t>B.</a:t>
            </a:r>
            <a:r>
              <a:rPr lang="zh-CN" altLang="en-US" sz="2000" b="1" dirty="0">
                <a:solidFill>
                  <a:schemeClr val="dk1"/>
                </a:solidFill>
                <a:latin typeface="宋体" panose="02010600030101010101" pitchFamily="2" charset="-122"/>
                <a:cs typeface="宋体" panose="02010600030101010101" pitchFamily="2" charset="-122"/>
              </a:rPr>
              <a:t>由</a:t>
            </a:r>
            <a:r>
              <a:rPr lang="en-US" altLang="zh-CN" sz="2000" b="1" dirty="0">
                <a:solidFill>
                  <a:schemeClr val="dk1"/>
                </a:solidFill>
                <a:latin typeface="宋体" panose="02010600030101010101" pitchFamily="2" charset="-122"/>
                <a:cs typeface="宋体" panose="02010600030101010101" pitchFamily="2" charset="-122"/>
              </a:rPr>
              <a:t>μ=F/F</a:t>
            </a:r>
            <a:r>
              <a:rPr lang="en-US" altLang="zh-CN" sz="2000" b="1" baseline="-25000" dirty="0">
                <a:solidFill>
                  <a:schemeClr val="dk1"/>
                </a:solidFill>
                <a:latin typeface="宋体" panose="02010600030101010101" pitchFamily="2" charset="-122"/>
                <a:cs typeface="宋体" panose="02010600030101010101" pitchFamily="2" charset="-122"/>
              </a:rPr>
              <a:t>N</a:t>
            </a:r>
            <a:r>
              <a:rPr lang="zh-CN" altLang="en-US" sz="2000" b="1" dirty="0">
                <a:solidFill>
                  <a:schemeClr val="dk1"/>
                </a:solidFill>
                <a:latin typeface="宋体" panose="02010600030101010101" pitchFamily="2" charset="-122"/>
                <a:cs typeface="宋体" panose="02010600030101010101" pitchFamily="2" charset="-122"/>
              </a:rPr>
              <a:t>可知，</a:t>
            </a:r>
            <a:r>
              <a:rPr lang="en-US" altLang="zh-CN" sz="2000" b="1" dirty="0">
                <a:solidFill>
                  <a:schemeClr val="dk1"/>
                </a:solidFill>
                <a:latin typeface="宋体" panose="02010600030101010101" pitchFamily="2" charset="-122"/>
                <a:cs typeface="宋体" panose="02010600030101010101" pitchFamily="2" charset="-122"/>
              </a:rPr>
              <a:t>μ</a:t>
            </a:r>
            <a:r>
              <a:rPr lang="zh-CN" altLang="en-US" sz="2000" b="1" dirty="0">
                <a:solidFill>
                  <a:schemeClr val="dk1"/>
                </a:solidFill>
                <a:latin typeface="宋体" panose="02010600030101010101" pitchFamily="2" charset="-122"/>
                <a:cs typeface="宋体" panose="02010600030101010101" pitchFamily="2" charset="-122"/>
              </a:rPr>
              <a:t>与</a:t>
            </a:r>
            <a:r>
              <a:rPr lang="en-US" altLang="zh-CN" sz="2000" b="1" dirty="0">
                <a:solidFill>
                  <a:schemeClr val="dk1"/>
                </a:solidFill>
                <a:latin typeface="宋体" panose="02010600030101010101" pitchFamily="2" charset="-122"/>
                <a:cs typeface="宋体" panose="02010600030101010101" pitchFamily="2" charset="-122"/>
              </a:rPr>
              <a:t>F</a:t>
            </a:r>
            <a:r>
              <a:rPr lang="zh-CN" altLang="en-US" sz="2000" b="1" dirty="0">
                <a:solidFill>
                  <a:schemeClr val="dk1"/>
                </a:solidFill>
                <a:latin typeface="宋体" panose="02010600030101010101" pitchFamily="2" charset="-122"/>
                <a:cs typeface="宋体" panose="02010600030101010101" pitchFamily="2" charset="-122"/>
              </a:rPr>
              <a:t>成正比，与</a:t>
            </a:r>
            <a:r>
              <a:rPr lang="en-US" altLang="zh-CN" sz="2000" b="1" dirty="0">
                <a:solidFill>
                  <a:schemeClr val="dk1"/>
                </a:solidFill>
                <a:latin typeface="宋体" panose="02010600030101010101" pitchFamily="2" charset="-122"/>
                <a:cs typeface="宋体" panose="02010600030101010101" pitchFamily="2" charset="-122"/>
              </a:rPr>
              <a:t>F</a:t>
            </a:r>
            <a:r>
              <a:rPr lang="en-US" altLang="zh-CN" sz="2000" b="1" baseline="-25000" dirty="0">
                <a:solidFill>
                  <a:schemeClr val="dk1"/>
                </a:solidFill>
                <a:latin typeface="宋体" panose="02010600030101010101" pitchFamily="2" charset="-122"/>
                <a:cs typeface="宋体" panose="02010600030101010101" pitchFamily="2" charset="-122"/>
              </a:rPr>
              <a:t>N</a:t>
            </a:r>
            <a:r>
              <a:rPr lang="zh-CN" altLang="en-US" sz="2000" b="1" dirty="0">
                <a:solidFill>
                  <a:schemeClr val="dk1"/>
                </a:solidFill>
                <a:latin typeface="宋体" panose="02010600030101010101" pitchFamily="2" charset="-122"/>
                <a:cs typeface="宋体" panose="02010600030101010101" pitchFamily="2" charset="-122"/>
              </a:rPr>
              <a:t>成反比</a:t>
            </a:r>
          </a:p>
          <a:p>
            <a:pPr>
              <a:lnSpc>
                <a:spcPct val="170000"/>
              </a:lnSpc>
              <a:spcBef>
                <a:spcPct val="50000"/>
              </a:spcBef>
            </a:pPr>
            <a:r>
              <a:rPr lang="en-US" altLang="zh-CN" sz="2000" b="1" dirty="0">
                <a:solidFill>
                  <a:schemeClr val="dk1"/>
                </a:solidFill>
                <a:latin typeface="宋体" panose="02010600030101010101" pitchFamily="2" charset="-122"/>
                <a:cs typeface="宋体" panose="02010600030101010101" pitchFamily="2" charset="-122"/>
              </a:rPr>
              <a:t>C.F</a:t>
            </a:r>
            <a:r>
              <a:rPr lang="zh-CN" altLang="en-US" sz="2000" b="1" dirty="0">
                <a:solidFill>
                  <a:schemeClr val="dk1"/>
                </a:solidFill>
                <a:latin typeface="宋体" panose="02010600030101010101" pitchFamily="2" charset="-122"/>
                <a:cs typeface="宋体" panose="02010600030101010101" pitchFamily="2" charset="-122"/>
              </a:rPr>
              <a:t>与</a:t>
            </a:r>
            <a:r>
              <a:rPr lang="en-US" altLang="zh-CN" sz="2000" b="1" dirty="0">
                <a:solidFill>
                  <a:schemeClr val="dk1"/>
                </a:solidFill>
                <a:latin typeface="宋体" panose="02010600030101010101" pitchFamily="2" charset="-122"/>
                <a:cs typeface="宋体" panose="02010600030101010101" pitchFamily="2" charset="-122"/>
              </a:rPr>
              <a:t>F</a:t>
            </a:r>
            <a:r>
              <a:rPr lang="en-US" altLang="zh-CN" sz="2000" b="1" baseline="-25000" dirty="0">
                <a:solidFill>
                  <a:schemeClr val="dk1"/>
                </a:solidFill>
                <a:latin typeface="宋体" panose="02010600030101010101" pitchFamily="2" charset="-122"/>
                <a:cs typeface="宋体" panose="02010600030101010101" pitchFamily="2" charset="-122"/>
              </a:rPr>
              <a:t>N</a:t>
            </a:r>
            <a:r>
              <a:rPr lang="zh-CN" altLang="en-US" sz="2000" b="1" dirty="0">
                <a:solidFill>
                  <a:schemeClr val="dk1"/>
                </a:solidFill>
                <a:latin typeface="宋体" panose="02010600030101010101" pitchFamily="2" charset="-122"/>
                <a:cs typeface="宋体" panose="02010600030101010101" pitchFamily="2" charset="-122"/>
              </a:rPr>
              <a:t>、材料、接触面的粗糙程度都有关</a:t>
            </a:r>
          </a:p>
          <a:p>
            <a:pPr>
              <a:lnSpc>
                <a:spcPct val="170000"/>
              </a:lnSpc>
              <a:spcBef>
                <a:spcPct val="50000"/>
              </a:spcBef>
            </a:pPr>
            <a:r>
              <a:rPr lang="en-US" altLang="zh-CN" sz="2000" b="1" dirty="0">
                <a:solidFill>
                  <a:schemeClr val="dk1"/>
                </a:solidFill>
                <a:latin typeface="宋体" panose="02010600030101010101" pitchFamily="2" charset="-122"/>
                <a:cs typeface="宋体" panose="02010600030101010101" pitchFamily="2" charset="-122"/>
              </a:rPr>
              <a:t>D.μ</a:t>
            </a:r>
            <a:r>
              <a:rPr lang="zh-CN" altLang="en-US" sz="2000" b="1" dirty="0">
                <a:solidFill>
                  <a:schemeClr val="dk1"/>
                </a:solidFill>
                <a:latin typeface="宋体" panose="02010600030101010101" pitchFamily="2" charset="-122"/>
                <a:cs typeface="宋体" panose="02010600030101010101" pitchFamily="2" charset="-122"/>
              </a:rPr>
              <a:t>的大小由接触面的粗糙程度唯一决定 </a:t>
            </a:r>
          </a:p>
        </p:txBody>
      </p:sp>
      <p:sp>
        <p:nvSpPr>
          <p:cNvPr id="31749" name="文本框 31748"/>
          <p:cNvSpPr txBox="1"/>
          <p:nvPr>
            <p:custDataLst>
              <p:tags r:id="rId3"/>
            </p:custDataLst>
          </p:nvPr>
        </p:nvSpPr>
        <p:spPr>
          <a:xfrm>
            <a:off x="6237605" y="4069715"/>
            <a:ext cx="2232025" cy="398780"/>
          </a:xfrm>
          <a:prstGeom prst="rect">
            <a:avLst/>
          </a:prstGeom>
          <a:noFill/>
          <a:ln w="9525">
            <a:noFill/>
          </a:ln>
        </p:spPr>
        <p:txBody>
          <a:bodyPr wrap="square">
            <a:spAutoFit/>
          </a:bodyPr>
          <a:lstStyle/>
          <a:p>
            <a:r>
              <a:rPr lang="zh-CN" altLang="en-US" sz="2000" dirty="0">
                <a:solidFill>
                  <a:schemeClr val="tx1">
                    <a:lumMod val="95000"/>
                    <a:lumOff val="5000"/>
                  </a:schemeClr>
                </a:solidFill>
                <a:latin typeface="微软雅黑" panose="020B0503020204020204" charset="-122"/>
                <a:ea typeface="微软雅黑" panose="020B0503020204020204" charset="-122"/>
              </a:rPr>
              <a:t>【</a:t>
            </a:r>
            <a:r>
              <a:rPr lang="zh-CN" altLang="en-US" sz="2000" dirty="0">
                <a:solidFill>
                  <a:srgbClr val="FF0000"/>
                </a:solidFill>
                <a:latin typeface="微软雅黑" panose="020B0503020204020204" charset="-122"/>
                <a:ea typeface="微软雅黑" panose="020B0503020204020204" charset="-122"/>
              </a:rPr>
              <a:t>正确答案：</a:t>
            </a:r>
            <a:r>
              <a:rPr lang="en-US" altLang="zh-CN" sz="2000" dirty="0">
                <a:solidFill>
                  <a:srgbClr val="00B0F0"/>
                </a:solidFill>
                <a:latin typeface="微软雅黑" panose="020B0503020204020204" charset="-122"/>
                <a:ea typeface="微软雅黑" panose="020B0503020204020204" charset="-122"/>
              </a:rPr>
              <a:t>AC</a:t>
            </a:r>
            <a:r>
              <a:rPr lang="zh-CN" altLang="en-US" sz="2000" dirty="0">
                <a:solidFill>
                  <a:schemeClr val="tx1">
                    <a:lumMod val="95000"/>
                    <a:lumOff val="5000"/>
                  </a:schemeClr>
                </a:solidFill>
                <a:latin typeface="微软雅黑" panose="020B0503020204020204" charset="-122"/>
                <a:ea typeface="微软雅黑" panose="020B0503020204020204" charset="-122"/>
              </a:rPr>
              <a:t>】</a:t>
            </a:r>
          </a:p>
        </p:txBody>
      </p:sp>
      <p:grpSp>
        <p:nvGrpSpPr>
          <p:cNvPr id="19458" name="组合 19457"/>
          <p:cNvGrpSpPr/>
          <p:nvPr/>
        </p:nvGrpSpPr>
        <p:grpSpPr>
          <a:xfrm>
            <a:off x="971907" y="487995"/>
            <a:ext cx="1368213" cy="570089"/>
            <a:chOff x="0" y="0"/>
            <a:chExt cx="1152" cy="432"/>
          </a:xfrm>
        </p:grpSpPr>
        <p:sp>
          <p:nvSpPr>
            <p:cNvPr id="19459" name="棱台 19458"/>
            <p:cNvSpPr/>
            <p:nvPr>
              <p:custDataLst>
                <p:tags r:id="rId4"/>
              </p:custDataLst>
            </p:nvPr>
          </p:nvSpPr>
          <p:spPr>
            <a:xfrm>
              <a:off x="0" y="0"/>
              <a:ext cx="1152" cy="432"/>
            </a:xfrm>
            <a:prstGeom prst="bevel">
              <a:avLst>
                <a:gd name="adj" fmla="val 12500"/>
              </a:avLst>
            </a:prstGeom>
            <a:solidFill>
              <a:schemeClr val="accent1"/>
            </a:solidFill>
            <a:ln w="9525" cap="flat" cmpd="sng">
              <a:solidFill>
                <a:schemeClr val="dk1"/>
              </a:solidFill>
              <a:prstDash val="solid"/>
              <a:miter/>
              <a:headEnd type="none" w="med" len="med"/>
              <a:tailEnd type="none" w="med" len="med"/>
            </a:ln>
          </p:spPr>
          <p:txBody>
            <a:bodyPr/>
            <a:lstStyle/>
            <a:p>
              <a:endParaRPr lang="zh-CN" altLang="en-US" sz="2095">
                <a:solidFill>
                  <a:schemeClr val="dk1"/>
                </a:solidFill>
                <a:latin typeface="微软雅黑" panose="020B0503020204020204" charset="-122"/>
                <a:ea typeface="微软雅黑" panose="020B0503020204020204" charset="-122"/>
              </a:endParaRPr>
            </a:p>
          </p:txBody>
        </p:sp>
        <p:sp>
          <p:nvSpPr>
            <p:cNvPr id="19460" name="文本框 19459"/>
            <p:cNvSpPr txBox="1"/>
            <p:nvPr>
              <p:custDataLst>
                <p:tags r:id="rId5"/>
              </p:custDataLst>
            </p:nvPr>
          </p:nvSpPr>
          <p:spPr>
            <a:xfrm>
              <a:off x="96" y="43"/>
              <a:ext cx="960" cy="349"/>
            </a:xfrm>
            <a:prstGeom prst="rect">
              <a:avLst/>
            </a:prstGeom>
          </p:spPr>
          <p:style>
            <a:lnRef idx="3">
              <a:schemeClr val="lt1"/>
            </a:lnRef>
            <a:fillRef idx="1">
              <a:schemeClr val="accent6"/>
            </a:fillRef>
            <a:effectRef idx="1">
              <a:schemeClr val="accent6"/>
            </a:effectRef>
            <a:fontRef idx="minor">
              <a:schemeClr val="lt1"/>
            </a:fontRef>
          </p:style>
          <p:txBody>
            <a:bodyPr>
              <a:spAutoFit/>
            </a:bodyPr>
            <a:lstStyle/>
            <a:p>
              <a:pPr>
                <a:spcBef>
                  <a:spcPct val="50000"/>
                </a:spcBef>
              </a:pPr>
              <a:r>
                <a:rPr lang="zh-CN" altLang="en-US" sz="2395" b="0" dirty="0">
                  <a:solidFill>
                    <a:schemeClr val="lt1"/>
                  </a:solidFill>
                  <a:latin typeface="微软雅黑" panose="020B0503020204020204" charset="-122"/>
                  <a:ea typeface="微软雅黑" panose="020B0503020204020204" charset="-122"/>
                </a:rPr>
                <a:t>练一练</a:t>
              </a:r>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box(in)">
                                      <p:cBhvr>
                                        <p:cTn id="7" dur="500"/>
                                        <p:tgtEl>
                                          <p:spTgt spid="3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bldLvl="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911860" y="1717040"/>
            <a:ext cx="7653655" cy="3022600"/>
          </a:xfrm>
          <a:prstGeom prst="rect">
            <a:avLst/>
          </a:prstGeom>
        </p:spPr>
        <p:txBody>
          <a:bodyPr vert="horz" lIns="75413" tIns="29626" rIns="56559" bIns="29626" rtlCol="0" anchor="t" anchorCtr="0">
            <a:noAutofit/>
          </a:bodyPr>
          <a:lstStyle>
            <a:lvl1pPr algn="l" defTabSz="685800" rtl="0" eaLnBrk="1" fontAlgn="auto" latinLnBrk="0" hangingPunct="1">
              <a:lnSpc>
                <a:spcPct val="100000"/>
              </a:lnSpc>
              <a:spcBef>
                <a:spcPct val="0"/>
              </a:spcBef>
              <a:buNone/>
              <a:defRPr sz="18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a:lstStyle>
          <a:p>
            <a:pPr>
              <a:lnSpc>
                <a:spcPct val="190000"/>
              </a:lnSpc>
            </a:pP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     实验测得</a:t>
            </a:r>
            <a:r>
              <a:rPr lang="zh-CN" altLang="en-US" sz="2095"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橡皮与金属</a:t>
            </a: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间的动摩擦因数1＜μ＜4，</a:t>
            </a:r>
            <a:r>
              <a:rPr lang="zh-CN" altLang="en-US" sz="2095"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铟与铟</a:t>
            </a: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间的动摩擦因数1.5＜μ＜2.0，将</a:t>
            </a:r>
            <a:r>
              <a:rPr lang="zh-CN" altLang="en-US" sz="2095"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金属</a:t>
            </a: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放在1.33×10～1.3×10</a:t>
            </a:r>
            <a:r>
              <a:rPr lang="zh-CN" altLang="en-US" sz="2095" baseline="30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~1.3×10</a:t>
            </a:r>
            <a:r>
              <a:rPr lang="zh-CN" altLang="en-US" sz="2095" baseline="30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Pa的</a:t>
            </a:r>
            <a:r>
              <a:rPr lang="zh-CN" altLang="en-US" sz="2095"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真空</a:t>
            </a:r>
            <a:r>
              <a:rPr lang="zh-CN" altLang="en-US" sz="2095" dirty="0">
                <a:latin typeface="Times New Roman" panose="02020603050405020304" pitchFamily="18" charset="0"/>
                <a:ea typeface="宋体" panose="02010600030101010101" pitchFamily="2" charset="-122"/>
                <a:cs typeface="Times New Roman" panose="02020603050405020304" pitchFamily="18" charset="0"/>
              </a:rPr>
              <a:t>中．加热到一定的温度并保持一段时间．然后除去表面污物，冷却后测定动摩擦因数可达5～6。</a:t>
            </a:r>
            <a:endParaRPr lang="en-US" altLang="zh-CN" sz="2095"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p:cNvSpPr txBox="1"/>
          <p:nvPr/>
        </p:nvSpPr>
        <p:spPr>
          <a:xfrm>
            <a:off x="995675" y="942754"/>
            <a:ext cx="2770632" cy="553085"/>
          </a:xfrm>
          <a:prstGeom prst="rect">
            <a:avLst/>
          </a:prstGeom>
          <a:solidFill>
            <a:srgbClr val="FFC000"/>
          </a:solidFill>
        </p:spPr>
        <p:txBody>
          <a:bodyPr wrap="square" rtlCol="0">
            <a:spAutoFit/>
          </a:bodyPr>
          <a:lstStyle/>
          <a:p>
            <a:pPr algn="l"/>
            <a:r>
              <a:rPr lang="zh-CN" altLang="en-US" sz="2995" b="1">
                <a:solidFill>
                  <a:srgbClr val="0000FF"/>
                </a:solidFill>
                <a:sym typeface="+mn-ea"/>
              </a:rPr>
              <a:t>μ</a:t>
            </a:r>
            <a:r>
              <a:rPr lang="zh-CN" altLang="en-US" sz="2395" b="1">
                <a:solidFill>
                  <a:srgbClr val="0000FF"/>
                </a:solidFill>
                <a:sym typeface="+mn-ea"/>
              </a:rPr>
              <a:t>能不能大于</a:t>
            </a:r>
            <a:r>
              <a:rPr lang="en-US" altLang="zh-CN" sz="2395" b="1">
                <a:solidFill>
                  <a:srgbClr val="0000FF"/>
                </a:solidFill>
                <a:sym typeface="+mn-ea"/>
              </a:rPr>
              <a:t>1</a:t>
            </a:r>
            <a:r>
              <a:rPr lang="zh-CN" altLang="en-US" sz="2395" b="1">
                <a:solidFill>
                  <a:srgbClr val="0000FF"/>
                </a:solidFill>
                <a:sym typeface="+mn-ea"/>
              </a:rPr>
              <a:t>呢？</a:t>
            </a:r>
          </a:p>
        </p:txBody>
      </p:sp>
      <p:cxnSp>
        <p:nvCxnSpPr>
          <p:cNvPr id="45" name="直接连接符 44"/>
          <p:cNvCxnSpPr/>
          <p:nvPr/>
        </p:nvCxnSpPr>
        <p:spPr>
          <a:xfrm>
            <a:off x="-8255" y="715010"/>
            <a:ext cx="4293235" cy="698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48" name="圆角矩形 47">
            <a:hlinkClick r:id="" action="ppaction://noaction"/>
          </p:cNvPr>
          <p:cNvSpPr/>
          <p:nvPr>
            <p:custDataLst>
              <p:tags r:id="rId2"/>
            </p:custDataLst>
          </p:nvPr>
        </p:nvSpPr>
        <p:spPr>
          <a:xfrm>
            <a:off x="0" y="22860"/>
            <a:ext cx="32499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49" name="TextBox 14">
            <a:hlinkClick r:id="" action="ppaction://noaction"/>
          </p:cNvPr>
          <p:cNvSpPr txBox="1">
            <a:spLocks noChangeArrowheads="1"/>
          </p:cNvSpPr>
          <p:nvPr>
            <p:custDataLst>
              <p:tags r:id="rId3"/>
            </p:custDataLst>
          </p:nvPr>
        </p:nvSpPr>
        <p:spPr bwMode="auto">
          <a:xfrm>
            <a:off x="16510" y="125095"/>
            <a:ext cx="3232785" cy="458470"/>
          </a:xfrm>
          <a:prstGeom prst="rect">
            <a:avLst/>
          </a:prstGeom>
          <a:noFill/>
          <a:ln w="9525">
            <a:noFill/>
            <a:miter lim="800000"/>
          </a:ln>
        </p:spPr>
        <p:txBody>
          <a:bodyPr wrap="square">
            <a:spAutoFit/>
          </a:bodyPr>
          <a:lstStyle/>
          <a:p>
            <a:r>
              <a:rPr lang="zh-CN" altLang="en-US" sz="2390" b="1" dirty="0">
                <a:solidFill>
                  <a:schemeClr val="bg1"/>
                </a:solidFill>
                <a:latin typeface="宋体" panose="02010600030101010101" pitchFamily="2" charset="-122"/>
                <a:ea typeface="宋体" panose="02010600030101010101" pitchFamily="2" charset="-122"/>
              </a:rPr>
              <a:t>滑动摩擦力的大小</a:t>
            </a:r>
          </a:p>
        </p:txBody>
      </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265218"/>
          <p:cNvSpPr/>
          <p:nvPr>
            <p:custDataLst>
              <p:tags r:id="rId1"/>
            </p:custDataLst>
          </p:nvPr>
        </p:nvSpPr>
        <p:spPr>
          <a:xfrm>
            <a:off x="874395" y="997585"/>
            <a:ext cx="7395845" cy="1660525"/>
          </a:xfrm>
          <a:prstGeom prst="rect">
            <a:avLst/>
          </a:prstGeom>
          <a:noFill/>
          <a:ln w="9525">
            <a:noFill/>
          </a:ln>
        </p:spPr>
        <p:txBody>
          <a:bodyPr wrap="square" anchor="b">
            <a:spAutoFit/>
          </a:bodyPr>
          <a:lstStyle/>
          <a:p>
            <a:pPr>
              <a:lnSpc>
                <a:spcPct val="170000"/>
              </a:lnSpc>
            </a:pPr>
            <a:r>
              <a:rPr lang="zh-CN" sz="2000" b="1">
                <a:solidFill>
                  <a:srgbClr val="00B0F0"/>
                </a:solidFill>
                <a:latin typeface="Times New Roman" panose="02020603050405020304" pitchFamily="18" charset="0"/>
                <a:ea typeface="宋体" panose="02010600030101010101" pitchFamily="2" charset="-122"/>
              </a:rPr>
              <a:t>【例题】</a:t>
            </a:r>
            <a:r>
              <a:rPr sz="2000" b="1">
                <a:latin typeface="Times New Roman" panose="02020603050405020304" pitchFamily="18" charset="0"/>
              </a:rPr>
              <a:t>在我国东北寒冷的冬季。雪橇是常见</a:t>
            </a:r>
            <a:r>
              <a:rPr lang="zh-CN" sz="2000" b="1">
                <a:latin typeface="Times New Roman" panose="02020603050405020304" pitchFamily="18" charset="0"/>
              </a:rPr>
              <a:t>运输</a:t>
            </a:r>
            <a:r>
              <a:rPr sz="2000" b="1">
                <a:latin typeface="Times New Roman" panose="02020603050405020304" pitchFamily="18" charset="0"/>
              </a:rPr>
              <a:t>工具</a:t>
            </a:r>
            <a:r>
              <a:rPr lang="zh-CN" sz="2000" b="1">
                <a:latin typeface="Times New Roman" panose="02020603050405020304" pitchFamily="18" charset="0"/>
              </a:rPr>
              <a:t>。一个有钢制滑板的雪橇</a:t>
            </a:r>
            <a:r>
              <a:rPr sz="2000" b="1">
                <a:latin typeface="Times New Roman" panose="02020603050405020304" pitchFamily="18" charset="0"/>
              </a:rPr>
              <a:t>，</a:t>
            </a:r>
            <a:r>
              <a:rPr lang="zh-CN" sz="2000" b="1">
                <a:latin typeface="Times New Roman" panose="02020603050405020304" pitchFamily="18" charset="0"/>
              </a:rPr>
              <a:t>连同车上木料的总重量为</a:t>
            </a:r>
            <a:r>
              <a:rPr lang="en-US" altLang="zh-CN" sz="2000" b="1">
                <a:latin typeface="Times New Roman" panose="02020603050405020304" pitchFamily="18" charset="0"/>
              </a:rPr>
              <a:t>4.9</a:t>
            </a:r>
            <a:r>
              <a:rPr lang="en-US" altLang="zh-CN" sz="2000" b="1"/>
              <a:t>×10</a:t>
            </a:r>
            <a:r>
              <a:rPr lang="en-US" altLang="zh-CN" sz="2000" b="1" baseline="30000"/>
              <a:t>4</a:t>
            </a:r>
            <a:r>
              <a:rPr lang="en-US" altLang="zh-CN" sz="2000" b="1"/>
              <a:t>N.</a:t>
            </a:r>
            <a:r>
              <a:rPr lang="zh-CN" altLang="en-US" sz="2000" b="1"/>
              <a:t>在水平冰道上，马要在水平方向</a:t>
            </a:r>
            <a:r>
              <a:rPr sz="2000" b="1">
                <a:latin typeface="Times New Roman" panose="02020603050405020304" pitchFamily="18" charset="0"/>
              </a:rPr>
              <a:t>用多大的力</a:t>
            </a:r>
            <a:r>
              <a:rPr lang="zh-CN" sz="2000" b="1">
                <a:latin typeface="Times New Roman" panose="02020603050405020304" pitchFamily="18" charset="0"/>
              </a:rPr>
              <a:t>，</a:t>
            </a:r>
            <a:r>
              <a:rPr sz="2000" b="1">
                <a:latin typeface="Times New Roman" panose="02020603050405020304" pitchFamily="18" charset="0"/>
              </a:rPr>
              <a:t>才能够拉</a:t>
            </a:r>
            <a:r>
              <a:rPr lang="zh-CN" sz="2000" b="1">
                <a:latin typeface="Times New Roman" panose="02020603050405020304" pitchFamily="18" charset="0"/>
              </a:rPr>
              <a:t>着</a:t>
            </a:r>
            <a:r>
              <a:rPr sz="2000" b="1">
                <a:latin typeface="Times New Roman" panose="02020603050405020304" pitchFamily="18" charset="0"/>
              </a:rPr>
              <a:t>雪橇匀速前进</a:t>
            </a:r>
            <a:r>
              <a:rPr lang="zh-CN" altLang="en-US" sz="2000" b="1">
                <a:latin typeface="Times New Roman" panose="02020603050405020304" pitchFamily="18" charset="0"/>
              </a:rPr>
              <a:t>？</a:t>
            </a:r>
          </a:p>
        </p:txBody>
      </p:sp>
      <p:sp>
        <p:nvSpPr>
          <p:cNvPr id="5" name="圆角矩形 4"/>
          <p:cNvSpPr/>
          <p:nvPr/>
        </p:nvSpPr>
        <p:spPr>
          <a:xfrm>
            <a:off x="703580" y="940435"/>
            <a:ext cx="7737475" cy="1821815"/>
          </a:xfrm>
          <a:prstGeom prst="roundRect">
            <a:avLst/>
          </a:prstGeom>
          <a:noFill/>
          <a:ln>
            <a:solidFill>
              <a:srgbClr val="00B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 name="圆角矩形 2"/>
          <p:cNvSpPr/>
          <p:nvPr/>
        </p:nvSpPr>
        <p:spPr>
          <a:xfrm>
            <a:off x="1608648" y="2970314"/>
            <a:ext cx="5927499" cy="2060396"/>
          </a:xfrm>
          <a:prstGeom prst="round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mc:AlternateContent xmlns:mc="http://schemas.openxmlformats.org/markup-compatibility/2006" xmlns:a14="http://schemas.microsoft.com/office/drawing/2010/main">
        <mc:Choice Requires="a14">
          <p:sp>
            <p:nvSpPr>
              <p:cNvPr id="4" name="对象 3">
                <a:hlinkClick r:id="" action="ppaction://ole?verb=0"/>
              </p:cNvPr>
              <p:cNvSpPr txBox="1"/>
              <p:nvPr/>
            </p:nvSpPr>
            <p:spPr>
              <a:xfrm>
                <a:off x="4759325" y="3297238"/>
                <a:ext cx="2541588" cy="1406525"/>
              </a:xfrm>
              <a:prstGeom prst="rect">
                <a:avLst/>
              </a:prstGeom>
              <a:ln>
                <a:solidFill>
                  <a:srgbClr val="00B0F0"/>
                </a:solid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𝐹</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𝜇</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𝐹</m:t>
                          </m:r>
                        </m:e>
                        <m:sub>
                          <m:r>
                            <a:rPr lang="zh-CN" altLang="en-US" sz="2000" i="1">
                              <a:solidFill>
                                <a:srgbClr val="000000"/>
                              </a:solidFill>
                              <a:latin typeface="Cambria Math" panose="02040503050406030204" pitchFamily="18" charset="0"/>
                            </a:rPr>
                            <m:t>𝑁</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𝜇</m:t>
                      </m:r>
                      <m:r>
                        <a:rPr lang="zh-CN" altLang="en-US" sz="2000" i="1">
                          <a:solidFill>
                            <a:srgbClr val="000000"/>
                          </a:solidFill>
                          <a:latin typeface="Cambria Math" panose="02040503050406030204" pitchFamily="18" charset="0"/>
                        </a:rPr>
                        <m:t>𝐺</m:t>
                      </m:r>
                    </m:oMath>
                    <m:oMath xmlns:m="http://schemas.openxmlformats.org/officeDocument/2006/math">
                      <m:r>
                        <a:rPr lang="zh-CN" altLang="en-US" sz="2000" i="1">
                          <a:solidFill>
                            <a:srgbClr val="000000"/>
                          </a:solidFill>
                          <a:latin typeface="Cambria Math" panose="02040503050406030204" pitchFamily="18" charset="0"/>
                        </a:rPr>
                        <m:t>=0.02×4.9×1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0</m:t>
                          </m:r>
                        </m:e>
                        <m:sup>
                          <m:r>
                            <a:rPr lang="zh-CN" altLang="en-US" sz="2000" i="1">
                              <a:solidFill>
                                <a:srgbClr val="000000"/>
                              </a:solidFill>
                              <a:latin typeface="Cambria Math" panose="02040503050406030204" pitchFamily="18" charset="0"/>
                            </a:rPr>
                            <m:t>4</m:t>
                          </m:r>
                        </m:sup>
                      </m:sSup>
                      <m:r>
                        <a:rPr lang="zh-CN" altLang="en-US" sz="2000" i="1">
                          <a:solidFill>
                            <a:srgbClr val="000000"/>
                          </a:solidFill>
                          <a:latin typeface="Cambria Math" panose="02040503050406030204" pitchFamily="18" charset="0"/>
                        </a:rPr>
                        <m:t>𝑁</m:t>
                      </m:r>
                    </m:oMath>
                    <m:oMath xmlns:m="http://schemas.openxmlformats.org/officeDocument/2006/math">
                      <m:r>
                        <a:rPr lang="zh-CN" altLang="en-US" sz="2000" i="1">
                          <a:solidFill>
                            <a:srgbClr val="000000"/>
                          </a:solidFill>
                          <a:latin typeface="Cambria Math" panose="02040503050406030204" pitchFamily="18" charset="0"/>
                        </a:rPr>
                        <m:t>=980</m:t>
                      </m:r>
                      <m:r>
                        <a:rPr lang="zh-CN" altLang="en-US" sz="2000" i="1">
                          <a:solidFill>
                            <a:srgbClr val="000000"/>
                          </a:solidFill>
                          <a:latin typeface="Cambria Math" panose="02040503050406030204" pitchFamily="18" charset="0"/>
                        </a:rPr>
                        <m:t>𝑁</m:t>
                      </m:r>
                    </m:oMath>
                  </m:oMathPara>
                </a14:m>
                <a:endParaRPr lang="zh-CN" altLang="en-US" sz="2000" dirty="0"/>
              </a:p>
            </p:txBody>
          </p:sp>
        </mc:Choice>
        <mc:Fallback xmlns="">
          <p:sp>
            <p:nvSpPr>
              <p:cNvPr id="4" name="对象 3">
                <a:hlinkClick r:id="" action="ppaction://ole?verb=0"/>
              </p:cNvPr>
              <p:cNvSpPr txBox="1">
                <a:spLocks noRot="1" noChangeAspect="1" noMove="1" noResize="1" noEditPoints="1" noAdjustHandles="1" noChangeArrowheads="1" noChangeShapeType="1" noTextEdit="1"/>
              </p:cNvSpPr>
              <p:nvPr/>
            </p:nvSpPr>
            <p:spPr>
              <a:xfrm>
                <a:off x="4759325" y="3297238"/>
                <a:ext cx="2541588" cy="1406525"/>
              </a:xfrm>
              <a:prstGeom prst="rect">
                <a:avLst/>
              </a:prstGeom>
              <a:blipFill>
                <a:blip r:embed="rId5"/>
                <a:stretch>
                  <a:fillRect/>
                </a:stretch>
              </a:blipFill>
              <a:ln>
                <a:solidFill>
                  <a:srgbClr val="00B0F0"/>
                </a:solidFill>
              </a:ln>
            </p:spPr>
            <p:txBody>
              <a:bodyPr/>
              <a:lstStyle/>
              <a:p>
                <a:r>
                  <a:rPr lang="zh-CN" altLang="en-US">
                    <a:noFill/>
                  </a:rPr>
                  <a:t> </a:t>
                </a:r>
              </a:p>
            </p:txBody>
          </p:sp>
        </mc:Fallback>
      </mc:AlternateContent>
      <p:pic>
        <p:nvPicPr>
          <p:cNvPr id="6" name="图片 5" descr="t014de57a54eb1e2f69"/>
          <p:cNvPicPr>
            <a:picLocks noChangeAspect="1"/>
          </p:cNvPicPr>
          <p:nvPr/>
        </p:nvPicPr>
        <p:blipFill>
          <a:blip r:embed="rId6"/>
          <a:stretch>
            <a:fillRect/>
          </a:stretch>
        </p:blipFill>
        <p:spPr>
          <a:xfrm>
            <a:off x="1982522" y="3191590"/>
            <a:ext cx="2507916" cy="1617627"/>
          </a:xfrm>
          <a:prstGeom prst="rect">
            <a:avLst/>
          </a:prstGeom>
        </p:spPr>
      </p:pic>
      <p:cxnSp>
        <p:nvCxnSpPr>
          <p:cNvPr id="45" name="直接连接符 44"/>
          <p:cNvCxnSpPr/>
          <p:nvPr/>
        </p:nvCxnSpPr>
        <p:spPr>
          <a:xfrm>
            <a:off x="-8255" y="715010"/>
            <a:ext cx="4293235" cy="698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48" name="圆角矩形 47">
            <a:hlinkClick r:id="" action="ppaction://noaction"/>
          </p:cNvPr>
          <p:cNvSpPr/>
          <p:nvPr>
            <p:custDataLst>
              <p:tags r:id="rId2"/>
            </p:custDataLst>
          </p:nvPr>
        </p:nvSpPr>
        <p:spPr>
          <a:xfrm>
            <a:off x="0" y="22860"/>
            <a:ext cx="32499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sp>
        <p:nvSpPr>
          <p:cNvPr id="49" name="TextBox 14">
            <a:hlinkClick r:id="" action="ppaction://noaction"/>
          </p:cNvPr>
          <p:cNvSpPr txBox="1">
            <a:spLocks noChangeArrowheads="1"/>
          </p:cNvSpPr>
          <p:nvPr>
            <p:custDataLst>
              <p:tags r:id="rId3"/>
            </p:custDataLst>
          </p:nvPr>
        </p:nvSpPr>
        <p:spPr bwMode="auto">
          <a:xfrm>
            <a:off x="16510" y="125095"/>
            <a:ext cx="3232785" cy="458470"/>
          </a:xfrm>
          <a:prstGeom prst="rect">
            <a:avLst/>
          </a:prstGeom>
          <a:noFill/>
          <a:ln w="9525">
            <a:noFill/>
            <a:miter lim="800000"/>
          </a:ln>
        </p:spPr>
        <p:txBody>
          <a:bodyPr wrap="square">
            <a:spAutoFit/>
          </a:bodyPr>
          <a:lstStyle/>
          <a:p>
            <a:r>
              <a:rPr lang="zh-CN" altLang="en-US" sz="2390" b="1" dirty="0">
                <a:solidFill>
                  <a:schemeClr val="bg1"/>
                </a:solidFill>
                <a:latin typeface="宋体" panose="02010600030101010101" pitchFamily="2" charset="-122"/>
                <a:ea typeface="宋体" panose="02010600030101010101" pitchFamily="2" charset="-122"/>
              </a:rPr>
              <a:t>滑动摩擦力的大小</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3"/>
          <p:cNvSpPr txBox="1"/>
          <p:nvPr>
            <p:custDataLst>
              <p:tags r:id="rId2"/>
            </p:custDataLst>
          </p:nvPr>
        </p:nvSpPr>
        <p:spPr>
          <a:xfrm>
            <a:off x="1983740" y="2556510"/>
            <a:ext cx="2614930" cy="1014730"/>
          </a:xfrm>
          <a:prstGeom prst="rect">
            <a:avLst/>
          </a:prstGeom>
          <a:solidFill>
            <a:schemeClr val="accent1"/>
          </a:solidFill>
          <a:ln w="19050" cap="flat" cmpd="sng">
            <a:solidFill>
              <a:srgbClr val="000000">
                <a:alpha val="0"/>
              </a:srgbClr>
            </a:solidFill>
            <a:prstDash val="lgDash"/>
            <a:miter/>
            <a:headEnd type="none" w="med" len="med"/>
            <a:tailEnd type="none" w="med" len="med"/>
          </a:ln>
        </p:spPr>
        <p:txBody>
          <a:bodyPr wrap="square">
            <a:spAutoFit/>
          </a:bodyPr>
          <a:lstStyle/>
          <a:p>
            <a:pPr>
              <a:lnSpc>
                <a:spcPct val="150000"/>
              </a:lnSpc>
              <a:spcBef>
                <a:spcPct val="50000"/>
              </a:spcBef>
            </a:pPr>
            <a:r>
              <a:rPr lang="zh-CN" altLang="en-US" sz="2000" b="1" dirty="0">
                <a:solidFill>
                  <a:schemeClr val="dk1"/>
                </a:solidFill>
                <a:effectLst/>
                <a:latin typeface="宋体" panose="02010600030101010101" pitchFamily="2" charset="-122"/>
                <a:ea typeface="宋体" panose="02010600030101010101" pitchFamily="2" charset="-122"/>
              </a:rPr>
              <a:t>滑动摩擦力的方向跟运动方向有关系吗？</a:t>
            </a:r>
          </a:p>
        </p:txBody>
      </p:sp>
      <p:sp>
        <p:nvSpPr>
          <p:cNvPr id="33796" name="Text Box 4"/>
          <p:cNvSpPr txBox="1"/>
          <p:nvPr>
            <p:custDataLst>
              <p:tags r:id="rId3"/>
            </p:custDataLst>
          </p:nvPr>
        </p:nvSpPr>
        <p:spPr>
          <a:xfrm>
            <a:off x="1983881" y="432858"/>
            <a:ext cx="2679418" cy="1014730"/>
          </a:xfrm>
          <a:prstGeom prst="rect">
            <a:avLst/>
          </a:prstGeom>
          <a:solidFill>
            <a:schemeClr val="accent1"/>
          </a:solidFill>
          <a:ln w="19050" cap="flat" cmpd="sng">
            <a:solidFill>
              <a:srgbClr val="000000">
                <a:alpha val="0"/>
              </a:srgbClr>
            </a:solidFill>
            <a:prstDash val="lgDash"/>
            <a:miter/>
            <a:headEnd type="none" w="med" len="med"/>
            <a:tailEnd type="none" w="med" len="med"/>
          </a:ln>
        </p:spPr>
        <p:txBody>
          <a:bodyPr>
            <a:spAutoFit/>
          </a:bodyPr>
          <a:lstStyle/>
          <a:p>
            <a:pPr>
              <a:lnSpc>
                <a:spcPct val="150000"/>
              </a:lnSpc>
              <a:spcBef>
                <a:spcPct val="20000"/>
              </a:spcBef>
              <a:buClr>
                <a:schemeClr val="accent1"/>
              </a:buClr>
              <a:buSzPct val="65000"/>
              <a:buFont typeface="Wingdings" panose="05000000000000000000" pitchFamily="2" charset="2"/>
            </a:pPr>
            <a:r>
              <a:rPr lang="zh-CN" altLang="en-US" sz="2000" b="1" dirty="0">
                <a:solidFill>
                  <a:schemeClr val="dk1"/>
                </a:solidFill>
                <a:effectLst/>
                <a:latin typeface="宋体" panose="02010600030101010101" pitchFamily="2" charset="-122"/>
                <a:ea typeface="宋体" panose="02010600030101010101" pitchFamily="2" charset="-122"/>
              </a:rPr>
              <a:t>滑动摩擦力的大小与</a:t>
            </a:r>
            <a:r>
              <a:rPr lang="zh-CN" altLang="en-US" sz="2000" b="1" dirty="0">
                <a:solidFill>
                  <a:srgbClr val="FF0000"/>
                </a:solidFill>
                <a:effectLst/>
                <a:latin typeface="宋体" panose="02010600030101010101" pitchFamily="2" charset="-122"/>
                <a:ea typeface="宋体" panose="02010600030101010101" pitchFamily="2" charset="-122"/>
              </a:rPr>
              <a:t>重力</a:t>
            </a:r>
            <a:r>
              <a:rPr lang="zh-CN" altLang="en-US" sz="2000" b="1" dirty="0">
                <a:solidFill>
                  <a:schemeClr val="dk1"/>
                </a:solidFill>
                <a:effectLst/>
                <a:latin typeface="宋体" panose="02010600030101010101" pitchFamily="2" charset="-122"/>
                <a:ea typeface="宋体" panose="02010600030101010101" pitchFamily="2" charset="-122"/>
              </a:rPr>
              <a:t>成正比吗？</a:t>
            </a:r>
          </a:p>
        </p:txBody>
      </p:sp>
      <p:sp>
        <p:nvSpPr>
          <p:cNvPr id="33797" name="Rectangle 5"/>
          <p:cNvSpPr/>
          <p:nvPr>
            <p:custDataLst>
              <p:tags r:id="rId4"/>
            </p:custDataLst>
          </p:nvPr>
        </p:nvSpPr>
        <p:spPr>
          <a:xfrm>
            <a:off x="6302375" y="3790315"/>
            <a:ext cx="1720215" cy="1014730"/>
          </a:xfrm>
          <a:prstGeom prst="rect">
            <a:avLst/>
          </a:prstGeom>
          <a:solidFill>
            <a:schemeClr val="accent1"/>
          </a:solidFill>
          <a:ln w="19050" cap="flat" cmpd="sng">
            <a:solidFill>
              <a:srgbClr val="000000">
                <a:alpha val="0"/>
              </a:srgbClr>
            </a:solidFill>
            <a:prstDash val="lgDash"/>
            <a:miter/>
            <a:headEnd type="none" w="med" len="med"/>
            <a:tailEnd type="none" w="med" len="med"/>
          </a:ln>
        </p:spPr>
        <p:txBody>
          <a:bodyPr wrap="square">
            <a:spAutoFit/>
          </a:bodyPr>
          <a:lstStyle/>
          <a:p>
            <a:pPr>
              <a:lnSpc>
                <a:spcPct val="150000"/>
              </a:lnSpc>
            </a:pPr>
            <a:r>
              <a:rPr lang="zh-CN" altLang="en-US" sz="2000" b="1" dirty="0">
                <a:solidFill>
                  <a:schemeClr val="dk1"/>
                </a:solidFill>
                <a:effectLst/>
                <a:latin typeface="宋体" panose="02010600030101010101" pitchFamily="2" charset="-122"/>
                <a:ea typeface="宋体" panose="02010600030101010101" pitchFamily="2" charset="-122"/>
              </a:rPr>
              <a:t>滑动摩擦力一定是阻力吗？</a:t>
            </a:r>
          </a:p>
        </p:txBody>
      </p:sp>
      <p:sp>
        <p:nvSpPr>
          <p:cNvPr id="33798" name="Text Box 6"/>
          <p:cNvSpPr txBox="1"/>
          <p:nvPr>
            <p:custDataLst>
              <p:tags r:id="rId5"/>
            </p:custDataLst>
          </p:nvPr>
        </p:nvSpPr>
        <p:spPr>
          <a:xfrm>
            <a:off x="3470275" y="1494790"/>
            <a:ext cx="4110990" cy="1014730"/>
          </a:xfrm>
          <a:prstGeom prst="rect">
            <a:avLst/>
          </a:prstGeom>
          <a:solidFill>
            <a:schemeClr val="accent1"/>
          </a:solidFill>
          <a:ln w="19050" cap="flat" cmpd="sng">
            <a:solidFill>
              <a:srgbClr val="000000">
                <a:alpha val="0"/>
              </a:srgbClr>
            </a:solidFill>
            <a:prstDash val="lgDash"/>
            <a:miter/>
            <a:headEnd type="none" w="med" len="med"/>
            <a:tailEnd type="none" w="med" len="med"/>
          </a:ln>
        </p:spPr>
        <p:txBody>
          <a:bodyPr wrap="square">
            <a:spAutoFit/>
          </a:bodyPr>
          <a:lstStyle/>
          <a:p>
            <a:pPr>
              <a:lnSpc>
                <a:spcPct val="150000"/>
              </a:lnSpc>
              <a:spcBef>
                <a:spcPct val="50000"/>
              </a:spcBef>
            </a:pPr>
            <a:r>
              <a:rPr lang="zh-CN" altLang="en-US" sz="2000" b="1" dirty="0">
                <a:solidFill>
                  <a:schemeClr val="dk1"/>
                </a:solidFill>
                <a:effectLst/>
                <a:latin typeface="宋体" panose="02010600030101010101" pitchFamily="2" charset="-122"/>
                <a:ea typeface="宋体" panose="02010600030101010101" pitchFamily="2" charset="-122"/>
                <a:cs typeface="宋体" panose="02010600030101010101" pitchFamily="2" charset="-122"/>
              </a:rPr>
              <a:t>运动的物体一定</a:t>
            </a:r>
            <a:r>
              <a:rPr lang="zh-CN" altLang="en-US" sz="20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有</a:t>
            </a:r>
            <a:r>
              <a:rPr lang="zh-CN" altLang="en-US" sz="2000" b="1" dirty="0">
                <a:solidFill>
                  <a:schemeClr val="dk1"/>
                </a:solidFill>
                <a:effectLst/>
                <a:latin typeface="宋体" panose="02010600030101010101" pitchFamily="2" charset="-122"/>
                <a:ea typeface="宋体" panose="02010600030101010101" pitchFamily="2" charset="-122"/>
                <a:cs typeface="宋体" panose="02010600030101010101" pitchFamily="2" charset="-122"/>
              </a:rPr>
              <a:t>滑动摩擦力吗 ？ 静止的物体一定</a:t>
            </a:r>
            <a:r>
              <a:rPr lang="zh-CN" altLang="en-US" sz="2000" b="1" dirty="0">
                <a:solidFill>
                  <a:srgbClr val="FF0000"/>
                </a:solidFill>
                <a:effectLst/>
                <a:latin typeface="宋体" panose="02010600030101010101" pitchFamily="2" charset="-122"/>
                <a:ea typeface="宋体" panose="02010600030101010101" pitchFamily="2" charset="-122"/>
                <a:cs typeface="宋体" panose="02010600030101010101" pitchFamily="2" charset="-122"/>
              </a:rPr>
              <a:t>没有</a:t>
            </a:r>
            <a:r>
              <a:rPr lang="zh-CN" altLang="en-US" sz="2000" b="1" dirty="0">
                <a:solidFill>
                  <a:schemeClr val="dk1"/>
                </a:solidFill>
                <a:effectLst/>
                <a:latin typeface="宋体" panose="02010600030101010101" pitchFamily="2" charset="-122"/>
                <a:ea typeface="宋体" panose="02010600030101010101" pitchFamily="2" charset="-122"/>
                <a:cs typeface="宋体" panose="02010600030101010101" pitchFamily="2" charset="-122"/>
              </a:rPr>
              <a:t>滑动摩擦力吗？</a:t>
            </a:r>
          </a:p>
        </p:txBody>
      </p:sp>
      <p:sp>
        <p:nvSpPr>
          <p:cNvPr id="33799" name="AutoShape 7"/>
          <p:cNvSpPr/>
          <p:nvPr>
            <p:custDataLst>
              <p:tags r:id="rId6"/>
            </p:custDataLst>
          </p:nvPr>
        </p:nvSpPr>
        <p:spPr>
          <a:xfrm>
            <a:off x="5005705" y="442595"/>
            <a:ext cx="2308860" cy="822960"/>
          </a:xfrm>
          <a:prstGeom prst="wedgeRoundRectCallout">
            <a:avLst>
              <a:gd name="adj1" fmla="val -60138"/>
              <a:gd name="adj2" fmla="val -13580"/>
              <a:gd name="adj3" fmla="val 16667"/>
            </a:avLst>
          </a:prstGeom>
          <a:solidFill>
            <a:srgbClr val="FFFF99">
              <a:alpha val="70000"/>
            </a:srgbClr>
          </a:solidFill>
          <a:ln w="9525" cap="flat" cmpd="sng">
            <a:solidFill>
              <a:schemeClr val="dk1"/>
            </a:solidFill>
            <a:prstDash val="solid"/>
            <a:miter/>
            <a:headEnd type="none" w="med" len="med"/>
            <a:tailEnd type="none" w="med" len="med"/>
          </a:ln>
        </p:spPr>
        <p:txBody>
          <a:bodyPr/>
          <a:lstStyle/>
          <a:p>
            <a:pPr>
              <a:lnSpc>
                <a:spcPct val="110000"/>
              </a:lnSpc>
              <a:spcBef>
                <a:spcPct val="50000"/>
              </a:spcBef>
            </a:pPr>
            <a:r>
              <a:rPr lang="zh-CN" altLang="en-US" sz="2000" b="1" dirty="0">
                <a:solidFill>
                  <a:schemeClr val="dk1"/>
                </a:solidFill>
                <a:effectLst/>
                <a:latin typeface="宋体" panose="02010600030101010101" pitchFamily="2" charset="-122"/>
                <a:ea typeface="宋体" panose="02010600030101010101" pitchFamily="2" charset="-122"/>
              </a:rPr>
              <a:t>滑动摩擦力的大小与</a:t>
            </a:r>
            <a:r>
              <a:rPr lang="zh-CN" altLang="en-US" sz="2000" b="1" dirty="0">
                <a:solidFill>
                  <a:srgbClr val="00B0F0"/>
                </a:solidFill>
                <a:effectLst/>
                <a:latin typeface="宋体" panose="02010600030101010101" pitchFamily="2" charset="-122"/>
                <a:ea typeface="宋体" panose="02010600030101010101" pitchFamily="2" charset="-122"/>
              </a:rPr>
              <a:t>正压力</a:t>
            </a:r>
            <a:r>
              <a:rPr lang="zh-CN" altLang="en-US" sz="2000" b="1" dirty="0">
                <a:solidFill>
                  <a:schemeClr val="dk1"/>
                </a:solidFill>
                <a:effectLst/>
                <a:latin typeface="宋体" panose="02010600030101010101" pitchFamily="2" charset="-122"/>
                <a:ea typeface="宋体" panose="02010600030101010101" pitchFamily="2" charset="-122"/>
              </a:rPr>
              <a:t>成正比</a:t>
            </a:r>
          </a:p>
        </p:txBody>
      </p:sp>
      <p:sp>
        <p:nvSpPr>
          <p:cNvPr id="33800" name="AutoShape 8"/>
          <p:cNvSpPr/>
          <p:nvPr>
            <p:custDataLst>
              <p:tags r:id="rId7"/>
            </p:custDataLst>
          </p:nvPr>
        </p:nvSpPr>
        <p:spPr>
          <a:xfrm>
            <a:off x="2079625" y="1759585"/>
            <a:ext cx="1057275" cy="485775"/>
          </a:xfrm>
          <a:prstGeom prst="wedgeRoundRectCallout">
            <a:avLst>
              <a:gd name="adj1" fmla="val 76203"/>
              <a:gd name="adj2" fmla="val 1764"/>
              <a:gd name="adj3" fmla="val 16667"/>
            </a:avLst>
          </a:prstGeom>
          <a:solidFill>
            <a:srgbClr val="FFFF99">
              <a:alpha val="70000"/>
            </a:srgbClr>
          </a:solidFill>
          <a:ln w="9525" cap="flat" cmpd="sng">
            <a:solidFill>
              <a:schemeClr val="dk1"/>
            </a:solidFill>
            <a:prstDash val="solid"/>
            <a:miter/>
            <a:headEnd type="none" w="med" len="med"/>
            <a:tailEnd type="none" w="med" len="med"/>
          </a:ln>
        </p:spPr>
        <p:txBody>
          <a:bodyPr/>
          <a:lstStyle/>
          <a:p>
            <a:pPr algn="ctr">
              <a:lnSpc>
                <a:spcPct val="100000"/>
              </a:lnSpc>
            </a:pPr>
            <a:r>
              <a:rPr lang="zh-CN" altLang="en-US" sz="2000" b="1" dirty="0">
                <a:solidFill>
                  <a:srgbClr val="0000FF"/>
                </a:solidFill>
                <a:effectLst/>
                <a:latin typeface="宋体" panose="02010600030101010101" pitchFamily="2" charset="-122"/>
                <a:ea typeface="宋体" panose="02010600030101010101" pitchFamily="2" charset="-122"/>
              </a:rPr>
              <a:t>不一定</a:t>
            </a:r>
          </a:p>
        </p:txBody>
      </p:sp>
      <p:sp>
        <p:nvSpPr>
          <p:cNvPr id="33801" name="AutoShape 9"/>
          <p:cNvSpPr/>
          <p:nvPr>
            <p:custDataLst>
              <p:tags r:id="rId8"/>
            </p:custDataLst>
          </p:nvPr>
        </p:nvSpPr>
        <p:spPr>
          <a:xfrm>
            <a:off x="4870450" y="2662555"/>
            <a:ext cx="2926715" cy="803275"/>
          </a:xfrm>
          <a:prstGeom prst="wedgeRoundRectCallout">
            <a:avLst>
              <a:gd name="adj1" fmla="val -56986"/>
              <a:gd name="adj2" fmla="val 909"/>
              <a:gd name="adj3" fmla="val 16667"/>
            </a:avLst>
          </a:prstGeom>
          <a:solidFill>
            <a:srgbClr val="FFFF99">
              <a:alpha val="70000"/>
            </a:srgbClr>
          </a:solidFill>
          <a:ln w="9525" cap="flat" cmpd="sng">
            <a:solidFill>
              <a:schemeClr val="dk1"/>
            </a:solidFill>
            <a:prstDash val="solid"/>
            <a:miter/>
            <a:headEnd type="none" w="med" len="med"/>
            <a:tailEnd type="none" w="med" len="med"/>
          </a:ln>
        </p:spPr>
        <p:txBody>
          <a:bodyPr/>
          <a:lstStyle/>
          <a:p>
            <a:pPr>
              <a:lnSpc>
                <a:spcPct val="110000"/>
              </a:lnSpc>
              <a:spcBef>
                <a:spcPct val="50000"/>
              </a:spcBef>
            </a:pPr>
            <a:r>
              <a:rPr lang="zh-CN" altLang="en-US" sz="2000" b="1" dirty="0">
                <a:solidFill>
                  <a:schemeClr val="dk1"/>
                </a:solidFill>
                <a:effectLst/>
                <a:latin typeface="宋体" panose="02010600030101010101" pitchFamily="2" charset="-122"/>
                <a:ea typeface="宋体" panose="02010600030101010101" pitchFamily="2" charset="-122"/>
              </a:rPr>
              <a:t>滑动摩擦力的方向跟运动方向没有直接关系</a:t>
            </a:r>
          </a:p>
        </p:txBody>
      </p:sp>
      <p:sp>
        <p:nvSpPr>
          <p:cNvPr id="33802" name="AutoShape 10"/>
          <p:cNvSpPr/>
          <p:nvPr>
            <p:custDataLst>
              <p:tags r:id="rId9"/>
            </p:custDataLst>
          </p:nvPr>
        </p:nvSpPr>
        <p:spPr>
          <a:xfrm>
            <a:off x="1983740" y="3663315"/>
            <a:ext cx="3867785" cy="1243330"/>
          </a:xfrm>
          <a:prstGeom prst="wedgeRoundRectCallout">
            <a:avLst>
              <a:gd name="adj1" fmla="val 56594"/>
              <a:gd name="adj2" fmla="val 18488"/>
              <a:gd name="adj3" fmla="val 16667"/>
            </a:avLst>
          </a:prstGeom>
          <a:solidFill>
            <a:srgbClr val="FFFF99">
              <a:alpha val="70000"/>
            </a:srgbClr>
          </a:solidFill>
          <a:ln w="9525" cap="flat" cmpd="sng">
            <a:solidFill>
              <a:schemeClr val="dk1"/>
            </a:solidFill>
            <a:prstDash val="solid"/>
            <a:miter/>
            <a:headEnd type="none" w="med" len="med"/>
            <a:tailEnd type="none" w="med" len="med"/>
          </a:ln>
        </p:spPr>
        <p:txBody>
          <a:bodyPr/>
          <a:lstStyle/>
          <a:p>
            <a:pPr>
              <a:lnSpc>
                <a:spcPct val="120000"/>
              </a:lnSpc>
            </a:pPr>
            <a:r>
              <a:rPr lang="zh-CN" altLang="en-US" sz="2000" b="1" dirty="0">
                <a:solidFill>
                  <a:schemeClr val="tx1"/>
                </a:solidFill>
                <a:effectLst/>
                <a:latin typeface="宋体" panose="02010600030101010101" pitchFamily="2" charset="-122"/>
                <a:ea typeface="宋体" panose="02010600030101010101" pitchFamily="2" charset="-122"/>
              </a:rPr>
              <a:t>滑动摩擦力可以是阻力，也可以是动力。但</a:t>
            </a:r>
            <a:r>
              <a:rPr lang="zh-CN" altLang="en-US" sz="2000" b="1" dirty="0">
                <a:solidFill>
                  <a:srgbClr val="0000FF"/>
                </a:solidFill>
                <a:effectLst/>
                <a:latin typeface="宋体" panose="02010600030101010101" pitchFamily="2" charset="-122"/>
                <a:ea typeface="宋体" panose="02010600030101010101" pitchFamily="2" charset="-122"/>
              </a:rPr>
              <a:t>它产生的效果一定是</a:t>
            </a:r>
            <a:r>
              <a:rPr lang="zh-CN" altLang="en-US" sz="2000" b="1" dirty="0">
                <a:solidFill>
                  <a:srgbClr val="FF3300"/>
                </a:solidFill>
                <a:effectLst/>
                <a:latin typeface="宋体" panose="02010600030101010101" pitchFamily="2" charset="-122"/>
                <a:ea typeface="宋体" panose="02010600030101010101" pitchFamily="2" charset="-122"/>
              </a:rPr>
              <a:t>阻碍物体间的相对运动</a:t>
            </a:r>
          </a:p>
        </p:txBody>
      </p:sp>
      <p:sp>
        <p:nvSpPr>
          <p:cNvPr id="18434" name="Rectangle 8"/>
          <p:cNvSpPr>
            <a:spLocks noRot="1"/>
          </p:cNvSpPr>
          <p:nvPr>
            <p:custDataLst>
              <p:tags r:id="rId10"/>
            </p:custDataLst>
          </p:nvPr>
        </p:nvSpPr>
        <p:spPr>
          <a:xfrm>
            <a:off x="856615" y="1265555"/>
            <a:ext cx="465455" cy="2996565"/>
          </a:xfrm>
          <a:prstGeom prst="rect">
            <a:avLst/>
          </a:prstGeom>
          <a:solidFill>
            <a:srgbClr val="FF0000"/>
          </a:solidFill>
          <a:ln w="9525">
            <a:noFill/>
          </a:ln>
        </p:spPr>
        <p:txBody>
          <a:bodyPr/>
          <a:lstStyle/>
          <a:p>
            <a:pPr algn="ctr">
              <a:lnSpc>
                <a:spcPct val="150000"/>
              </a:lnSpc>
            </a:pPr>
            <a:r>
              <a:rPr lang="zh-CN" altLang="en-US" sz="2400" b="1" dirty="0">
                <a:solidFill>
                  <a:schemeClr val="tx1">
                    <a:lumMod val="95000"/>
                    <a:lumOff val="5000"/>
                  </a:schemeClr>
                </a:solidFill>
                <a:effectLst/>
                <a:latin typeface="宋体" panose="02010600030101010101" pitchFamily="2" charset="-122"/>
                <a:ea typeface="宋体" panose="02010600030101010101" pitchFamily="2" charset="-122"/>
              </a:rPr>
              <a:t>思</a:t>
            </a:r>
          </a:p>
          <a:p>
            <a:pPr algn="ctr">
              <a:lnSpc>
                <a:spcPct val="150000"/>
              </a:lnSpc>
            </a:pPr>
            <a:r>
              <a:rPr lang="zh-CN" altLang="en-US" sz="2400" b="1" dirty="0">
                <a:solidFill>
                  <a:schemeClr val="tx1">
                    <a:lumMod val="95000"/>
                    <a:lumOff val="5000"/>
                  </a:schemeClr>
                </a:solidFill>
                <a:effectLst/>
                <a:latin typeface="宋体" panose="02010600030101010101" pitchFamily="2" charset="-122"/>
                <a:ea typeface="宋体" panose="02010600030101010101" pitchFamily="2" charset="-122"/>
              </a:rPr>
              <a:t>考</a:t>
            </a:r>
          </a:p>
          <a:p>
            <a:pPr algn="ctr">
              <a:lnSpc>
                <a:spcPct val="150000"/>
              </a:lnSpc>
            </a:pPr>
            <a:r>
              <a:rPr lang="zh-CN" altLang="en-US" sz="2400" b="1" dirty="0">
                <a:solidFill>
                  <a:srgbClr val="0000FF"/>
                </a:solidFill>
                <a:effectLst/>
                <a:latin typeface="宋体" panose="02010600030101010101" pitchFamily="2" charset="-122"/>
                <a:ea typeface="宋体" panose="02010600030101010101" pitchFamily="2" charset="-122"/>
              </a:rPr>
              <a:t>与</a:t>
            </a:r>
            <a:r>
              <a:rPr lang="zh-CN" altLang="en-US" sz="2400" b="1" dirty="0">
                <a:solidFill>
                  <a:schemeClr val="tx1">
                    <a:lumMod val="95000"/>
                    <a:lumOff val="5000"/>
                  </a:schemeClr>
                </a:solidFill>
                <a:effectLst/>
                <a:latin typeface="宋体" panose="02010600030101010101" pitchFamily="2" charset="-122"/>
                <a:ea typeface="宋体" panose="02010600030101010101" pitchFamily="2" charset="-122"/>
              </a:rPr>
              <a:t>讨论</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3799"/>
                                        </p:tgtEl>
                                        <p:attrNameLst>
                                          <p:attrName>style.visibility</p:attrName>
                                        </p:attrNameLst>
                                      </p:cBhvr>
                                      <p:to>
                                        <p:strVal val="visible"/>
                                      </p:to>
                                    </p:set>
                                    <p:anim calcmode="lin" valueType="num">
                                      <p:cBhvr>
                                        <p:cTn id="7" dur="500" fill="hold"/>
                                        <p:tgtEl>
                                          <p:spTgt spid="3379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3799"/>
                                        </p:tgtEl>
                                        <p:attrNameLst>
                                          <p:attrName>ppt_y</p:attrName>
                                        </p:attrNameLst>
                                      </p:cBhvr>
                                      <p:tavLst>
                                        <p:tav tm="0">
                                          <p:val>
                                            <p:strVal val="#ppt_y"/>
                                          </p:val>
                                        </p:tav>
                                        <p:tav tm="100000">
                                          <p:val>
                                            <p:strVal val="#ppt_y"/>
                                          </p:val>
                                        </p:tav>
                                      </p:tavLst>
                                    </p:anim>
                                    <p:anim calcmode="lin" valueType="num">
                                      <p:cBhvr>
                                        <p:cTn id="9" dur="500" fill="hold"/>
                                        <p:tgtEl>
                                          <p:spTgt spid="3379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379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3799"/>
                                        </p:tgtEl>
                                      </p:cBhvr>
                                    </p:animEffect>
                                  </p:childTnLst>
                                </p:cTn>
                              </p:par>
                            </p:childTnLst>
                          </p:cTn>
                        </p:par>
                      </p:childTnLst>
                    </p:cTn>
                  </p:par>
                  <p:par>
                    <p:cTn id="12" fill="hold">
                      <p:stCondLst>
                        <p:cond delay="indefinite"/>
                      </p:stCondLst>
                      <p:childTnLst>
                        <p:par>
                          <p:cTn id="13" fill="hold">
                            <p:stCondLst>
                              <p:cond delay="0"/>
                            </p:stCondLst>
                            <p:childTnLst>
                              <p:par>
                                <p:cTn id="14" presetID="45" presetClass="entr" presetSubtype="0" fill="hold" grpId="0" nodeType="clickEffect">
                                  <p:stCondLst>
                                    <p:cond delay="0"/>
                                  </p:stCondLst>
                                  <p:iterate type="lt">
                                    <p:tmPct val="10000"/>
                                  </p:iterate>
                                  <p:childTnLst>
                                    <p:set>
                                      <p:cBhvr>
                                        <p:cTn id="15" dur="1" fill="hold">
                                          <p:stCondLst>
                                            <p:cond delay="0"/>
                                          </p:stCondLst>
                                        </p:cTn>
                                        <p:tgtEl>
                                          <p:spTgt spid="33798"/>
                                        </p:tgtEl>
                                        <p:attrNameLst>
                                          <p:attrName>style.visibility</p:attrName>
                                        </p:attrNameLst>
                                      </p:cBhvr>
                                      <p:to>
                                        <p:strVal val="visible"/>
                                      </p:to>
                                    </p:set>
                                    <p:animEffect transition="in" filter="fade">
                                      <p:cBhvr>
                                        <p:cTn id="16" dur="500"/>
                                        <p:tgtEl>
                                          <p:spTgt spid="33798"/>
                                        </p:tgtEl>
                                      </p:cBhvr>
                                    </p:animEffect>
                                    <p:anim calcmode="lin" valueType="num">
                                      <p:cBhvr>
                                        <p:cTn id="17" dur="500" fill="hold"/>
                                        <p:tgtEl>
                                          <p:spTgt spid="33798"/>
                                        </p:tgtEl>
                                        <p:attrNameLst>
                                          <p:attrName>ppt_w</p:attrName>
                                        </p:attrNameLst>
                                      </p:cBhvr>
                                      <p:tavLst>
                                        <p:tav tm="0" fmla="#ppt_w*sin(2.5*pi*$)">
                                          <p:val>
                                            <p:fltVal val="0"/>
                                          </p:val>
                                        </p:tav>
                                        <p:tav tm="100000">
                                          <p:val>
                                            <p:fltVal val="1"/>
                                          </p:val>
                                        </p:tav>
                                      </p:tavLst>
                                    </p:anim>
                                    <p:anim calcmode="lin" valueType="num">
                                      <p:cBhvr>
                                        <p:cTn id="18" dur="500" fill="hold"/>
                                        <p:tgtEl>
                                          <p:spTgt spid="33798"/>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41" presetClass="entr" presetSubtype="0" fill="hold" grpId="0" nodeType="clickEffect">
                                  <p:stCondLst>
                                    <p:cond delay="0"/>
                                  </p:stCondLst>
                                  <p:iterate type="lt">
                                    <p:tmPct val="10000"/>
                                  </p:iterate>
                                  <p:childTnLst>
                                    <p:set>
                                      <p:cBhvr>
                                        <p:cTn id="22" dur="1" fill="hold">
                                          <p:stCondLst>
                                            <p:cond delay="0"/>
                                          </p:stCondLst>
                                        </p:cTn>
                                        <p:tgtEl>
                                          <p:spTgt spid="33800"/>
                                        </p:tgtEl>
                                        <p:attrNameLst>
                                          <p:attrName>style.visibility</p:attrName>
                                        </p:attrNameLst>
                                      </p:cBhvr>
                                      <p:to>
                                        <p:strVal val="visible"/>
                                      </p:to>
                                    </p:set>
                                    <p:anim calcmode="lin" valueType="num">
                                      <p:cBhvr>
                                        <p:cTn id="23" dur="500" fill="hold"/>
                                        <p:tgtEl>
                                          <p:spTgt spid="33800"/>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33800"/>
                                        </p:tgtEl>
                                        <p:attrNameLst>
                                          <p:attrName>ppt_y</p:attrName>
                                        </p:attrNameLst>
                                      </p:cBhvr>
                                      <p:tavLst>
                                        <p:tav tm="0">
                                          <p:val>
                                            <p:strVal val="#ppt_y"/>
                                          </p:val>
                                        </p:tav>
                                        <p:tav tm="100000">
                                          <p:val>
                                            <p:strVal val="#ppt_y"/>
                                          </p:val>
                                        </p:tav>
                                      </p:tavLst>
                                    </p:anim>
                                    <p:anim calcmode="lin" valueType="num">
                                      <p:cBhvr>
                                        <p:cTn id="25" dur="500" fill="hold"/>
                                        <p:tgtEl>
                                          <p:spTgt spid="33800"/>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33800"/>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33800"/>
                                        </p:tgtEl>
                                      </p:cBhvr>
                                    </p:animEffect>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grpId="0" nodeType="clickEffect">
                                  <p:stCondLst>
                                    <p:cond delay="0"/>
                                  </p:stCondLst>
                                  <p:iterate type="lt">
                                    <p:tmPct val="10000"/>
                                  </p:iterate>
                                  <p:childTnLst>
                                    <p:set>
                                      <p:cBhvr>
                                        <p:cTn id="31" dur="1" fill="hold">
                                          <p:stCondLst>
                                            <p:cond delay="0"/>
                                          </p:stCondLst>
                                        </p:cTn>
                                        <p:tgtEl>
                                          <p:spTgt spid="33795"/>
                                        </p:tgtEl>
                                        <p:attrNameLst>
                                          <p:attrName>style.visibility</p:attrName>
                                        </p:attrNameLst>
                                      </p:cBhvr>
                                      <p:to>
                                        <p:strVal val="visible"/>
                                      </p:to>
                                    </p:set>
                                    <p:animEffect transition="in" filter="fade">
                                      <p:cBhvr>
                                        <p:cTn id="32" dur="500"/>
                                        <p:tgtEl>
                                          <p:spTgt spid="33795"/>
                                        </p:tgtEl>
                                      </p:cBhvr>
                                    </p:animEffect>
                                    <p:anim calcmode="lin" valueType="num">
                                      <p:cBhvr>
                                        <p:cTn id="33" dur="500" fill="hold"/>
                                        <p:tgtEl>
                                          <p:spTgt spid="33795"/>
                                        </p:tgtEl>
                                        <p:attrNameLst>
                                          <p:attrName>ppt_w</p:attrName>
                                        </p:attrNameLst>
                                      </p:cBhvr>
                                      <p:tavLst>
                                        <p:tav tm="0" fmla="#ppt_w*sin(2.5*pi*$)">
                                          <p:val>
                                            <p:fltVal val="0"/>
                                          </p:val>
                                        </p:tav>
                                        <p:tav tm="100000">
                                          <p:val>
                                            <p:fltVal val="1"/>
                                          </p:val>
                                        </p:tav>
                                      </p:tavLst>
                                    </p:anim>
                                    <p:anim calcmode="lin" valueType="num">
                                      <p:cBhvr>
                                        <p:cTn id="34" dur="500" fill="hold"/>
                                        <p:tgtEl>
                                          <p:spTgt spid="33795"/>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1" presetClass="entr" presetSubtype="0" fill="hold" grpId="0" nodeType="clickEffect">
                                  <p:stCondLst>
                                    <p:cond delay="0"/>
                                  </p:stCondLst>
                                  <p:iterate type="lt">
                                    <p:tmPct val="10000"/>
                                  </p:iterate>
                                  <p:childTnLst>
                                    <p:set>
                                      <p:cBhvr>
                                        <p:cTn id="38" dur="1" fill="hold">
                                          <p:stCondLst>
                                            <p:cond delay="0"/>
                                          </p:stCondLst>
                                        </p:cTn>
                                        <p:tgtEl>
                                          <p:spTgt spid="33801"/>
                                        </p:tgtEl>
                                        <p:attrNameLst>
                                          <p:attrName>style.visibility</p:attrName>
                                        </p:attrNameLst>
                                      </p:cBhvr>
                                      <p:to>
                                        <p:strVal val="visible"/>
                                      </p:to>
                                    </p:set>
                                    <p:anim calcmode="lin" valueType="num">
                                      <p:cBhvr>
                                        <p:cTn id="39" dur="500" fill="hold"/>
                                        <p:tgtEl>
                                          <p:spTgt spid="33801"/>
                                        </p:tgtEl>
                                        <p:attrNameLst>
                                          <p:attrName>ppt_x</p:attrName>
                                        </p:attrNameLst>
                                      </p:cBhvr>
                                      <p:tavLst>
                                        <p:tav tm="0">
                                          <p:val>
                                            <p:strVal val="#ppt_x"/>
                                          </p:val>
                                        </p:tav>
                                        <p:tav tm="50000">
                                          <p:val>
                                            <p:strVal val="#ppt_x+.1"/>
                                          </p:val>
                                        </p:tav>
                                        <p:tav tm="100000">
                                          <p:val>
                                            <p:strVal val="#ppt_x"/>
                                          </p:val>
                                        </p:tav>
                                      </p:tavLst>
                                    </p:anim>
                                    <p:anim calcmode="lin" valueType="num">
                                      <p:cBhvr>
                                        <p:cTn id="40" dur="500" fill="hold"/>
                                        <p:tgtEl>
                                          <p:spTgt spid="33801"/>
                                        </p:tgtEl>
                                        <p:attrNameLst>
                                          <p:attrName>ppt_y</p:attrName>
                                        </p:attrNameLst>
                                      </p:cBhvr>
                                      <p:tavLst>
                                        <p:tav tm="0">
                                          <p:val>
                                            <p:strVal val="#ppt_y"/>
                                          </p:val>
                                        </p:tav>
                                        <p:tav tm="100000">
                                          <p:val>
                                            <p:strVal val="#ppt_y"/>
                                          </p:val>
                                        </p:tav>
                                      </p:tavLst>
                                    </p:anim>
                                    <p:anim calcmode="lin" valueType="num">
                                      <p:cBhvr>
                                        <p:cTn id="41" dur="500" fill="hold"/>
                                        <p:tgtEl>
                                          <p:spTgt spid="33801"/>
                                        </p:tgtEl>
                                        <p:attrNameLst>
                                          <p:attrName>ppt_h</p:attrName>
                                        </p:attrNameLst>
                                      </p:cBhvr>
                                      <p:tavLst>
                                        <p:tav tm="0">
                                          <p:val>
                                            <p:strVal val="#ppt_h/10"/>
                                          </p:val>
                                        </p:tav>
                                        <p:tav tm="50000">
                                          <p:val>
                                            <p:strVal val="#ppt_h+.01"/>
                                          </p:val>
                                        </p:tav>
                                        <p:tav tm="100000">
                                          <p:val>
                                            <p:strVal val="#ppt_h"/>
                                          </p:val>
                                        </p:tav>
                                      </p:tavLst>
                                    </p:anim>
                                    <p:anim calcmode="lin" valueType="num">
                                      <p:cBhvr>
                                        <p:cTn id="42" dur="500" fill="hold"/>
                                        <p:tgtEl>
                                          <p:spTgt spid="33801"/>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0" tmFilter="0,0; .5, 1; 1, 1"/>
                                        <p:tgtEl>
                                          <p:spTgt spid="33801"/>
                                        </p:tgtEl>
                                      </p:cBhvr>
                                    </p:animEffect>
                                  </p:childTnLst>
                                </p:cTn>
                              </p:par>
                            </p:childTnLst>
                          </p:cTn>
                        </p:par>
                      </p:childTnLst>
                    </p:cTn>
                  </p:par>
                  <p:par>
                    <p:cTn id="44" fill="hold">
                      <p:stCondLst>
                        <p:cond delay="indefinite"/>
                      </p:stCondLst>
                      <p:childTnLst>
                        <p:par>
                          <p:cTn id="45" fill="hold">
                            <p:stCondLst>
                              <p:cond delay="0"/>
                            </p:stCondLst>
                            <p:childTnLst>
                              <p:par>
                                <p:cTn id="46" presetID="45" presetClass="entr" presetSubtype="0" fill="hold" grpId="0" nodeType="clickEffect">
                                  <p:stCondLst>
                                    <p:cond delay="0"/>
                                  </p:stCondLst>
                                  <p:iterate type="lt">
                                    <p:tmPct val="10000"/>
                                  </p:iterate>
                                  <p:childTnLst>
                                    <p:set>
                                      <p:cBhvr>
                                        <p:cTn id="47" dur="1" fill="hold">
                                          <p:stCondLst>
                                            <p:cond delay="0"/>
                                          </p:stCondLst>
                                        </p:cTn>
                                        <p:tgtEl>
                                          <p:spTgt spid="33797"/>
                                        </p:tgtEl>
                                        <p:attrNameLst>
                                          <p:attrName>style.visibility</p:attrName>
                                        </p:attrNameLst>
                                      </p:cBhvr>
                                      <p:to>
                                        <p:strVal val="visible"/>
                                      </p:to>
                                    </p:set>
                                    <p:animEffect transition="in" filter="fade">
                                      <p:cBhvr>
                                        <p:cTn id="48" dur="500"/>
                                        <p:tgtEl>
                                          <p:spTgt spid="33797"/>
                                        </p:tgtEl>
                                      </p:cBhvr>
                                    </p:animEffect>
                                    <p:anim calcmode="lin" valueType="num">
                                      <p:cBhvr>
                                        <p:cTn id="49" dur="500" fill="hold"/>
                                        <p:tgtEl>
                                          <p:spTgt spid="33797"/>
                                        </p:tgtEl>
                                        <p:attrNameLst>
                                          <p:attrName>ppt_w</p:attrName>
                                        </p:attrNameLst>
                                      </p:cBhvr>
                                      <p:tavLst>
                                        <p:tav tm="0" fmla="#ppt_w*sin(2.5*pi*$)">
                                          <p:val>
                                            <p:fltVal val="0"/>
                                          </p:val>
                                        </p:tav>
                                        <p:tav tm="100000">
                                          <p:val>
                                            <p:fltVal val="1"/>
                                          </p:val>
                                        </p:tav>
                                      </p:tavLst>
                                    </p:anim>
                                    <p:anim calcmode="lin" valueType="num">
                                      <p:cBhvr>
                                        <p:cTn id="50" dur="500" fill="hold"/>
                                        <p:tgtEl>
                                          <p:spTgt spid="33797"/>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41" presetClass="entr" presetSubtype="0" fill="hold" grpId="0" nodeType="clickEffect">
                                  <p:stCondLst>
                                    <p:cond delay="0"/>
                                  </p:stCondLst>
                                  <p:iterate type="lt">
                                    <p:tmPct val="10000"/>
                                  </p:iterate>
                                  <p:childTnLst>
                                    <p:set>
                                      <p:cBhvr>
                                        <p:cTn id="54" dur="1" fill="hold">
                                          <p:stCondLst>
                                            <p:cond delay="0"/>
                                          </p:stCondLst>
                                        </p:cTn>
                                        <p:tgtEl>
                                          <p:spTgt spid="33802"/>
                                        </p:tgtEl>
                                        <p:attrNameLst>
                                          <p:attrName>style.visibility</p:attrName>
                                        </p:attrNameLst>
                                      </p:cBhvr>
                                      <p:to>
                                        <p:strVal val="visible"/>
                                      </p:to>
                                    </p:set>
                                    <p:anim calcmode="lin" valueType="num">
                                      <p:cBhvr>
                                        <p:cTn id="55" dur="500" fill="hold"/>
                                        <p:tgtEl>
                                          <p:spTgt spid="33802"/>
                                        </p:tgtEl>
                                        <p:attrNameLst>
                                          <p:attrName>ppt_x</p:attrName>
                                        </p:attrNameLst>
                                      </p:cBhvr>
                                      <p:tavLst>
                                        <p:tav tm="0">
                                          <p:val>
                                            <p:strVal val="#ppt_x"/>
                                          </p:val>
                                        </p:tav>
                                        <p:tav tm="50000">
                                          <p:val>
                                            <p:strVal val="#ppt_x+.1"/>
                                          </p:val>
                                        </p:tav>
                                        <p:tav tm="100000">
                                          <p:val>
                                            <p:strVal val="#ppt_x"/>
                                          </p:val>
                                        </p:tav>
                                      </p:tavLst>
                                    </p:anim>
                                    <p:anim calcmode="lin" valueType="num">
                                      <p:cBhvr>
                                        <p:cTn id="56" dur="500" fill="hold"/>
                                        <p:tgtEl>
                                          <p:spTgt spid="33802"/>
                                        </p:tgtEl>
                                        <p:attrNameLst>
                                          <p:attrName>ppt_y</p:attrName>
                                        </p:attrNameLst>
                                      </p:cBhvr>
                                      <p:tavLst>
                                        <p:tav tm="0">
                                          <p:val>
                                            <p:strVal val="#ppt_y"/>
                                          </p:val>
                                        </p:tav>
                                        <p:tav tm="100000">
                                          <p:val>
                                            <p:strVal val="#ppt_y"/>
                                          </p:val>
                                        </p:tav>
                                      </p:tavLst>
                                    </p:anim>
                                    <p:anim calcmode="lin" valueType="num">
                                      <p:cBhvr>
                                        <p:cTn id="57" dur="500" fill="hold"/>
                                        <p:tgtEl>
                                          <p:spTgt spid="33802"/>
                                        </p:tgtEl>
                                        <p:attrNameLst>
                                          <p:attrName>ppt_h</p:attrName>
                                        </p:attrNameLst>
                                      </p:cBhvr>
                                      <p:tavLst>
                                        <p:tav tm="0">
                                          <p:val>
                                            <p:strVal val="#ppt_h/10"/>
                                          </p:val>
                                        </p:tav>
                                        <p:tav tm="50000">
                                          <p:val>
                                            <p:strVal val="#ppt_h+.01"/>
                                          </p:val>
                                        </p:tav>
                                        <p:tav tm="100000">
                                          <p:val>
                                            <p:strVal val="#ppt_h"/>
                                          </p:val>
                                        </p:tav>
                                      </p:tavLst>
                                    </p:anim>
                                    <p:anim calcmode="lin" valueType="num">
                                      <p:cBhvr>
                                        <p:cTn id="58" dur="500" fill="hold"/>
                                        <p:tgtEl>
                                          <p:spTgt spid="33802"/>
                                        </p:tgtEl>
                                        <p:attrNameLst>
                                          <p:attrName>ppt_w</p:attrName>
                                        </p:attrNameLst>
                                      </p:cBhvr>
                                      <p:tavLst>
                                        <p:tav tm="0">
                                          <p:val>
                                            <p:strVal val="#ppt_w/10"/>
                                          </p:val>
                                        </p:tav>
                                        <p:tav tm="50000">
                                          <p:val>
                                            <p:strVal val="#ppt_w+.01"/>
                                          </p:val>
                                        </p:tav>
                                        <p:tav tm="100000">
                                          <p:val>
                                            <p:strVal val="#ppt_w"/>
                                          </p:val>
                                        </p:tav>
                                      </p:tavLst>
                                    </p:anim>
                                    <p:animEffect transition="in" filter="fade">
                                      <p:cBhvr>
                                        <p:cTn id="59" dur="500" tmFilter="0,0; .5, 1; 1, 1"/>
                                        <p:tgtEl>
                                          <p:spTgt spid="33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ldLvl="0" animBg="1"/>
      <p:bldP spid="33797" grpId="0" bldLvl="0" animBg="1"/>
      <p:bldP spid="33798" grpId="0" bldLvl="0" animBg="1"/>
      <p:bldP spid="33799" grpId="0" bldLvl="0" animBg="1"/>
      <p:bldP spid="33800" grpId="0" bldLvl="0" animBg="1"/>
      <p:bldP spid="33801" grpId="0" bldLvl="0" animBg="1"/>
      <p:bldP spid="3380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a:hlinkClick r:id="" action="ppaction://noaction"/>
          </p:cNvPr>
          <p:cNvSpPr/>
          <p:nvPr>
            <p:custDataLst>
              <p:tags r:id="rId1"/>
            </p:custDataLst>
          </p:nvPr>
        </p:nvSpPr>
        <p:spPr>
          <a:xfrm>
            <a:off x="0" y="1206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b="1" noProof="1">
              <a:latin typeface="宋体" panose="02010600030101010101" pitchFamily="2" charset="-122"/>
              <a:ea typeface="宋体" panose="02010600030101010101" pitchFamily="2" charset="-122"/>
            </a:endParaRPr>
          </a:p>
        </p:txBody>
      </p:sp>
      <p:sp>
        <p:nvSpPr>
          <p:cNvPr id="22" name="TextBox 14">
            <a:hlinkClick r:id="" action="ppaction://noaction"/>
          </p:cNvPr>
          <p:cNvSpPr txBox="1">
            <a:spLocks noChangeArrowheads="1"/>
          </p:cNvSpPr>
          <p:nvPr>
            <p:custDataLst>
              <p:tags r:id="rId2"/>
            </p:custDataLst>
          </p:nvPr>
        </p:nvSpPr>
        <p:spPr bwMode="auto">
          <a:xfrm>
            <a:off x="86360" y="114935"/>
            <a:ext cx="1537970"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课堂小结</a:t>
            </a:r>
          </a:p>
        </p:txBody>
      </p:sp>
      <p:cxnSp>
        <p:nvCxnSpPr>
          <p:cNvPr id="10" name="直接连接符 9"/>
          <p:cNvCxnSpPr/>
          <p:nvPr/>
        </p:nvCxnSpPr>
        <p:spPr>
          <a:xfrm flipV="1">
            <a:off x="0" y="703580"/>
            <a:ext cx="6196965" cy="4445"/>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2" name="矩形 1"/>
          <p:cNvSpPr/>
          <p:nvPr>
            <p:custDataLst>
              <p:tags r:id="rId3"/>
            </p:custDataLst>
          </p:nvPr>
        </p:nvSpPr>
        <p:spPr>
          <a:xfrm>
            <a:off x="651807" y="1853841"/>
            <a:ext cx="3203339" cy="663160"/>
          </a:xfrm>
          <a:prstGeom prst="rect">
            <a:avLst/>
          </a:prstGeom>
          <a:solidFill>
            <a:srgbClr val="F2F2F2"/>
          </a:solidFill>
          <a:ln w="12700" cap="flat" cmpd="sng" algn="ctr">
            <a:noFill/>
            <a:prstDash val="solid"/>
            <a:miter lim="800000"/>
          </a:ln>
          <a:effectLst/>
        </p:spPr>
        <p:txBody>
          <a:bodyPr rot="0" spcFirstLastPara="0" vertOverflow="overflow" horzOverflow="overflow" vert="horz" wrap="square" lIns="91214" tIns="45607" rIns="91214" bIns="45607" numCol="1" spcCol="0" rtlCol="0" fromWordArt="0" anchor="ctr" anchorCtr="0" forceAA="0" compatLnSpc="1">
            <a:noAutofit/>
          </a:bodyPr>
          <a:lstStyle/>
          <a:p>
            <a:pPr algn="ctr"/>
            <a:endParaRPr lang="zh-CN" altLang="en-US" sz="2395">
              <a:latin typeface="微软雅黑" panose="020B0503020204020204" charset="-122"/>
              <a:ea typeface="微软雅黑" panose="020B0503020204020204" charset="-122"/>
            </a:endParaRPr>
          </a:p>
        </p:txBody>
      </p:sp>
      <p:sp>
        <p:nvSpPr>
          <p:cNvPr id="125" name="矩形 124"/>
          <p:cNvSpPr/>
          <p:nvPr>
            <p:custDataLst>
              <p:tags r:id="rId4"/>
            </p:custDataLst>
          </p:nvPr>
        </p:nvSpPr>
        <p:spPr>
          <a:xfrm>
            <a:off x="4805938" y="1910857"/>
            <a:ext cx="3203339" cy="663160"/>
          </a:xfrm>
          <a:prstGeom prst="rect">
            <a:avLst/>
          </a:prstGeom>
          <a:solidFill>
            <a:srgbClr val="F2F2F2"/>
          </a:solidFill>
          <a:ln w="12700" cap="flat" cmpd="sng" algn="ctr">
            <a:noFill/>
            <a:prstDash val="solid"/>
            <a:miter lim="800000"/>
          </a:ln>
          <a:effectLst/>
        </p:spPr>
        <p:txBody>
          <a:bodyPr rot="0" spcFirstLastPara="0" vertOverflow="overflow" horzOverflow="overflow" vert="horz" wrap="square" lIns="91214" tIns="45607" rIns="91214" bIns="45607" numCol="1" spcCol="0" rtlCol="0" fromWordArt="0" anchor="ctr" anchorCtr="0" forceAA="0" compatLnSpc="1">
            <a:noAutofit/>
          </a:bodyPr>
          <a:lstStyle/>
          <a:p>
            <a:pPr algn="ctr"/>
            <a:endParaRPr lang="zh-CN" altLang="en-US" sz="2395">
              <a:latin typeface="微软雅黑" panose="020B0503020204020204" charset="-122"/>
              <a:ea typeface="微软雅黑" panose="020B0503020204020204" charset="-122"/>
            </a:endParaRPr>
          </a:p>
        </p:txBody>
      </p:sp>
      <p:sp>
        <p:nvSpPr>
          <p:cNvPr id="55" name="任意多边形: 形状 54"/>
          <p:cNvSpPr/>
          <p:nvPr>
            <p:custDataLst>
              <p:tags r:id="rId5"/>
            </p:custDataLst>
          </p:nvPr>
        </p:nvSpPr>
        <p:spPr>
          <a:xfrm>
            <a:off x="3486601" y="1861301"/>
            <a:ext cx="301184" cy="195104"/>
          </a:xfrm>
          <a:custGeom>
            <a:avLst/>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ahLst/>
            <a:cxnLst>
              <a:cxn ang="0">
                <a:pos x="connsiteX0-1" y="connsiteY0-2"/>
              </a:cxn>
              <a:cxn ang="0">
                <a:pos x="connsiteX1-3" y="connsiteY1-4"/>
              </a:cxn>
              <a:cxn ang="0">
                <a:pos x="connsiteX2-5" y="connsiteY2-6"/>
              </a:cxn>
              <a:cxn ang="0">
                <a:pos x="connsiteX3-7" y="connsiteY3-8"/>
              </a:cxn>
            </a:cxnLst>
            <a:rect l="l" t="t" r="r" b="b"/>
            <a:pathLst>
              <a:path w="128471" h="106228">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3" name="任意多边形: 形状 56"/>
          <p:cNvSpPr/>
          <p:nvPr>
            <p:custDataLst>
              <p:tags r:id="rId6"/>
            </p:custDataLst>
          </p:nvPr>
        </p:nvSpPr>
        <p:spPr>
          <a:xfrm>
            <a:off x="3560207" y="1857849"/>
            <a:ext cx="945638" cy="524028"/>
          </a:xfrm>
          <a:custGeom>
            <a:avLst/>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80826 w 394646"/>
              <a:gd name="connsiteY1-44" fmla="*/ 216081 h 216081"/>
              <a:gd name="connsiteX2-45" fmla="*/ 0 w 394646"/>
              <a:gd name="connsiteY2-46" fmla="*/ 0 h 216081"/>
              <a:gd name="connsiteX3-47" fmla="*/ 205299 w 394646"/>
              <a:gd name="connsiteY3-48" fmla="*/ 0 h 216081"/>
              <a:gd name="connsiteX4-49" fmla="*/ 394646 w 394646"/>
              <a:gd name="connsiteY4-50" fmla="*/ 215179 h 216081"/>
              <a:gd name="connsiteX0-51" fmla="*/ 394646 w 394646"/>
              <a:gd name="connsiteY0-52" fmla="*/ 216976 h 216976"/>
              <a:gd name="connsiteX1-53" fmla="*/ 180826 w 394646"/>
              <a:gd name="connsiteY1-54" fmla="*/ 216081 h 216976"/>
              <a:gd name="connsiteX2-55" fmla="*/ 0 w 394646"/>
              <a:gd name="connsiteY2-56" fmla="*/ 0 h 216976"/>
              <a:gd name="connsiteX3-57" fmla="*/ 205299 w 394646"/>
              <a:gd name="connsiteY3-58" fmla="*/ 0 h 216976"/>
              <a:gd name="connsiteX4-59" fmla="*/ 394646 w 394646"/>
              <a:gd name="connsiteY4-60" fmla="*/ 216976 h 216976"/>
              <a:gd name="connsiteX0-61" fmla="*/ 394646 w 394646"/>
              <a:gd name="connsiteY0-62" fmla="*/ 216976 h 217878"/>
              <a:gd name="connsiteX1-63" fmla="*/ 183531 w 394646"/>
              <a:gd name="connsiteY1-64" fmla="*/ 217878 h 217878"/>
              <a:gd name="connsiteX2-65" fmla="*/ 0 w 394646"/>
              <a:gd name="connsiteY2-66" fmla="*/ 0 h 217878"/>
              <a:gd name="connsiteX3-67" fmla="*/ 205299 w 394646"/>
              <a:gd name="connsiteY3-68" fmla="*/ 0 h 217878"/>
              <a:gd name="connsiteX4-69" fmla="*/ 394646 w 394646"/>
              <a:gd name="connsiteY4-70" fmla="*/ 216976 h 2178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4646" h="217878">
                <a:moveTo>
                  <a:pt x="394646" y="216976"/>
                </a:moveTo>
                <a:lnTo>
                  <a:pt x="183531" y="217878"/>
                </a:lnTo>
                <a:lnTo>
                  <a:pt x="0" y="0"/>
                </a:lnTo>
                <a:lnTo>
                  <a:pt x="205299" y="0"/>
                </a:lnTo>
                <a:cubicBezTo>
                  <a:pt x="289754" y="99377"/>
                  <a:pt x="310191" y="117599"/>
                  <a:pt x="394646" y="216976"/>
                </a:cubicBezTo>
                <a:close/>
              </a:path>
            </a:pathLst>
          </a:custGeom>
          <a:solidFill>
            <a:srgbClr val="FFC000"/>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5" name="任意多边形: 形状 57"/>
          <p:cNvSpPr/>
          <p:nvPr>
            <p:custDataLst>
              <p:tags r:id="rId7"/>
            </p:custDataLst>
          </p:nvPr>
        </p:nvSpPr>
        <p:spPr>
          <a:xfrm flipV="1">
            <a:off x="3486601" y="2719563"/>
            <a:ext cx="327111" cy="194111"/>
          </a:xfrm>
          <a:custGeom>
            <a:avLst/>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ahLst/>
            <a:cxnLst>
              <a:cxn ang="0">
                <a:pos x="connsiteX0-1" y="connsiteY0-2"/>
              </a:cxn>
              <a:cxn ang="0">
                <a:pos x="connsiteX1-3" y="connsiteY1-4"/>
              </a:cxn>
              <a:cxn ang="0">
                <a:pos x="connsiteX2-5" y="connsiteY2-6"/>
              </a:cxn>
              <a:cxn ang="0">
                <a:pos x="connsiteX3-7" y="connsiteY3-8"/>
              </a:cxn>
            </a:cxnLst>
            <a:rect l="l" t="t" r="r" b="b"/>
            <a:pathLst>
              <a:path w="128471" h="106228">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6" name="任意多边形: 形状 58"/>
          <p:cNvSpPr/>
          <p:nvPr>
            <p:custDataLst>
              <p:tags r:id="rId8"/>
            </p:custDataLst>
          </p:nvPr>
        </p:nvSpPr>
        <p:spPr>
          <a:xfrm flipH="1">
            <a:off x="3562621" y="2381997"/>
            <a:ext cx="943480" cy="532671"/>
          </a:xfrm>
          <a:custGeom>
            <a:avLst/>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79924 w 394646"/>
              <a:gd name="connsiteY1-44" fmla="*/ 216081 h 216081"/>
              <a:gd name="connsiteX2-45" fmla="*/ 0 w 394646"/>
              <a:gd name="connsiteY2-46" fmla="*/ 0 h 216081"/>
              <a:gd name="connsiteX3-47" fmla="*/ 212513 w 394646"/>
              <a:gd name="connsiteY3-48" fmla="*/ 1797 h 216081"/>
              <a:gd name="connsiteX4-49" fmla="*/ 394646 w 394646"/>
              <a:gd name="connsiteY4-50" fmla="*/ 215179 h 216081"/>
              <a:gd name="connsiteX0-51" fmla="*/ 398253 w 398253"/>
              <a:gd name="connsiteY0-52" fmla="*/ 214281 h 215183"/>
              <a:gd name="connsiteX1-53" fmla="*/ 183531 w 398253"/>
              <a:gd name="connsiteY1-54" fmla="*/ 215183 h 215183"/>
              <a:gd name="connsiteX2-55" fmla="*/ 0 w 398253"/>
              <a:gd name="connsiteY2-56" fmla="*/ 0 h 215183"/>
              <a:gd name="connsiteX3-57" fmla="*/ 216120 w 398253"/>
              <a:gd name="connsiteY3-58" fmla="*/ 899 h 215183"/>
              <a:gd name="connsiteX4-59" fmla="*/ 398253 w 398253"/>
              <a:gd name="connsiteY4-60" fmla="*/ 214281 h 215183"/>
              <a:gd name="connsiteX0-61" fmla="*/ 398253 w 398253"/>
              <a:gd name="connsiteY0-62" fmla="*/ 214281 h 215183"/>
              <a:gd name="connsiteX1-63" fmla="*/ 183531 w 398253"/>
              <a:gd name="connsiteY1-64" fmla="*/ 215183 h 215183"/>
              <a:gd name="connsiteX2-65" fmla="*/ 0 w 398253"/>
              <a:gd name="connsiteY2-66" fmla="*/ 0 h 215183"/>
              <a:gd name="connsiteX3-67" fmla="*/ 219727 w 398253"/>
              <a:gd name="connsiteY3-68" fmla="*/ 899 h 215183"/>
              <a:gd name="connsiteX4-69" fmla="*/ 398253 w 398253"/>
              <a:gd name="connsiteY4-70" fmla="*/ 214281 h 215183"/>
              <a:gd name="connsiteX0-71" fmla="*/ 395548 w 395548"/>
              <a:gd name="connsiteY0-72" fmla="*/ 213383 h 214285"/>
              <a:gd name="connsiteX1-73" fmla="*/ 180826 w 395548"/>
              <a:gd name="connsiteY1-74" fmla="*/ 214285 h 214285"/>
              <a:gd name="connsiteX2-75" fmla="*/ 0 w 395548"/>
              <a:gd name="connsiteY2-76" fmla="*/ 0 h 214285"/>
              <a:gd name="connsiteX3-77" fmla="*/ 217022 w 395548"/>
              <a:gd name="connsiteY3-78" fmla="*/ 1 h 214285"/>
              <a:gd name="connsiteX4-79" fmla="*/ 395548 w 395548"/>
              <a:gd name="connsiteY4-80" fmla="*/ 213383 h 214285"/>
              <a:gd name="connsiteX0-81" fmla="*/ 395548 w 395548"/>
              <a:gd name="connsiteY0-82" fmla="*/ 216946 h 216946"/>
              <a:gd name="connsiteX1-83" fmla="*/ 180826 w 395548"/>
              <a:gd name="connsiteY1-84" fmla="*/ 214285 h 216946"/>
              <a:gd name="connsiteX2-85" fmla="*/ 0 w 395548"/>
              <a:gd name="connsiteY2-86" fmla="*/ 0 h 216946"/>
              <a:gd name="connsiteX3-87" fmla="*/ 217022 w 395548"/>
              <a:gd name="connsiteY3-88" fmla="*/ 1 h 216946"/>
              <a:gd name="connsiteX4-89" fmla="*/ 395548 w 395548"/>
              <a:gd name="connsiteY4-90" fmla="*/ 216946 h 216946"/>
              <a:gd name="connsiteX0-91" fmla="*/ 395548 w 395548"/>
              <a:gd name="connsiteY0-92" fmla="*/ 216946 h 217849"/>
              <a:gd name="connsiteX1-93" fmla="*/ 181728 w 395548"/>
              <a:gd name="connsiteY1-94" fmla="*/ 217849 h 217849"/>
              <a:gd name="connsiteX2-95" fmla="*/ 0 w 395548"/>
              <a:gd name="connsiteY2-96" fmla="*/ 0 h 217849"/>
              <a:gd name="connsiteX3-97" fmla="*/ 217022 w 395548"/>
              <a:gd name="connsiteY3-98" fmla="*/ 1 h 217849"/>
              <a:gd name="connsiteX4-99" fmla="*/ 395548 w 395548"/>
              <a:gd name="connsiteY4-100" fmla="*/ 216946 h 217849"/>
              <a:gd name="connsiteX0-101" fmla="*/ 395548 w 395548"/>
              <a:gd name="connsiteY0-102" fmla="*/ 217836 h 218739"/>
              <a:gd name="connsiteX1-103" fmla="*/ 181728 w 395548"/>
              <a:gd name="connsiteY1-104" fmla="*/ 218739 h 218739"/>
              <a:gd name="connsiteX2-105" fmla="*/ 0 w 395548"/>
              <a:gd name="connsiteY2-106" fmla="*/ 890 h 218739"/>
              <a:gd name="connsiteX3-107" fmla="*/ 215219 w 395548"/>
              <a:gd name="connsiteY3-108" fmla="*/ 0 h 218739"/>
              <a:gd name="connsiteX4-109" fmla="*/ 395548 w 395548"/>
              <a:gd name="connsiteY4-110" fmla="*/ 217836 h 218739"/>
              <a:gd name="connsiteX0-111" fmla="*/ 396450 w 396450"/>
              <a:gd name="connsiteY0-112" fmla="*/ 218728 h 219631"/>
              <a:gd name="connsiteX1-113" fmla="*/ 182630 w 396450"/>
              <a:gd name="connsiteY1-114" fmla="*/ 219631 h 219631"/>
              <a:gd name="connsiteX2-115" fmla="*/ 0 w 396450"/>
              <a:gd name="connsiteY2-116" fmla="*/ 0 h 219631"/>
              <a:gd name="connsiteX3-117" fmla="*/ 216121 w 396450"/>
              <a:gd name="connsiteY3-118" fmla="*/ 892 h 219631"/>
              <a:gd name="connsiteX4-119" fmla="*/ 396450 w 396450"/>
              <a:gd name="connsiteY4-120" fmla="*/ 218728 h 219631"/>
              <a:gd name="connsiteX0-121" fmla="*/ 393745 w 393745"/>
              <a:gd name="connsiteY0-122" fmla="*/ 218728 h 219631"/>
              <a:gd name="connsiteX1-123" fmla="*/ 179925 w 393745"/>
              <a:gd name="connsiteY1-124" fmla="*/ 219631 h 219631"/>
              <a:gd name="connsiteX2-125" fmla="*/ 0 w 393745"/>
              <a:gd name="connsiteY2-126" fmla="*/ 0 h 219631"/>
              <a:gd name="connsiteX3-127" fmla="*/ 213416 w 393745"/>
              <a:gd name="connsiteY3-128" fmla="*/ 892 h 219631"/>
              <a:gd name="connsiteX4-129" fmla="*/ 393745 w 393745"/>
              <a:gd name="connsiteY4-130" fmla="*/ 218728 h 219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3745" h="219631">
                <a:moveTo>
                  <a:pt x="393745" y="218728"/>
                </a:moveTo>
                <a:lnTo>
                  <a:pt x="179925" y="219631"/>
                </a:lnTo>
                <a:lnTo>
                  <a:pt x="0" y="0"/>
                </a:lnTo>
                <a:lnTo>
                  <a:pt x="213416" y="892"/>
                </a:lnTo>
                <a:lnTo>
                  <a:pt x="393745" y="218728"/>
                </a:lnTo>
                <a:close/>
              </a:path>
            </a:pathLst>
          </a:custGeom>
          <a:solidFill>
            <a:srgbClr val="19B1A7">
              <a:lumMod val="65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 name="任意多边形: 形状 64"/>
          <p:cNvSpPr/>
          <p:nvPr>
            <p:custDataLst>
              <p:tags r:id="rId9"/>
            </p:custDataLst>
          </p:nvPr>
        </p:nvSpPr>
        <p:spPr>
          <a:xfrm>
            <a:off x="7354347" y="1827514"/>
            <a:ext cx="301184" cy="195104"/>
          </a:xfrm>
          <a:custGeom>
            <a:avLst/>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ahLst/>
            <a:cxnLst>
              <a:cxn ang="0">
                <a:pos x="connsiteX0-1" y="connsiteY0-2"/>
              </a:cxn>
              <a:cxn ang="0">
                <a:pos x="connsiteX1-3" y="connsiteY1-4"/>
              </a:cxn>
              <a:cxn ang="0">
                <a:pos x="connsiteX2-5" y="connsiteY2-6"/>
              </a:cxn>
              <a:cxn ang="0">
                <a:pos x="connsiteX3-7" y="connsiteY3-8"/>
              </a:cxn>
            </a:cxnLst>
            <a:rect l="l" t="t" r="r" b="b"/>
            <a:pathLst>
              <a:path w="128471" h="106228">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tIns="0" bIns="0"/>
          <a:lstStyle/>
          <a:p>
            <a:endParaRPr lang="zh-CN" altLang="en-US" sz="2395">
              <a:latin typeface="微软雅黑" panose="020B0503020204020204" charset="-122"/>
              <a:ea typeface="微软雅黑" panose="020B0503020204020204" charset="-122"/>
            </a:endParaRPr>
          </a:p>
        </p:txBody>
      </p:sp>
      <p:sp>
        <p:nvSpPr>
          <p:cNvPr id="8" name="任意多边形: 形状 65"/>
          <p:cNvSpPr/>
          <p:nvPr>
            <p:custDataLst>
              <p:tags r:id="rId10"/>
            </p:custDataLst>
          </p:nvPr>
        </p:nvSpPr>
        <p:spPr>
          <a:xfrm>
            <a:off x="7426049" y="1828508"/>
            <a:ext cx="945638" cy="524028"/>
          </a:xfrm>
          <a:custGeom>
            <a:avLst/>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80826 w 394646"/>
              <a:gd name="connsiteY1-44" fmla="*/ 216081 h 216081"/>
              <a:gd name="connsiteX2-45" fmla="*/ 0 w 394646"/>
              <a:gd name="connsiteY2-46" fmla="*/ 0 h 216081"/>
              <a:gd name="connsiteX3-47" fmla="*/ 205299 w 394646"/>
              <a:gd name="connsiteY3-48" fmla="*/ 0 h 216081"/>
              <a:gd name="connsiteX4-49" fmla="*/ 394646 w 394646"/>
              <a:gd name="connsiteY4-50" fmla="*/ 215179 h 216081"/>
              <a:gd name="connsiteX0-51" fmla="*/ 394646 w 394646"/>
              <a:gd name="connsiteY0-52" fmla="*/ 216976 h 216976"/>
              <a:gd name="connsiteX1-53" fmla="*/ 180826 w 394646"/>
              <a:gd name="connsiteY1-54" fmla="*/ 216081 h 216976"/>
              <a:gd name="connsiteX2-55" fmla="*/ 0 w 394646"/>
              <a:gd name="connsiteY2-56" fmla="*/ 0 h 216976"/>
              <a:gd name="connsiteX3-57" fmla="*/ 205299 w 394646"/>
              <a:gd name="connsiteY3-58" fmla="*/ 0 h 216976"/>
              <a:gd name="connsiteX4-59" fmla="*/ 394646 w 394646"/>
              <a:gd name="connsiteY4-60" fmla="*/ 216976 h 216976"/>
              <a:gd name="connsiteX0-61" fmla="*/ 394646 w 394646"/>
              <a:gd name="connsiteY0-62" fmla="*/ 216976 h 217878"/>
              <a:gd name="connsiteX1-63" fmla="*/ 183531 w 394646"/>
              <a:gd name="connsiteY1-64" fmla="*/ 217878 h 217878"/>
              <a:gd name="connsiteX2-65" fmla="*/ 0 w 394646"/>
              <a:gd name="connsiteY2-66" fmla="*/ 0 h 217878"/>
              <a:gd name="connsiteX3-67" fmla="*/ 205299 w 394646"/>
              <a:gd name="connsiteY3-68" fmla="*/ 0 h 217878"/>
              <a:gd name="connsiteX4-69" fmla="*/ 394646 w 394646"/>
              <a:gd name="connsiteY4-70" fmla="*/ 216976 h 2178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4646" h="217878">
                <a:moveTo>
                  <a:pt x="394646" y="216976"/>
                </a:moveTo>
                <a:lnTo>
                  <a:pt x="183531" y="217878"/>
                </a:lnTo>
                <a:lnTo>
                  <a:pt x="0" y="0"/>
                </a:lnTo>
                <a:lnTo>
                  <a:pt x="205299" y="0"/>
                </a:lnTo>
                <a:cubicBezTo>
                  <a:pt x="289754" y="99377"/>
                  <a:pt x="310191" y="117599"/>
                  <a:pt x="394646" y="216976"/>
                </a:cubicBezTo>
                <a:close/>
              </a:path>
            </a:pathLst>
          </a:custGeom>
          <a:solidFill>
            <a:srgbClr val="FFC000"/>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11" name="任意多边形: 形状 66"/>
          <p:cNvSpPr/>
          <p:nvPr>
            <p:custDataLst>
              <p:tags r:id="rId11"/>
            </p:custDataLst>
          </p:nvPr>
        </p:nvSpPr>
        <p:spPr>
          <a:xfrm flipV="1">
            <a:off x="7354347" y="2685775"/>
            <a:ext cx="327111" cy="194111"/>
          </a:xfrm>
          <a:custGeom>
            <a:avLst/>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ahLst/>
            <a:cxnLst>
              <a:cxn ang="0">
                <a:pos x="connsiteX0-1" y="connsiteY0-2"/>
              </a:cxn>
              <a:cxn ang="0">
                <a:pos x="connsiteX1-3" y="connsiteY1-4"/>
              </a:cxn>
              <a:cxn ang="0">
                <a:pos x="connsiteX2-5" y="connsiteY2-6"/>
              </a:cxn>
              <a:cxn ang="0">
                <a:pos x="connsiteX3-7" y="connsiteY3-8"/>
              </a:cxn>
            </a:cxnLst>
            <a:rect l="l" t="t" r="r" b="b"/>
            <a:pathLst>
              <a:path w="128471" h="106228">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tIns="0" bIns="0"/>
          <a:lstStyle/>
          <a:p>
            <a:endParaRPr lang="zh-CN" altLang="en-US" sz="2395">
              <a:latin typeface="微软雅黑" panose="020B0503020204020204" charset="-122"/>
              <a:ea typeface="微软雅黑" panose="020B0503020204020204" charset="-122"/>
            </a:endParaRPr>
          </a:p>
        </p:txBody>
      </p:sp>
      <p:sp>
        <p:nvSpPr>
          <p:cNvPr id="12" name="任意多边形: 形状 67"/>
          <p:cNvSpPr/>
          <p:nvPr>
            <p:custDataLst>
              <p:tags r:id="rId12"/>
            </p:custDataLst>
          </p:nvPr>
        </p:nvSpPr>
        <p:spPr>
          <a:xfrm flipH="1">
            <a:off x="7430369" y="2348210"/>
            <a:ext cx="943480" cy="532671"/>
          </a:xfrm>
          <a:custGeom>
            <a:avLst/>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79924 w 394646"/>
              <a:gd name="connsiteY1-44" fmla="*/ 216081 h 216081"/>
              <a:gd name="connsiteX2-45" fmla="*/ 0 w 394646"/>
              <a:gd name="connsiteY2-46" fmla="*/ 0 h 216081"/>
              <a:gd name="connsiteX3-47" fmla="*/ 212513 w 394646"/>
              <a:gd name="connsiteY3-48" fmla="*/ 1797 h 216081"/>
              <a:gd name="connsiteX4-49" fmla="*/ 394646 w 394646"/>
              <a:gd name="connsiteY4-50" fmla="*/ 215179 h 216081"/>
              <a:gd name="connsiteX0-51" fmla="*/ 398253 w 398253"/>
              <a:gd name="connsiteY0-52" fmla="*/ 214281 h 215183"/>
              <a:gd name="connsiteX1-53" fmla="*/ 183531 w 398253"/>
              <a:gd name="connsiteY1-54" fmla="*/ 215183 h 215183"/>
              <a:gd name="connsiteX2-55" fmla="*/ 0 w 398253"/>
              <a:gd name="connsiteY2-56" fmla="*/ 0 h 215183"/>
              <a:gd name="connsiteX3-57" fmla="*/ 216120 w 398253"/>
              <a:gd name="connsiteY3-58" fmla="*/ 899 h 215183"/>
              <a:gd name="connsiteX4-59" fmla="*/ 398253 w 398253"/>
              <a:gd name="connsiteY4-60" fmla="*/ 214281 h 215183"/>
              <a:gd name="connsiteX0-61" fmla="*/ 398253 w 398253"/>
              <a:gd name="connsiteY0-62" fmla="*/ 214281 h 215183"/>
              <a:gd name="connsiteX1-63" fmla="*/ 183531 w 398253"/>
              <a:gd name="connsiteY1-64" fmla="*/ 215183 h 215183"/>
              <a:gd name="connsiteX2-65" fmla="*/ 0 w 398253"/>
              <a:gd name="connsiteY2-66" fmla="*/ 0 h 215183"/>
              <a:gd name="connsiteX3-67" fmla="*/ 219727 w 398253"/>
              <a:gd name="connsiteY3-68" fmla="*/ 899 h 215183"/>
              <a:gd name="connsiteX4-69" fmla="*/ 398253 w 398253"/>
              <a:gd name="connsiteY4-70" fmla="*/ 214281 h 215183"/>
              <a:gd name="connsiteX0-71" fmla="*/ 395548 w 395548"/>
              <a:gd name="connsiteY0-72" fmla="*/ 213383 h 214285"/>
              <a:gd name="connsiteX1-73" fmla="*/ 180826 w 395548"/>
              <a:gd name="connsiteY1-74" fmla="*/ 214285 h 214285"/>
              <a:gd name="connsiteX2-75" fmla="*/ 0 w 395548"/>
              <a:gd name="connsiteY2-76" fmla="*/ 0 h 214285"/>
              <a:gd name="connsiteX3-77" fmla="*/ 217022 w 395548"/>
              <a:gd name="connsiteY3-78" fmla="*/ 1 h 214285"/>
              <a:gd name="connsiteX4-79" fmla="*/ 395548 w 395548"/>
              <a:gd name="connsiteY4-80" fmla="*/ 213383 h 214285"/>
              <a:gd name="connsiteX0-81" fmla="*/ 395548 w 395548"/>
              <a:gd name="connsiteY0-82" fmla="*/ 216946 h 216946"/>
              <a:gd name="connsiteX1-83" fmla="*/ 180826 w 395548"/>
              <a:gd name="connsiteY1-84" fmla="*/ 214285 h 216946"/>
              <a:gd name="connsiteX2-85" fmla="*/ 0 w 395548"/>
              <a:gd name="connsiteY2-86" fmla="*/ 0 h 216946"/>
              <a:gd name="connsiteX3-87" fmla="*/ 217022 w 395548"/>
              <a:gd name="connsiteY3-88" fmla="*/ 1 h 216946"/>
              <a:gd name="connsiteX4-89" fmla="*/ 395548 w 395548"/>
              <a:gd name="connsiteY4-90" fmla="*/ 216946 h 216946"/>
              <a:gd name="connsiteX0-91" fmla="*/ 395548 w 395548"/>
              <a:gd name="connsiteY0-92" fmla="*/ 216946 h 217849"/>
              <a:gd name="connsiteX1-93" fmla="*/ 181728 w 395548"/>
              <a:gd name="connsiteY1-94" fmla="*/ 217849 h 217849"/>
              <a:gd name="connsiteX2-95" fmla="*/ 0 w 395548"/>
              <a:gd name="connsiteY2-96" fmla="*/ 0 h 217849"/>
              <a:gd name="connsiteX3-97" fmla="*/ 217022 w 395548"/>
              <a:gd name="connsiteY3-98" fmla="*/ 1 h 217849"/>
              <a:gd name="connsiteX4-99" fmla="*/ 395548 w 395548"/>
              <a:gd name="connsiteY4-100" fmla="*/ 216946 h 217849"/>
              <a:gd name="connsiteX0-101" fmla="*/ 395548 w 395548"/>
              <a:gd name="connsiteY0-102" fmla="*/ 217836 h 218739"/>
              <a:gd name="connsiteX1-103" fmla="*/ 181728 w 395548"/>
              <a:gd name="connsiteY1-104" fmla="*/ 218739 h 218739"/>
              <a:gd name="connsiteX2-105" fmla="*/ 0 w 395548"/>
              <a:gd name="connsiteY2-106" fmla="*/ 890 h 218739"/>
              <a:gd name="connsiteX3-107" fmla="*/ 215219 w 395548"/>
              <a:gd name="connsiteY3-108" fmla="*/ 0 h 218739"/>
              <a:gd name="connsiteX4-109" fmla="*/ 395548 w 395548"/>
              <a:gd name="connsiteY4-110" fmla="*/ 217836 h 218739"/>
              <a:gd name="connsiteX0-111" fmla="*/ 396450 w 396450"/>
              <a:gd name="connsiteY0-112" fmla="*/ 218728 h 219631"/>
              <a:gd name="connsiteX1-113" fmla="*/ 182630 w 396450"/>
              <a:gd name="connsiteY1-114" fmla="*/ 219631 h 219631"/>
              <a:gd name="connsiteX2-115" fmla="*/ 0 w 396450"/>
              <a:gd name="connsiteY2-116" fmla="*/ 0 h 219631"/>
              <a:gd name="connsiteX3-117" fmla="*/ 216121 w 396450"/>
              <a:gd name="connsiteY3-118" fmla="*/ 892 h 219631"/>
              <a:gd name="connsiteX4-119" fmla="*/ 396450 w 396450"/>
              <a:gd name="connsiteY4-120" fmla="*/ 218728 h 219631"/>
              <a:gd name="connsiteX0-121" fmla="*/ 393745 w 393745"/>
              <a:gd name="connsiteY0-122" fmla="*/ 218728 h 219631"/>
              <a:gd name="connsiteX1-123" fmla="*/ 179925 w 393745"/>
              <a:gd name="connsiteY1-124" fmla="*/ 219631 h 219631"/>
              <a:gd name="connsiteX2-125" fmla="*/ 0 w 393745"/>
              <a:gd name="connsiteY2-126" fmla="*/ 0 h 219631"/>
              <a:gd name="connsiteX3-127" fmla="*/ 213416 w 393745"/>
              <a:gd name="connsiteY3-128" fmla="*/ 892 h 219631"/>
              <a:gd name="connsiteX4-129" fmla="*/ 393745 w 393745"/>
              <a:gd name="connsiteY4-130" fmla="*/ 218728 h 219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3745" h="219631">
                <a:moveTo>
                  <a:pt x="393745" y="218728"/>
                </a:moveTo>
                <a:lnTo>
                  <a:pt x="179925" y="219631"/>
                </a:lnTo>
                <a:lnTo>
                  <a:pt x="0" y="0"/>
                </a:lnTo>
                <a:lnTo>
                  <a:pt x="213416" y="892"/>
                </a:lnTo>
                <a:lnTo>
                  <a:pt x="393745" y="218728"/>
                </a:lnTo>
                <a:close/>
              </a:path>
            </a:pathLst>
          </a:custGeom>
          <a:solidFill>
            <a:srgbClr val="19B1A7">
              <a:lumMod val="65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109" name="文本框 108"/>
          <p:cNvSpPr txBox="1"/>
          <p:nvPr>
            <p:custDataLst>
              <p:tags r:id="rId13"/>
            </p:custDataLst>
          </p:nvPr>
        </p:nvSpPr>
        <p:spPr>
          <a:xfrm>
            <a:off x="6989445" y="2066290"/>
            <a:ext cx="793750" cy="461645"/>
          </a:xfrm>
          <a:prstGeom prst="rect">
            <a:avLst/>
          </a:prstGeom>
          <a:noFill/>
        </p:spPr>
        <p:txBody>
          <a:bodyPr wrap="square" tIns="0" bIns="0" rtlCol="0" anchor="t">
            <a:spAutoFit/>
          </a:bodyPr>
          <a:lstStyle/>
          <a:p>
            <a:pPr>
              <a:lnSpc>
                <a:spcPct val="150000"/>
              </a:lnSpc>
            </a:pPr>
            <a:r>
              <a:rPr lang="zh-CN" altLang="en-US" sz="2000">
                <a:solidFill>
                  <a:srgbClr val="FF0000"/>
                </a:solidFill>
                <a:latin typeface="微软雅黑" panose="020B0503020204020204" charset="-122"/>
                <a:ea typeface="微软雅黑" panose="020B0503020204020204" charset="-122"/>
                <a:cs typeface="+mn-ea"/>
                <a:sym typeface="等线" panose="02010600030101010101" pitchFamily="2" charset="-122"/>
              </a:rPr>
              <a:t>大小</a:t>
            </a:r>
          </a:p>
        </p:txBody>
      </p:sp>
      <p:sp>
        <p:nvSpPr>
          <p:cNvPr id="115" name="文本框 114"/>
          <p:cNvSpPr txBox="1"/>
          <p:nvPr>
            <p:custDataLst>
              <p:tags r:id="rId14"/>
            </p:custDataLst>
          </p:nvPr>
        </p:nvSpPr>
        <p:spPr>
          <a:xfrm>
            <a:off x="3307715" y="2141855"/>
            <a:ext cx="513080" cy="492125"/>
          </a:xfrm>
          <a:prstGeom prst="rect">
            <a:avLst/>
          </a:prstGeom>
          <a:noFill/>
        </p:spPr>
        <p:txBody>
          <a:bodyPr wrap="square" tIns="0" bIns="0" rtlCol="0" anchor="t">
            <a:spAutoFit/>
          </a:bodyPr>
          <a:lstStyle/>
          <a:p>
            <a:pPr>
              <a:lnSpc>
                <a:spcPct val="80000"/>
              </a:lnSpc>
            </a:pPr>
            <a:r>
              <a:rPr lang="zh-CN" altLang="en-US" sz="2000" b="1" dirty="0">
                <a:solidFill>
                  <a:srgbClr val="0000FF"/>
                </a:solidFill>
                <a:latin typeface="宋体" panose="02010600030101010101" pitchFamily="2" charset="-122"/>
                <a:ea typeface="宋体" panose="02010600030101010101" pitchFamily="2" charset="-122"/>
                <a:cs typeface="+mn-ea"/>
                <a:sym typeface="+mn-ea"/>
              </a:rPr>
              <a:t>概念</a:t>
            </a:r>
          </a:p>
        </p:txBody>
      </p:sp>
      <p:sp>
        <p:nvSpPr>
          <p:cNvPr id="13" name="矩形 12"/>
          <p:cNvSpPr/>
          <p:nvPr>
            <p:custDataLst>
              <p:tags r:id="rId15"/>
            </p:custDataLst>
          </p:nvPr>
        </p:nvSpPr>
        <p:spPr>
          <a:xfrm>
            <a:off x="2849099" y="3088427"/>
            <a:ext cx="3203340" cy="663160"/>
          </a:xfrm>
          <a:prstGeom prst="rect">
            <a:avLst/>
          </a:prstGeom>
          <a:solidFill>
            <a:srgbClr val="F2F2F2"/>
          </a:solidFill>
          <a:ln w="12700" cap="flat" cmpd="sng" algn="ctr">
            <a:noFill/>
            <a:prstDash val="solid"/>
            <a:miter lim="800000"/>
          </a:ln>
          <a:effectLst/>
        </p:spPr>
        <p:txBody>
          <a:bodyPr rot="0" spcFirstLastPara="0" vertOverflow="overflow" horzOverflow="overflow" vert="horz" wrap="square" lIns="91214" tIns="45607" rIns="91214" bIns="45607" numCol="1" spcCol="0" rtlCol="0" fromWordArt="0" anchor="ctr" anchorCtr="0" forceAA="0" compatLnSpc="1">
            <a:noAutofit/>
          </a:bodyPr>
          <a:lstStyle/>
          <a:p>
            <a:pPr algn="ctr"/>
            <a:endParaRPr lang="zh-CN" altLang="en-US" sz="2395">
              <a:latin typeface="微软雅黑" panose="020B0503020204020204" charset="-122"/>
              <a:ea typeface="微软雅黑" panose="020B0503020204020204" charset="-122"/>
            </a:endParaRPr>
          </a:p>
        </p:txBody>
      </p:sp>
      <p:sp>
        <p:nvSpPr>
          <p:cNvPr id="74" name="任意多边形: 形状 73"/>
          <p:cNvSpPr/>
          <p:nvPr>
            <p:custDataLst>
              <p:tags r:id="rId16"/>
            </p:custDataLst>
          </p:nvPr>
        </p:nvSpPr>
        <p:spPr>
          <a:xfrm>
            <a:off x="5439418" y="2893324"/>
            <a:ext cx="301184" cy="195104"/>
          </a:xfrm>
          <a:custGeom>
            <a:avLst/>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ahLst/>
            <a:cxnLst>
              <a:cxn ang="0">
                <a:pos x="connsiteX0-1" y="connsiteY0-2"/>
              </a:cxn>
              <a:cxn ang="0">
                <a:pos x="connsiteX1-3" y="connsiteY1-4"/>
              </a:cxn>
              <a:cxn ang="0">
                <a:pos x="connsiteX2-5" y="connsiteY2-6"/>
              </a:cxn>
              <a:cxn ang="0">
                <a:pos x="connsiteX3-7" y="connsiteY3-8"/>
              </a:cxn>
            </a:cxnLst>
            <a:rect l="l" t="t" r="r" b="b"/>
            <a:pathLst>
              <a:path w="128471" h="106228">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5" name="任意多边形: 形状 74"/>
          <p:cNvSpPr/>
          <p:nvPr>
            <p:custDataLst>
              <p:tags r:id="rId17"/>
            </p:custDataLst>
          </p:nvPr>
        </p:nvSpPr>
        <p:spPr>
          <a:xfrm>
            <a:off x="5511119" y="2894317"/>
            <a:ext cx="945638" cy="524028"/>
          </a:xfrm>
          <a:custGeom>
            <a:avLst/>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80826 w 394646"/>
              <a:gd name="connsiteY1-44" fmla="*/ 216081 h 216081"/>
              <a:gd name="connsiteX2-45" fmla="*/ 0 w 394646"/>
              <a:gd name="connsiteY2-46" fmla="*/ 0 h 216081"/>
              <a:gd name="connsiteX3-47" fmla="*/ 205299 w 394646"/>
              <a:gd name="connsiteY3-48" fmla="*/ 0 h 216081"/>
              <a:gd name="connsiteX4-49" fmla="*/ 394646 w 394646"/>
              <a:gd name="connsiteY4-50" fmla="*/ 215179 h 216081"/>
              <a:gd name="connsiteX0-51" fmla="*/ 394646 w 394646"/>
              <a:gd name="connsiteY0-52" fmla="*/ 216976 h 216976"/>
              <a:gd name="connsiteX1-53" fmla="*/ 180826 w 394646"/>
              <a:gd name="connsiteY1-54" fmla="*/ 216081 h 216976"/>
              <a:gd name="connsiteX2-55" fmla="*/ 0 w 394646"/>
              <a:gd name="connsiteY2-56" fmla="*/ 0 h 216976"/>
              <a:gd name="connsiteX3-57" fmla="*/ 205299 w 394646"/>
              <a:gd name="connsiteY3-58" fmla="*/ 0 h 216976"/>
              <a:gd name="connsiteX4-59" fmla="*/ 394646 w 394646"/>
              <a:gd name="connsiteY4-60" fmla="*/ 216976 h 216976"/>
              <a:gd name="connsiteX0-61" fmla="*/ 394646 w 394646"/>
              <a:gd name="connsiteY0-62" fmla="*/ 216976 h 217878"/>
              <a:gd name="connsiteX1-63" fmla="*/ 183531 w 394646"/>
              <a:gd name="connsiteY1-64" fmla="*/ 217878 h 217878"/>
              <a:gd name="connsiteX2-65" fmla="*/ 0 w 394646"/>
              <a:gd name="connsiteY2-66" fmla="*/ 0 h 217878"/>
              <a:gd name="connsiteX3-67" fmla="*/ 205299 w 394646"/>
              <a:gd name="connsiteY3-68" fmla="*/ 0 h 217878"/>
              <a:gd name="connsiteX4-69" fmla="*/ 394646 w 394646"/>
              <a:gd name="connsiteY4-70" fmla="*/ 216976 h 2178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4646" h="217878">
                <a:moveTo>
                  <a:pt x="394646" y="216976"/>
                </a:moveTo>
                <a:lnTo>
                  <a:pt x="183531" y="217878"/>
                </a:lnTo>
                <a:lnTo>
                  <a:pt x="0" y="0"/>
                </a:lnTo>
                <a:lnTo>
                  <a:pt x="205299" y="0"/>
                </a:lnTo>
                <a:cubicBezTo>
                  <a:pt x="289754" y="99377"/>
                  <a:pt x="310191" y="117599"/>
                  <a:pt x="394646" y="216976"/>
                </a:cubicBezTo>
                <a:close/>
              </a:path>
            </a:pathLst>
          </a:custGeom>
          <a:solidFill>
            <a:srgbClr val="FFC000"/>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6" name="任意多边形: 形状 75"/>
          <p:cNvSpPr/>
          <p:nvPr>
            <p:custDataLst>
              <p:tags r:id="rId18"/>
            </p:custDataLst>
          </p:nvPr>
        </p:nvSpPr>
        <p:spPr>
          <a:xfrm flipV="1">
            <a:off x="5439418" y="3751584"/>
            <a:ext cx="327111" cy="194112"/>
          </a:xfrm>
          <a:custGeom>
            <a:avLst/>
            <a:gdLst>
              <a:gd name="connsiteX0" fmla="*/ 254 w 127889"/>
              <a:gd name="connsiteY0" fmla="*/ 106228 h 106228"/>
              <a:gd name="connsiteX1" fmla="*/ 127889 w 127889"/>
              <a:gd name="connsiteY1" fmla="*/ 106228 h 106228"/>
              <a:gd name="connsiteX2" fmla="*/ 37401 w 127889"/>
              <a:gd name="connsiteY2" fmla="*/ 500 h 106228"/>
              <a:gd name="connsiteX3" fmla="*/ 254 w 127889"/>
              <a:gd name="connsiteY3" fmla="*/ 106228 h 106228"/>
              <a:gd name="connsiteX0-1" fmla="*/ 836 w 128471"/>
              <a:gd name="connsiteY0-2" fmla="*/ 106228 h 106228"/>
              <a:gd name="connsiteX1-3" fmla="*/ 128471 w 128471"/>
              <a:gd name="connsiteY1-4" fmla="*/ 106228 h 106228"/>
              <a:gd name="connsiteX2-5" fmla="*/ 34466 w 128471"/>
              <a:gd name="connsiteY2-6" fmla="*/ 500 h 106228"/>
              <a:gd name="connsiteX3-7" fmla="*/ 836 w 128471"/>
              <a:gd name="connsiteY3-8" fmla="*/ 106228 h 106228"/>
            </a:gdLst>
            <a:ahLst/>
            <a:cxnLst>
              <a:cxn ang="0">
                <a:pos x="connsiteX0-1" y="connsiteY0-2"/>
              </a:cxn>
              <a:cxn ang="0">
                <a:pos x="connsiteX1-3" y="connsiteY1-4"/>
              </a:cxn>
              <a:cxn ang="0">
                <a:pos x="connsiteX2-5" y="connsiteY2-6"/>
              </a:cxn>
              <a:cxn ang="0">
                <a:pos x="connsiteX3-7" y="connsiteY3-8"/>
              </a:cxn>
            </a:cxnLst>
            <a:rect l="l" t="t" r="r" b="b"/>
            <a:pathLst>
              <a:path w="128471" h="106228">
                <a:moveTo>
                  <a:pt x="836" y="106228"/>
                </a:moveTo>
                <a:lnTo>
                  <a:pt x="128471" y="106228"/>
                </a:lnTo>
                <a:cubicBezTo>
                  <a:pt x="128471" y="106228"/>
                  <a:pt x="61137" y="27170"/>
                  <a:pt x="34466" y="500"/>
                </a:cubicBezTo>
                <a:cubicBezTo>
                  <a:pt x="-8396" y="-5215"/>
                  <a:pt x="836" y="38600"/>
                  <a:pt x="836" y="106228"/>
                </a:cubicBezTo>
                <a:close/>
              </a:path>
            </a:pathLst>
          </a:custGeom>
          <a:solidFill>
            <a:srgbClr val="19B1A7">
              <a:lumMod val="50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77" name="任意多边形: 形状 76"/>
          <p:cNvSpPr/>
          <p:nvPr>
            <p:custDataLst>
              <p:tags r:id="rId19"/>
            </p:custDataLst>
          </p:nvPr>
        </p:nvSpPr>
        <p:spPr>
          <a:xfrm flipH="1">
            <a:off x="5515439" y="3414019"/>
            <a:ext cx="943480" cy="532671"/>
          </a:xfrm>
          <a:custGeom>
            <a:avLst/>
            <a:gdLst>
              <a:gd name="connsiteX0" fmla="*/ 471287 w 471287"/>
              <a:gd name="connsiteY0" fmla="*/ 215179 h 298132"/>
              <a:gd name="connsiteX1" fmla="*/ 245745 w 471287"/>
              <a:gd name="connsiteY1" fmla="*/ 298132 h 298132"/>
              <a:gd name="connsiteX2" fmla="*/ 0 w 471287"/>
              <a:gd name="connsiteY2" fmla="*/ 0 h 298132"/>
              <a:gd name="connsiteX3" fmla="*/ 281940 w 471287"/>
              <a:gd name="connsiteY3" fmla="*/ 0 h 298132"/>
              <a:gd name="connsiteX4" fmla="*/ 471287 w 471287"/>
              <a:gd name="connsiteY4" fmla="*/ 215179 h 298132"/>
              <a:gd name="connsiteX0-1" fmla="*/ 471287 w 471287"/>
              <a:gd name="connsiteY0-2" fmla="*/ 215179 h 215179"/>
              <a:gd name="connsiteX1-3" fmla="*/ 269188 w 471287"/>
              <a:gd name="connsiteY1-4" fmla="*/ 207966 h 215179"/>
              <a:gd name="connsiteX2-5" fmla="*/ 0 w 471287"/>
              <a:gd name="connsiteY2-6" fmla="*/ 0 h 215179"/>
              <a:gd name="connsiteX3-7" fmla="*/ 281940 w 471287"/>
              <a:gd name="connsiteY3-8" fmla="*/ 0 h 215179"/>
              <a:gd name="connsiteX4-9" fmla="*/ 471287 w 471287"/>
              <a:gd name="connsiteY4-10" fmla="*/ 215179 h 215179"/>
              <a:gd name="connsiteX0-11" fmla="*/ 471287 w 471287"/>
              <a:gd name="connsiteY0-12" fmla="*/ 215179 h 216081"/>
              <a:gd name="connsiteX1-13" fmla="*/ 256565 w 471287"/>
              <a:gd name="connsiteY1-14" fmla="*/ 216081 h 216081"/>
              <a:gd name="connsiteX2-15" fmla="*/ 0 w 471287"/>
              <a:gd name="connsiteY2-16" fmla="*/ 0 h 216081"/>
              <a:gd name="connsiteX3-17" fmla="*/ 281940 w 471287"/>
              <a:gd name="connsiteY3-18" fmla="*/ 0 h 216081"/>
              <a:gd name="connsiteX4-19" fmla="*/ 471287 w 471287"/>
              <a:gd name="connsiteY4-20" fmla="*/ 215179 h 216081"/>
              <a:gd name="connsiteX0-21" fmla="*/ 348661 w 348661"/>
              <a:gd name="connsiteY0-22" fmla="*/ 215179 h 216081"/>
              <a:gd name="connsiteX1-23" fmla="*/ 133939 w 348661"/>
              <a:gd name="connsiteY1-24" fmla="*/ 216081 h 216081"/>
              <a:gd name="connsiteX2-25" fmla="*/ 0 w 348661"/>
              <a:gd name="connsiteY2-26" fmla="*/ 6312 h 216081"/>
              <a:gd name="connsiteX3-27" fmla="*/ 159314 w 348661"/>
              <a:gd name="connsiteY3-28" fmla="*/ 0 h 216081"/>
              <a:gd name="connsiteX4-29" fmla="*/ 348661 w 348661"/>
              <a:gd name="connsiteY4-30" fmla="*/ 215179 h 216081"/>
              <a:gd name="connsiteX0-31" fmla="*/ 394646 w 394646"/>
              <a:gd name="connsiteY0-32" fmla="*/ 215179 h 216081"/>
              <a:gd name="connsiteX1-33" fmla="*/ 179924 w 394646"/>
              <a:gd name="connsiteY1-34" fmla="*/ 216081 h 216081"/>
              <a:gd name="connsiteX2-35" fmla="*/ 0 w 394646"/>
              <a:gd name="connsiteY2-36" fmla="*/ 0 h 216081"/>
              <a:gd name="connsiteX3-37" fmla="*/ 205299 w 394646"/>
              <a:gd name="connsiteY3-38" fmla="*/ 0 h 216081"/>
              <a:gd name="connsiteX4-39" fmla="*/ 394646 w 394646"/>
              <a:gd name="connsiteY4-40" fmla="*/ 215179 h 216081"/>
              <a:gd name="connsiteX0-41" fmla="*/ 394646 w 394646"/>
              <a:gd name="connsiteY0-42" fmla="*/ 215179 h 216081"/>
              <a:gd name="connsiteX1-43" fmla="*/ 179924 w 394646"/>
              <a:gd name="connsiteY1-44" fmla="*/ 216081 h 216081"/>
              <a:gd name="connsiteX2-45" fmla="*/ 0 w 394646"/>
              <a:gd name="connsiteY2-46" fmla="*/ 0 h 216081"/>
              <a:gd name="connsiteX3-47" fmla="*/ 212513 w 394646"/>
              <a:gd name="connsiteY3-48" fmla="*/ 1797 h 216081"/>
              <a:gd name="connsiteX4-49" fmla="*/ 394646 w 394646"/>
              <a:gd name="connsiteY4-50" fmla="*/ 215179 h 216081"/>
              <a:gd name="connsiteX0-51" fmla="*/ 398253 w 398253"/>
              <a:gd name="connsiteY0-52" fmla="*/ 214281 h 215183"/>
              <a:gd name="connsiteX1-53" fmla="*/ 183531 w 398253"/>
              <a:gd name="connsiteY1-54" fmla="*/ 215183 h 215183"/>
              <a:gd name="connsiteX2-55" fmla="*/ 0 w 398253"/>
              <a:gd name="connsiteY2-56" fmla="*/ 0 h 215183"/>
              <a:gd name="connsiteX3-57" fmla="*/ 216120 w 398253"/>
              <a:gd name="connsiteY3-58" fmla="*/ 899 h 215183"/>
              <a:gd name="connsiteX4-59" fmla="*/ 398253 w 398253"/>
              <a:gd name="connsiteY4-60" fmla="*/ 214281 h 215183"/>
              <a:gd name="connsiteX0-61" fmla="*/ 398253 w 398253"/>
              <a:gd name="connsiteY0-62" fmla="*/ 214281 h 215183"/>
              <a:gd name="connsiteX1-63" fmla="*/ 183531 w 398253"/>
              <a:gd name="connsiteY1-64" fmla="*/ 215183 h 215183"/>
              <a:gd name="connsiteX2-65" fmla="*/ 0 w 398253"/>
              <a:gd name="connsiteY2-66" fmla="*/ 0 h 215183"/>
              <a:gd name="connsiteX3-67" fmla="*/ 219727 w 398253"/>
              <a:gd name="connsiteY3-68" fmla="*/ 899 h 215183"/>
              <a:gd name="connsiteX4-69" fmla="*/ 398253 w 398253"/>
              <a:gd name="connsiteY4-70" fmla="*/ 214281 h 215183"/>
              <a:gd name="connsiteX0-71" fmla="*/ 395548 w 395548"/>
              <a:gd name="connsiteY0-72" fmla="*/ 213383 h 214285"/>
              <a:gd name="connsiteX1-73" fmla="*/ 180826 w 395548"/>
              <a:gd name="connsiteY1-74" fmla="*/ 214285 h 214285"/>
              <a:gd name="connsiteX2-75" fmla="*/ 0 w 395548"/>
              <a:gd name="connsiteY2-76" fmla="*/ 0 h 214285"/>
              <a:gd name="connsiteX3-77" fmla="*/ 217022 w 395548"/>
              <a:gd name="connsiteY3-78" fmla="*/ 1 h 214285"/>
              <a:gd name="connsiteX4-79" fmla="*/ 395548 w 395548"/>
              <a:gd name="connsiteY4-80" fmla="*/ 213383 h 214285"/>
              <a:gd name="connsiteX0-81" fmla="*/ 395548 w 395548"/>
              <a:gd name="connsiteY0-82" fmla="*/ 216946 h 216946"/>
              <a:gd name="connsiteX1-83" fmla="*/ 180826 w 395548"/>
              <a:gd name="connsiteY1-84" fmla="*/ 214285 h 216946"/>
              <a:gd name="connsiteX2-85" fmla="*/ 0 w 395548"/>
              <a:gd name="connsiteY2-86" fmla="*/ 0 h 216946"/>
              <a:gd name="connsiteX3-87" fmla="*/ 217022 w 395548"/>
              <a:gd name="connsiteY3-88" fmla="*/ 1 h 216946"/>
              <a:gd name="connsiteX4-89" fmla="*/ 395548 w 395548"/>
              <a:gd name="connsiteY4-90" fmla="*/ 216946 h 216946"/>
              <a:gd name="connsiteX0-91" fmla="*/ 395548 w 395548"/>
              <a:gd name="connsiteY0-92" fmla="*/ 216946 h 217849"/>
              <a:gd name="connsiteX1-93" fmla="*/ 181728 w 395548"/>
              <a:gd name="connsiteY1-94" fmla="*/ 217849 h 217849"/>
              <a:gd name="connsiteX2-95" fmla="*/ 0 w 395548"/>
              <a:gd name="connsiteY2-96" fmla="*/ 0 h 217849"/>
              <a:gd name="connsiteX3-97" fmla="*/ 217022 w 395548"/>
              <a:gd name="connsiteY3-98" fmla="*/ 1 h 217849"/>
              <a:gd name="connsiteX4-99" fmla="*/ 395548 w 395548"/>
              <a:gd name="connsiteY4-100" fmla="*/ 216946 h 217849"/>
              <a:gd name="connsiteX0-101" fmla="*/ 395548 w 395548"/>
              <a:gd name="connsiteY0-102" fmla="*/ 217836 h 218739"/>
              <a:gd name="connsiteX1-103" fmla="*/ 181728 w 395548"/>
              <a:gd name="connsiteY1-104" fmla="*/ 218739 h 218739"/>
              <a:gd name="connsiteX2-105" fmla="*/ 0 w 395548"/>
              <a:gd name="connsiteY2-106" fmla="*/ 890 h 218739"/>
              <a:gd name="connsiteX3-107" fmla="*/ 215219 w 395548"/>
              <a:gd name="connsiteY3-108" fmla="*/ 0 h 218739"/>
              <a:gd name="connsiteX4-109" fmla="*/ 395548 w 395548"/>
              <a:gd name="connsiteY4-110" fmla="*/ 217836 h 218739"/>
              <a:gd name="connsiteX0-111" fmla="*/ 396450 w 396450"/>
              <a:gd name="connsiteY0-112" fmla="*/ 218728 h 219631"/>
              <a:gd name="connsiteX1-113" fmla="*/ 182630 w 396450"/>
              <a:gd name="connsiteY1-114" fmla="*/ 219631 h 219631"/>
              <a:gd name="connsiteX2-115" fmla="*/ 0 w 396450"/>
              <a:gd name="connsiteY2-116" fmla="*/ 0 h 219631"/>
              <a:gd name="connsiteX3-117" fmla="*/ 216121 w 396450"/>
              <a:gd name="connsiteY3-118" fmla="*/ 892 h 219631"/>
              <a:gd name="connsiteX4-119" fmla="*/ 396450 w 396450"/>
              <a:gd name="connsiteY4-120" fmla="*/ 218728 h 219631"/>
              <a:gd name="connsiteX0-121" fmla="*/ 393745 w 393745"/>
              <a:gd name="connsiteY0-122" fmla="*/ 218728 h 219631"/>
              <a:gd name="connsiteX1-123" fmla="*/ 179925 w 393745"/>
              <a:gd name="connsiteY1-124" fmla="*/ 219631 h 219631"/>
              <a:gd name="connsiteX2-125" fmla="*/ 0 w 393745"/>
              <a:gd name="connsiteY2-126" fmla="*/ 0 h 219631"/>
              <a:gd name="connsiteX3-127" fmla="*/ 213416 w 393745"/>
              <a:gd name="connsiteY3-128" fmla="*/ 892 h 219631"/>
              <a:gd name="connsiteX4-129" fmla="*/ 393745 w 393745"/>
              <a:gd name="connsiteY4-130" fmla="*/ 218728 h 219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3745" h="219631">
                <a:moveTo>
                  <a:pt x="393745" y="218728"/>
                </a:moveTo>
                <a:lnTo>
                  <a:pt x="179925" y="219631"/>
                </a:lnTo>
                <a:lnTo>
                  <a:pt x="0" y="0"/>
                </a:lnTo>
                <a:lnTo>
                  <a:pt x="213416" y="892"/>
                </a:lnTo>
                <a:lnTo>
                  <a:pt x="393745" y="218728"/>
                </a:lnTo>
                <a:close/>
              </a:path>
            </a:pathLst>
          </a:custGeom>
          <a:solidFill>
            <a:srgbClr val="19B1A7">
              <a:lumMod val="65000"/>
            </a:srgbClr>
          </a:solidFill>
          <a:ln w="9525" cap="flat">
            <a:noFill/>
            <a:prstDash val="solid"/>
            <a:miter/>
          </a:ln>
        </p:spPr>
        <p:txBody>
          <a:bodyPr/>
          <a:lstStyle/>
          <a:p>
            <a:endParaRPr lang="zh-CN" altLang="en-US" sz="2395">
              <a:latin typeface="微软雅黑" panose="020B0503020204020204" charset="-122"/>
              <a:ea typeface="微软雅黑" panose="020B0503020204020204" charset="-122"/>
            </a:endParaRPr>
          </a:p>
        </p:txBody>
      </p:sp>
      <p:sp>
        <p:nvSpPr>
          <p:cNvPr id="15" name="文本框 14"/>
          <p:cNvSpPr txBox="1"/>
          <p:nvPr/>
        </p:nvSpPr>
        <p:spPr>
          <a:xfrm>
            <a:off x="4882515" y="3190875"/>
            <a:ext cx="748665"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lang="zh-CN" altLang="en-US" sz="2400" b="1">
                <a:solidFill>
                  <a:srgbClr val="0000FF"/>
                </a:solidFill>
                <a:latin typeface="宋体" panose="02010600030101010101" pitchFamily="2" charset="-122"/>
                <a:sym typeface="+mn-ea"/>
              </a:rPr>
              <a:t>方向</a:t>
            </a:r>
            <a:endParaRPr kumimoji="0" lang="zh-CN" altLang="en-US" sz="2400" b="1" i="0" u="none" strike="noStrike" cap="none" spc="0" normalizeH="0" baseline="0">
              <a:ln>
                <a:noFill/>
              </a:ln>
              <a:solidFill>
                <a:srgbClr val="0000FF"/>
              </a:solidFill>
              <a:effectLst/>
              <a:uFillTx/>
              <a:latin typeface="宋体" panose="02010600030101010101" pitchFamily="2" charset="-122"/>
              <a:ea typeface="Arial" panose="020B0604020202020204"/>
              <a:cs typeface="Arial" panose="020B0604020202020204"/>
              <a:sym typeface="+mn-ea"/>
            </a:endParaRPr>
          </a:p>
        </p:txBody>
      </p:sp>
      <p:sp>
        <p:nvSpPr>
          <p:cNvPr id="26" name="文本框 25"/>
          <p:cNvSpPr txBox="1"/>
          <p:nvPr/>
        </p:nvSpPr>
        <p:spPr>
          <a:xfrm>
            <a:off x="403225" y="2788285"/>
            <a:ext cx="2777490" cy="828675"/>
          </a:xfrm>
          <a:prstGeom prst="rect">
            <a:avLst/>
          </a:prstGeom>
          <a:solidFill>
            <a:schemeClr val="accent1"/>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l" eaLnBrk="1" hangingPunct="1">
              <a:lnSpc>
                <a:spcPct val="150000"/>
              </a:lnSpc>
              <a:defRPr/>
            </a:pPr>
            <a:r>
              <a:rPr lang="zh-CN" altLang="en-US" sz="1600" b="1">
                <a:solidFill>
                  <a:srgbClr val="00B0F0"/>
                </a:solidFill>
                <a:effectLst/>
                <a:latin typeface="楷体_GB2312" pitchFamily="49" charset="-122"/>
                <a:ea typeface="楷体_GB2312" pitchFamily="49" charset="-122"/>
                <a:sym typeface="+mn-ea"/>
              </a:rPr>
              <a:t>条件：</a:t>
            </a:r>
            <a:r>
              <a:rPr lang="en-US" altLang="zh-CN" sz="1600" b="1">
                <a:solidFill>
                  <a:schemeClr val="tx1"/>
                </a:solidFill>
                <a:effectLst/>
                <a:ea typeface="楷体_GB2312" pitchFamily="49" charset="-122"/>
                <a:sym typeface="+mn-ea"/>
              </a:rPr>
              <a:t>①</a:t>
            </a:r>
            <a:r>
              <a:rPr lang="zh-CN" altLang="en-US" sz="1600"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rPr>
              <a:t>相互</a:t>
            </a:r>
            <a:r>
              <a:rPr lang="zh-CN" altLang="en-US" sz="16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接触且有挤压</a:t>
            </a:r>
            <a:r>
              <a:rPr lang="zh-CN" altLang="en-US" sz="1600" b="1">
                <a:solidFill>
                  <a:schemeClr val="tx1"/>
                </a:solidFill>
                <a:effectLst/>
                <a:ea typeface="楷体_GB2312" pitchFamily="49" charset="-122"/>
                <a:sym typeface="+mn-ea"/>
              </a:rPr>
              <a:t>  ②</a:t>
            </a:r>
            <a:r>
              <a:rPr lang="zh-CN" altLang="en-US" sz="1600"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rPr>
              <a:t>接触面</a:t>
            </a:r>
            <a:r>
              <a:rPr lang="zh-CN" altLang="en-US" sz="16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不光滑</a:t>
            </a:r>
            <a:r>
              <a:rPr lang="zh-CN" altLang="en-US" sz="1600" b="1">
                <a:solidFill>
                  <a:schemeClr val="tx1">
                    <a:lumMod val="95000"/>
                    <a:lumOff val="5000"/>
                  </a:schemeClr>
                </a:solidFill>
                <a:latin typeface="Calibri" panose="020F0502020204030204" charset="0"/>
                <a:ea typeface="宋体" panose="02010600030101010101" pitchFamily="2" charset="-122"/>
                <a:cs typeface="宋体" panose="02010600030101010101" pitchFamily="2" charset="-122"/>
                <a:sym typeface="+mn-ea"/>
              </a:rPr>
              <a:t>③</a:t>
            </a:r>
            <a:r>
              <a:rPr lang="zh-CN" altLang="en-US" sz="1600" b="1">
                <a:solidFill>
                  <a:schemeClr val="dk1">
                    <a:lumMod val="85000"/>
                    <a:lumOff val="15000"/>
                  </a:schemeClr>
                </a:solidFill>
                <a:latin typeface="宋体" panose="02010600030101010101" pitchFamily="2" charset="-122"/>
                <a:ea typeface="宋体" panose="02010600030101010101" pitchFamily="2" charset="-122"/>
                <a:cs typeface="宋体" panose="02010600030101010101" pitchFamily="2" charset="-122"/>
                <a:sym typeface="+mn-ea"/>
              </a:rPr>
              <a:t>有</a:t>
            </a:r>
            <a:r>
              <a:rPr lang="zh-CN" altLang="en-US" sz="1600" b="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相对运动</a:t>
            </a:r>
            <a:endParaRPr kumimoji="0" lang="zh-CN" altLang="en-US" sz="1600" b="1" i="0" u="none" strike="noStrike" cap="none" spc="0" normalizeH="0" baseline="0">
              <a:ln>
                <a:noFill/>
              </a:ln>
              <a:solidFill>
                <a:srgbClr val="FF0000"/>
              </a:solidFill>
              <a:effectLst/>
              <a:uFillTx/>
              <a:latin typeface="Calibri" panose="020F0502020204030204" charset="0"/>
              <a:ea typeface="宋体" panose="02010600030101010101" pitchFamily="2" charset="-122"/>
              <a:cs typeface="宋体" panose="02010600030101010101" pitchFamily="2" charset="-122"/>
              <a:sym typeface="+mn-ea"/>
            </a:endParaRPr>
          </a:p>
        </p:txBody>
      </p:sp>
      <p:sp>
        <p:nvSpPr>
          <p:cNvPr id="9" name="文本框 8"/>
          <p:cNvSpPr txBox="1"/>
          <p:nvPr/>
        </p:nvSpPr>
        <p:spPr>
          <a:xfrm>
            <a:off x="395605" y="897255"/>
            <a:ext cx="2585720" cy="1567180"/>
          </a:xfrm>
          <a:prstGeom prst="rect">
            <a:avLst/>
          </a:prstGeom>
          <a:solidFill>
            <a:schemeClr val="accent5"/>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eaLnBrk="1" hangingPunct="1">
              <a:lnSpc>
                <a:spcPct val="150000"/>
              </a:lnSpc>
              <a:defRPr/>
            </a:pPr>
            <a:r>
              <a:rPr lang="en-US" altLang="zh-CN" sz="1600" b="1" dirty="0">
                <a:solidFill>
                  <a:schemeClr val="dk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1600" b="1" dirty="0">
                <a:solidFill>
                  <a:schemeClr val="dk1"/>
                </a:solidFill>
                <a:latin typeface="宋体" panose="02010600030101010101" pitchFamily="2" charset="-122"/>
                <a:ea typeface="宋体" panose="02010600030101010101" pitchFamily="2" charset="-122"/>
                <a:cs typeface="宋体" panose="02010600030101010101" pitchFamily="2" charset="-122"/>
                <a:sym typeface="+mn-ea"/>
              </a:rPr>
              <a:t>当一个物体在另一个物体表面滑动的时候，会受到另一个物体</a:t>
            </a:r>
            <a:r>
              <a:rPr lang="zh-CN" altLang="en-US" sz="1600" b="1" dirty="0">
                <a:solidFill>
                  <a:srgbClr val="00B0F0"/>
                </a:solidFill>
                <a:latin typeface="宋体" panose="02010600030101010101" pitchFamily="2" charset="-122"/>
                <a:ea typeface="宋体" panose="02010600030101010101" pitchFamily="2" charset="-122"/>
                <a:cs typeface="宋体" panose="02010600030101010101" pitchFamily="2" charset="-122"/>
                <a:sym typeface="+mn-ea"/>
              </a:rPr>
              <a:t>阻碍它相对滑动</a:t>
            </a:r>
            <a:r>
              <a:rPr lang="zh-CN" altLang="en-US" sz="1600" b="1" dirty="0">
                <a:solidFill>
                  <a:schemeClr val="dk1"/>
                </a:solidFill>
                <a:latin typeface="宋体" panose="02010600030101010101" pitchFamily="2" charset="-122"/>
                <a:ea typeface="宋体" panose="02010600030101010101" pitchFamily="2" charset="-122"/>
                <a:cs typeface="宋体" panose="02010600030101010101" pitchFamily="2" charset="-122"/>
                <a:sym typeface="+mn-ea"/>
              </a:rPr>
              <a:t>的力，这种力叫作</a:t>
            </a:r>
            <a:r>
              <a:rPr lang="zh-CN" altLang="en-US" sz="16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滑动摩擦力</a:t>
            </a:r>
            <a:r>
              <a:rPr lang="zh-CN" altLang="en-US" sz="1600" b="1" dirty="0">
                <a:solidFill>
                  <a:schemeClr val="dk1"/>
                </a:solidFill>
                <a:latin typeface="宋体" panose="02010600030101010101" pitchFamily="2" charset="-122"/>
                <a:ea typeface="宋体" panose="02010600030101010101" pitchFamily="2" charset="-122"/>
                <a:cs typeface="宋体" panose="02010600030101010101" pitchFamily="2" charset="-122"/>
                <a:sym typeface="+mn-ea"/>
              </a:rPr>
              <a:t>。</a:t>
            </a:r>
            <a:endParaRPr kumimoji="0" lang="zh-CN" altLang="en-US" sz="1600" b="1" i="0" u="none" strike="noStrike" cap="none" spc="0" normalizeH="0" baseline="0" dirty="0">
              <a:ln>
                <a:noFill/>
              </a:ln>
              <a:solidFill>
                <a:schemeClr val="dk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9" name="文本框 18"/>
          <p:cNvSpPr txBox="1"/>
          <p:nvPr/>
        </p:nvSpPr>
        <p:spPr>
          <a:xfrm>
            <a:off x="313690" y="3851910"/>
            <a:ext cx="4890770" cy="920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1" hangingPunct="0">
              <a:lnSpc>
                <a:spcPct val="150000"/>
              </a:lnSpc>
              <a:spcBef>
                <a:spcPts val="0"/>
              </a:spcBef>
              <a:spcAft>
                <a:spcPts val="0"/>
              </a:spcAft>
              <a:buClrTx/>
              <a:buSzTx/>
              <a:buFontTx/>
              <a:buNone/>
            </a:pPr>
            <a:r>
              <a:rPr lang="zh-CN" altLang="en-US" sz="1800" dirty="0">
                <a:solidFill>
                  <a:srgbClr val="00B0F0"/>
                </a:solidFill>
                <a:latin typeface="微软雅黑" panose="020B0503020204020204" charset="-122"/>
                <a:ea typeface="微软雅黑" panose="020B0503020204020204" charset="-122"/>
                <a:cs typeface="微软雅黑" panose="020B0503020204020204" charset="-122"/>
                <a:sym typeface="+mn-ea"/>
              </a:rPr>
              <a:t>滑动摩擦力的方向</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可以</a:t>
            </a:r>
            <a:r>
              <a:rPr lang="zh-CN" altLang="en-US" sz="1800" b="1">
                <a:solidFill>
                  <a:schemeClr val="tx1"/>
                </a:solidFill>
                <a:effectLst/>
                <a:latin typeface="微软雅黑" panose="020B0503020204020204" charset="-122"/>
                <a:ea typeface="微软雅黑" panose="020B0503020204020204" charset="-122"/>
                <a:cs typeface="微软雅黑" panose="020B0503020204020204" charset="-122"/>
                <a:sym typeface="+mn-ea"/>
              </a:rPr>
              <a:t>与物体</a:t>
            </a:r>
            <a:r>
              <a:rPr lang="zh-CN" altLang="en-US" sz="1800" b="1">
                <a:solidFill>
                  <a:srgbClr val="FF0000"/>
                </a:solidFill>
                <a:effectLst/>
                <a:latin typeface="微软雅黑" panose="020B0503020204020204" charset="-122"/>
                <a:ea typeface="微软雅黑" panose="020B0503020204020204" charset="-122"/>
                <a:cs typeface="微软雅黑" panose="020B0503020204020204" charset="-122"/>
                <a:sym typeface="+mn-ea"/>
              </a:rPr>
              <a:t>运动</a:t>
            </a:r>
            <a:r>
              <a:rPr lang="zh-CN" altLang="en-US" sz="1800" b="1">
                <a:solidFill>
                  <a:schemeClr val="tx1"/>
                </a:solidFill>
                <a:effectLst/>
                <a:latin typeface="微软雅黑" panose="020B0503020204020204" charset="-122"/>
                <a:ea typeface="微软雅黑" panose="020B0503020204020204" charset="-122"/>
                <a:cs typeface="微软雅黑" panose="020B0503020204020204" charset="-122"/>
                <a:sym typeface="+mn-ea"/>
              </a:rPr>
              <a:t>的方向</a:t>
            </a:r>
            <a:r>
              <a:rPr lang="zh-CN" altLang="en-US" sz="1800" b="1">
                <a:solidFill>
                  <a:srgbClr val="00B0F0"/>
                </a:solidFill>
                <a:effectLst/>
                <a:latin typeface="微软雅黑" panose="020B0503020204020204" charset="-122"/>
                <a:ea typeface="微软雅黑" panose="020B0503020204020204" charset="-122"/>
                <a:cs typeface="微软雅黑" panose="020B0503020204020204" charset="-122"/>
                <a:sym typeface="+mn-ea"/>
              </a:rPr>
              <a:t>相同</a:t>
            </a:r>
            <a:r>
              <a:rPr lang="zh-CN" altLang="en-US" sz="1800" b="1">
                <a:solidFill>
                  <a:schemeClr val="tx1"/>
                </a:solidFill>
                <a:effectLst/>
                <a:latin typeface="微软雅黑" panose="020B0503020204020204" charset="-122"/>
                <a:ea typeface="微软雅黑" panose="020B0503020204020204" charset="-122"/>
                <a:cs typeface="微软雅黑" panose="020B0503020204020204" charset="-122"/>
                <a:sym typeface="+mn-ea"/>
              </a:rPr>
              <a:t>，也可以</a:t>
            </a:r>
            <a:r>
              <a:rPr lang="zh-CN" altLang="en-US" sz="1800" b="1">
                <a:solidFill>
                  <a:srgbClr val="00B0F0"/>
                </a:solidFill>
                <a:effectLst/>
                <a:latin typeface="微软雅黑" panose="020B0503020204020204" charset="-122"/>
                <a:ea typeface="微软雅黑" panose="020B0503020204020204" charset="-122"/>
                <a:cs typeface="微软雅黑" panose="020B0503020204020204" charset="-122"/>
                <a:sym typeface="+mn-ea"/>
              </a:rPr>
              <a:t>相反</a:t>
            </a:r>
            <a:r>
              <a:rPr lang="zh-CN" altLang="en-US" sz="1800" b="1">
                <a:solidFill>
                  <a:schemeClr val="tx1"/>
                </a:solidFill>
                <a:effectLst/>
                <a:latin typeface="微软雅黑" panose="020B0503020204020204" charset="-122"/>
                <a:ea typeface="微软雅黑" panose="020B0503020204020204" charset="-122"/>
                <a:cs typeface="微软雅黑" panose="020B0503020204020204" charset="-122"/>
                <a:sym typeface="+mn-ea"/>
              </a:rPr>
              <a:t>，但一定与</a:t>
            </a:r>
            <a:r>
              <a:rPr lang="zh-CN" altLang="en-US" sz="1800">
                <a:solidFill>
                  <a:srgbClr val="FF0000"/>
                </a:solidFill>
                <a:effectLst/>
                <a:latin typeface="微软雅黑" panose="020B0503020204020204" charset="-122"/>
                <a:ea typeface="微软雅黑" panose="020B0503020204020204" charset="-122"/>
                <a:cs typeface="微软雅黑" panose="020B0503020204020204" charset="-122"/>
                <a:sym typeface="+mn-ea"/>
              </a:rPr>
              <a:t>相对运动</a:t>
            </a:r>
            <a:r>
              <a:rPr lang="zh-CN" altLang="en-US" sz="1800">
                <a:effectLst/>
                <a:latin typeface="微软雅黑" panose="020B0503020204020204" charset="-122"/>
                <a:ea typeface="微软雅黑" panose="020B0503020204020204" charset="-122"/>
                <a:cs typeface="微软雅黑" panose="020B0503020204020204" charset="-122"/>
                <a:sym typeface="+mn-ea"/>
              </a:rPr>
              <a:t>的方向相反。</a:t>
            </a:r>
            <a:endParaRPr kumimoji="0" lang="zh-CN" altLang="en-US"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endParaRPr>
          </a:p>
        </p:txBody>
      </p:sp>
      <p:pic>
        <p:nvPicPr>
          <p:cNvPr id="55303" name="图片 5" descr="摩擦力与传送带 (3)"/>
          <p:cNvPicPr>
            <a:picLocks noChangeAspect="1" noChangeArrowheads="1"/>
          </p:cNvPicPr>
          <p:nvPr>
            <p:custDataLst>
              <p:tags r:id="rId20"/>
            </p:custDataLst>
          </p:nvPr>
        </p:nvPicPr>
        <p:blipFill>
          <a:blip r:embed="rId24"/>
          <a:stretch>
            <a:fillRect/>
          </a:stretch>
        </p:blipFill>
        <p:spPr bwMode="auto">
          <a:xfrm>
            <a:off x="5156200" y="4047490"/>
            <a:ext cx="1303020" cy="675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文本框 19"/>
          <p:cNvSpPr txBox="1"/>
          <p:nvPr/>
        </p:nvSpPr>
        <p:spPr>
          <a:xfrm>
            <a:off x="4244975" y="1100455"/>
            <a:ext cx="353822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lang="zh-CN" altLang="en-US" sz="1800" b="1" dirty="0">
                <a:solidFill>
                  <a:schemeClr val="dk1"/>
                </a:solidFill>
                <a:effectLst/>
                <a:latin typeface="宋体" panose="02010600030101010101" pitchFamily="2" charset="-122"/>
                <a:cs typeface="宋体" panose="02010600030101010101" pitchFamily="2" charset="-122"/>
                <a:sym typeface="+mn-ea"/>
              </a:rPr>
              <a:t>滑动摩擦力的大小跟</a:t>
            </a:r>
            <a:r>
              <a:rPr lang="zh-CN" altLang="en-US" sz="1800" b="1" dirty="0">
                <a:solidFill>
                  <a:srgbClr val="00B0F0"/>
                </a:solidFill>
                <a:effectLst/>
                <a:latin typeface="宋体" panose="02010600030101010101" pitchFamily="2" charset="-122"/>
                <a:cs typeface="宋体" panose="02010600030101010101" pitchFamily="2" charset="-122"/>
                <a:sym typeface="+mn-ea"/>
              </a:rPr>
              <a:t>压力</a:t>
            </a:r>
            <a:r>
              <a:rPr lang="zh-CN" altLang="en-US" sz="1800" b="1" dirty="0">
                <a:solidFill>
                  <a:schemeClr val="dk1"/>
                </a:solidFill>
                <a:effectLst/>
                <a:latin typeface="宋体" panose="02010600030101010101" pitchFamily="2" charset="-122"/>
                <a:cs typeface="宋体" panose="02010600030101010101" pitchFamily="2" charset="-122"/>
                <a:sym typeface="+mn-ea"/>
              </a:rPr>
              <a:t>成正比。</a:t>
            </a:r>
            <a:endParaRPr kumimoji="0" lang="zh-CN" altLang="en-US"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endParaRPr>
          </a:p>
        </p:txBody>
      </p:sp>
      <p:sp>
        <p:nvSpPr>
          <p:cNvPr id="30723" name="矩形 30722"/>
          <p:cNvSpPr/>
          <p:nvPr>
            <p:custDataLst>
              <p:tags r:id="rId21"/>
            </p:custDataLst>
          </p:nvPr>
        </p:nvSpPr>
        <p:spPr>
          <a:xfrm>
            <a:off x="5204460" y="1913890"/>
            <a:ext cx="1312545" cy="563245"/>
          </a:xfrm>
          <a:prstGeom prst="rect">
            <a:avLst/>
          </a:prstGeom>
          <a:extLst>
            <a:ext uri="{909E8E84-426E-40DD-AFC4-6F175D3DCCD1}">
              <a14:hiddenFill xmlns:a14="http://schemas.microsoft.com/office/drawing/2010/main">
                <a:solidFill>
                  <a:srgbClr val="FFC000"/>
                </a:solidFill>
              </a14:hiddenFill>
            </a:ext>
          </a:extLst>
        </p:spPr>
        <p:style>
          <a:lnRef idx="2">
            <a:schemeClr val="accent1"/>
          </a:lnRef>
          <a:fillRef idx="1">
            <a:schemeClr val="lt1"/>
          </a:fillRef>
          <a:effectRef idx="0">
            <a:schemeClr val="accent1"/>
          </a:effectRef>
          <a:fontRef idx="minor">
            <a:schemeClr val="dk1"/>
          </a:fontRef>
        </p:style>
        <p:txBody>
          <a:bodyPr/>
          <a:lstStyle>
            <a:lvl1pPr marL="342900" lvl="0" indent="-342900" algn="l" defTabSz="914400" eaLnBrk="1" fontAlgn="base" latinLnBrk="0" hangingPunct="1">
              <a:lnSpc>
                <a:spcPct val="100000"/>
              </a:lnSpc>
              <a:spcBef>
                <a:spcPct val="20000"/>
              </a:spcBef>
              <a:spcAft>
                <a:spcPct val="0"/>
              </a:spcAft>
              <a:buChar char="•"/>
              <a:defRPr sz="32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Arial" panose="020B0604020202020204" pitchFamily="34" charset="0"/>
                <a:ea typeface="宋体" panose="02010600030101010101" pitchFamily="2" charset="-122"/>
              </a:defRPr>
            </a:lvl5pPr>
          </a:lstStyle>
          <a:p>
            <a:pPr marL="0" lvl="0" indent="0">
              <a:buNone/>
            </a:pPr>
            <a:r>
              <a:rPr lang="zh-CN" altLang="en-US" sz="2800" b="1" dirty="0">
                <a:solidFill>
                  <a:srgbClr val="FF0000"/>
                </a:solidFill>
                <a:latin typeface="Times New Roman" panose="02020603050405020304" pitchFamily="18" charset="0"/>
                <a:cs typeface="Times New Roman" panose="02020603050405020304" pitchFamily="18" charset="0"/>
              </a:rPr>
              <a:t> </a:t>
            </a:r>
            <a:r>
              <a:rPr lang="zh-CN" altLang="en-US" sz="2800" b="1" dirty="0">
                <a:solidFill>
                  <a:srgbClr val="FF0000"/>
                </a:solidFill>
                <a:effectLst/>
                <a:latin typeface="Times New Roman" panose="02020603050405020304" pitchFamily="18" charset="0"/>
                <a:cs typeface="Times New Roman" panose="02020603050405020304" pitchFamily="18" charset="0"/>
              </a:rPr>
              <a:t>F=</a:t>
            </a:r>
            <a:r>
              <a:rPr lang="zh-CN" altLang="en-US" sz="2800" b="1"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μ</a:t>
            </a:r>
            <a:r>
              <a:rPr lang="zh-CN" altLang="en-US" sz="2800" b="1" dirty="0">
                <a:solidFill>
                  <a:srgbClr val="FF0000"/>
                </a:solidFill>
                <a:effectLst/>
                <a:latin typeface="Times New Roman" panose="02020603050405020304" pitchFamily="18" charset="0"/>
                <a:cs typeface="Times New Roman" panose="02020603050405020304" pitchFamily="18" charset="0"/>
              </a:rPr>
              <a:t>F</a:t>
            </a:r>
            <a:r>
              <a:rPr lang="zh-CN" altLang="en-US" sz="2800" b="1" baseline="-25000" dirty="0">
                <a:solidFill>
                  <a:srgbClr val="FF0000"/>
                </a:solidFill>
                <a:effectLst/>
                <a:latin typeface="Times New Roman" panose="02020603050405020304" pitchFamily="18" charset="0"/>
                <a:cs typeface="Times New Roman" panose="02020603050405020304" pitchFamily="18" charset="0"/>
              </a:rPr>
              <a:t>N</a:t>
            </a:r>
          </a:p>
        </p:txBody>
      </p:sp>
      <p:pic>
        <p:nvPicPr>
          <p:cNvPr id="28" name="图片 27" descr="t017845298d21e32a96"/>
          <p:cNvPicPr>
            <a:picLocks noChangeAspect="1"/>
          </p:cNvPicPr>
          <p:nvPr>
            <p:custDataLst>
              <p:tags r:id="rId22"/>
            </p:custDataLst>
          </p:nvPr>
        </p:nvPicPr>
        <p:blipFill>
          <a:blip r:embed="rId25"/>
          <a:stretch>
            <a:fillRect/>
          </a:stretch>
        </p:blipFill>
        <p:spPr>
          <a:xfrm>
            <a:off x="6592570" y="3326765"/>
            <a:ext cx="2042795" cy="1580515"/>
          </a:xfrm>
          <a:prstGeom prst="rect">
            <a:avLst/>
          </a:prstGeom>
          <a:ln w="12700" cmpd="sng">
            <a:noFill/>
            <a:prstDash val="sysDot"/>
          </a:ln>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Rot="1"/>
          </p:cNvSpPr>
          <p:nvPr>
            <p:custDataLst>
              <p:tags r:id="rId1"/>
            </p:custDataLst>
          </p:nvPr>
        </p:nvSpPr>
        <p:spPr>
          <a:xfrm>
            <a:off x="758190" y="930910"/>
            <a:ext cx="7854315" cy="3293110"/>
          </a:xfrm>
          <a:prstGeom prst="rect">
            <a:avLst/>
          </a:prstGeom>
          <a:noFill/>
          <a:ln w="9525">
            <a:noFill/>
          </a:ln>
        </p:spPr>
        <p:txBody>
          <a:bodyPr/>
          <a:lstStyle/>
          <a:p>
            <a:pPr>
              <a:lnSpc>
                <a:spcPct val="180000"/>
              </a:lnSpc>
            </a:pPr>
            <a:r>
              <a:rPr lang="zh-CN" altLang="en-US"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多选</a:t>
            </a: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)关于滑动摩擦力的产生，下列说法正确的是（　　）</a:t>
            </a:r>
          </a:p>
          <a:p>
            <a:pPr>
              <a:lnSpc>
                <a:spcPct val="180000"/>
              </a:lnSpc>
            </a:pP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A．只有相互接触且发生相对运动的物体间才可能产生滑动摩擦力</a:t>
            </a:r>
          </a:p>
          <a:p>
            <a:pPr>
              <a:lnSpc>
                <a:spcPct val="180000"/>
              </a:lnSpc>
            </a:pP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B．只有运动的物体才可能受到滑动摩擦力</a:t>
            </a:r>
          </a:p>
          <a:p>
            <a:pPr>
              <a:lnSpc>
                <a:spcPct val="180000"/>
              </a:lnSpc>
            </a:pP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C．受弹力作用的物体一定会受到滑动摩擦力</a:t>
            </a:r>
          </a:p>
          <a:p>
            <a:pPr>
              <a:lnSpc>
                <a:spcPct val="180000"/>
              </a:lnSpc>
            </a:pPr>
            <a:r>
              <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D．受滑动摩擦力作用的物体一定会受到弹力作用</a:t>
            </a:r>
          </a:p>
          <a:p>
            <a:pPr>
              <a:lnSpc>
                <a:spcPct val="180000"/>
              </a:lnSpc>
            </a:pPr>
            <a:endPar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endParaRPr>
          </a:p>
          <a:p>
            <a:pPr>
              <a:lnSpc>
                <a:spcPct val="180000"/>
              </a:lnSpc>
            </a:pPr>
            <a:endParaRPr lang="en-US" altLang="zh-CN"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9" name="圆角矩形 28">
            <a:hlinkClick r:id="" action="ppaction://noaction"/>
          </p:cNvPr>
          <p:cNvSpPr/>
          <p:nvPr>
            <p:custDataLst>
              <p:tags r:id="rId2"/>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r:id="" action="ppaction://noaction"/>
          </p:cNvPr>
          <p:cNvSpPr txBox="1">
            <a:spLocks noChangeArrowheads="1"/>
          </p:cNvSpPr>
          <p:nvPr>
            <p:custDataLst>
              <p:tags r:id="rId3"/>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nvSpPr>
        <p:spPr>
          <a:xfrm>
            <a:off x="758190" y="3775710"/>
            <a:ext cx="198882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FF0000"/>
                </a:solidFill>
                <a:effectLst/>
                <a:uFillTx/>
                <a:latin typeface="Arial" panose="020B0604020202020204"/>
                <a:ea typeface="Arial" panose="020B0604020202020204"/>
                <a:cs typeface="Arial" panose="020B0604020202020204"/>
                <a:sym typeface="Arial" panose="020B0604020202020204"/>
              </a:rPr>
              <a:t>【正确答案】</a:t>
            </a:r>
            <a:r>
              <a:rPr lang="en-US" altLang="zh-CN" sz="2000" b="1">
                <a:ln>
                  <a:noFill/>
                </a:ln>
                <a:solidFill>
                  <a:srgbClr val="0000FF"/>
                </a:solidFill>
                <a:effectLst/>
                <a:uFillTx/>
                <a:sym typeface="Arial" panose="020B0604020202020204"/>
              </a:rPr>
              <a:t>AD</a:t>
            </a:r>
            <a:endParaRPr kumimoji="0" lang="en-US" altLang="zh-CN" sz="2000" b="1" i="0" u="none" strike="noStrike" cap="none" spc="0" normalizeH="0" baseline="0">
              <a:ln>
                <a:noFill/>
              </a:ln>
              <a:solidFill>
                <a:srgbClr val="0000FF"/>
              </a:solidFill>
              <a:effectLst/>
              <a:uFillTx/>
              <a:latin typeface="Arial" panose="020B0604020202020204"/>
              <a:ea typeface="Arial" panose="020B0604020202020204"/>
              <a:cs typeface="Arial" panose="020B0604020202020204"/>
              <a:sym typeface="Arial" panose="020B060402020202020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Rot="1"/>
          </p:cNvSpPr>
          <p:nvPr>
            <p:custDataLst>
              <p:tags r:id="rId1"/>
            </p:custDataLst>
          </p:nvPr>
        </p:nvSpPr>
        <p:spPr>
          <a:xfrm>
            <a:off x="499110" y="825500"/>
            <a:ext cx="7908290" cy="3375025"/>
          </a:xfrm>
          <a:prstGeom prst="rect">
            <a:avLst/>
          </a:prstGeom>
          <a:noFill/>
          <a:ln w="9525">
            <a:noFill/>
          </a:ln>
        </p:spPr>
        <p:txBody>
          <a:bodyPr/>
          <a:lstStyle/>
          <a:p>
            <a:pPr>
              <a:lnSpc>
                <a:spcPct val="180000"/>
              </a:lnSpc>
            </a:pPr>
            <a:r>
              <a:rPr lang="zh-CN" altLang="en-US"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一本书重约6N，有424页，书本正面朝上。现将一张A4纸夹在106~107页间，A4纸能够覆盖几乎整个书页，如图所示。若要将A4纸抽出，至少需用约1N的拉力。不计书皮及A4纸的质量，则A4纸和书之间的摩擦因数最接近（　　）</a:t>
            </a:r>
            <a:endPar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a:lnSpc>
                <a:spcPct val="180000"/>
              </a:lnSpc>
            </a:pP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A．0.33</a:t>
            </a:r>
            <a:r>
              <a:rPr lang="en-US" altLang="zh-CN"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B．0.45</a:t>
            </a:r>
            <a:r>
              <a:rPr lang="en-US" altLang="zh-CN"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p>
          <a:p>
            <a:pPr>
              <a:lnSpc>
                <a:spcPct val="180000"/>
              </a:lnSpc>
            </a:pP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C．0.56	</a:t>
            </a:r>
            <a:r>
              <a:rPr lang="en-US" altLang="zh-CN"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D．0.67</a:t>
            </a:r>
          </a:p>
        </p:txBody>
      </p:sp>
      <p:sp>
        <p:nvSpPr>
          <p:cNvPr id="29" name="圆角矩形 28">
            <a:hlinkClick r:id="" action="ppaction://noaction"/>
          </p:cNvPr>
          <p:cNvSpPr/>
          <p:nvPr>
            <p:custDataLst>
              <p:tags r:id="rId2"/>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r:id="" action="ppaction://noaction"/>
          </p:cNvPr>
          <p:cNvSpPr txBox="1">
            <a:spLocks noChangeArrowheads="1"/>
          </p:cNvSpPr>
          <p:nvPr>
            <p:custDataLst>
              <p:tags r:id="rId3"/>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nvSpPr>
        <p:spPr>
          <a:xfrm>
            <a:off x="706120" y="4286885"/>
            <a:ext cx="1805305"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FF0000"/>
                </a:solidFill>
                <a:effectLst/>
                <a:uFillTx/>
                <a:latin typeface="Arial" panose="020B0604020202020204"/>
                <a:ea typeface="Arial" panose="020B0604020202020204"/>
                <a:cs typeface="Arial" panose="020B0604020202020204"/>
                <a:sym typeface="Arial" panose="020B0604020202020204"/>
              </a:rPr>
              <a:t>【正确答案】</a:t>
            </a:r>
            <a:r>
              <a:rPr lang="en-US" altLang="zh-CN" sz="2000" b="1">
                <a:ln>
                  <a:noFill/>
                </a:ln>
                <a:solidFill>
                  <a:srgbClr val="0000FF"/>
                </a:solidFill>
                <a:effectLst/>
                <a:uFillTx/>
                <a:sym typeface="Arial" panose="020B0604020202020204"/>
              </a:rPr>
              <a:t>A</a:t>
            </a:r>
            <a:endParaRPr kumimoji="0" lang="en-US" altLang="zh-CN" sz="2000" b="1" i="0" u="none" strike="noStrike" cap="none" spc="0" normalizeH="0" baseline="0">
              <a:ln>
                <a:noFill/>
              </a:ln>
              <a:solidFill>
                <a:srgbClr val="0000FF"/>
              </a:solidFill>
              <a:effectLst/>
              <a:uFillTx/>
              <a:latin typeface="Arial" panose="020B0604020202020204"/>
              <a:ea typeface="Arial" panose="020B0604020202020204"/>
              <a:cs typeface="Arial" panose="020B0604020202020204"/>
              <a:sym typeface="Arial" panose="020B0604020202020204"/>
            </a:endParaRPr>
          </a:p>
        </p:txBody>
      </p:sp>
      <p:pic>
        <p:nvPicPr>
          <p:cNvPr id="100001" name="图片 100001"/>
          <p:cNvPicPr>
            <a:picLocks noChangeAspect="1"/>
          </p:cNvPicPr>
          <p:nvPr/>
        </p:nvPicPr>
        <p:blipFill>
          <a:blip r:embed="rId5"/>
          <a:stretch>
            <a:fillRect/>
          </a:stretch>
        </p:blipFill>
        <p:spPr>
          <a:xfrm>
            <a:off x="4826635" y="2629535"/>
            <a:ext cx="3324860" cy="15709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Rot="1"/>
          </p:cNvSpPr>
          <p:nvPr>
            <p:custDataLst>
              <p:tags r:id="rId1"/>
            </p:custDataLst>
          </p:nvPr>
        </p:nvSpPr>
        <p:spPr>
          <a:xfrm>
            <a:off x="249555" y="649605"/>
            <a:ext cx="9010650" cy="4018915"/>
          </a:xfrm>
          <a:prstGeom prst="rect">
            <a:avLst/>
          </a:prstGeom>
          <a:noFill/>
          <a:ln w="9525">
            <a:noFill/>
          </a:ln>
        </p:spPr>
        <p:txBody>
          <a:bodyPr/>
          <a:lstStyle/>
          <a:p>
            <a:pPr>
              <a:lnSpc>
                <a:spcPct val="160000"/>
              </a:lnSpc>
            </a:pPr>
            <a:r>
              <a:rPr lang="zh-CN" altLang="en-US" sz="18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800" b="1">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18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3</a:t>
            </a:r>
            <a:r>
              <a:rPr lang="zh-CN" altLang="en-US" sz="18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1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某同学利用如图中所示的装置研究摩擦力的变化情况。水平粗糙的实验台上固定着一个力传感器，力传感器与一质量为3.5kg的物块用轻绳连接，物块放置在粗糙的长木板上，长木板质量为1.5kg，木板和实验台的动摩擦因数相同。水平向左拉长木板，传感器记录的F-t图像如图乙所示，重力加速度大小，下列说法正确的是（　　）</a:t>
            </a:r>
            <a:endPar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a:lnSpc>
                <a:spcPct val="16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A．当长木板相对物块运动后，物块受到的摩擦力方向向右</a:t>
            </a:r>
          </a:p>
          <a:p>
            <a:pPr>
              <a:lnSpc>
                <a:spcPct val="16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B．物块与长木板间的动摩擦因数约为0.28</a:t>
            </a:r>
          </a:p>
          <a:p>
            <a:pPr>
              <a:lnSpc>
                <a:spcPct val="16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C．向左拉长木板的力的大小与时间的关系图线和图乙中的曲线一定相同</a:t>
            </a:r>
          </a:p>
          <a:p>
            <a:pPr>
              <a:lnSpc>
                <a:spcPct val="16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D．若长木板滑动后，要使长木板能沿实验台匀速运动</a:t>
            </a:r>
          </a:p>
          <a:p>
            <a:pPr>
              <a:lnSpc>
                <a:spcPct val="16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（木板与物块未分离），则向左拉长木板的力约为17N</a:t>
            </a:r>
          </a:p>
        </p:txBody>
      </p:sp>
      <p:sp>
        <p:nvSpPr>
          <p:cNvPr id="29" name="圆角矩形 28">
            <a:hlinkClick r:id="" action="ppaction://noaction"/>
          </p:cNvPr>
          <p:cNvSpPr/>
          <p:nvPr>
            <p:custDataLst>
              <p:tags r:id="rId2"/>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r:id="" action="ppaction://noaction"/>
          </p:cNvPr>
          <p:cNvSpPr txBox="1">
            <a:spLocks noChangeArrowheads="1"/>
          </p:cNvSpPr>
          <p:nvPr>
            <p:custDataLst>
              <p:tags r:id="rId3"/>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nvSpPr>
        <p:spPr>
          <a:xfrm>
            <a:off x="473075" y="4681220"/>
            <a:ext cx="1634490" cy="3670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FF0000"/>
                </a:solidFill>
                <a:effectLst/>
                <a:uFillTx/>
                <a:latin typeface="Arial" panose="020B0604020202020204"/>
                <a:ea typeface="Arial" panose="020B0604020202020204"/>
                <a:cs typeface="Arial" panose="020B0604020202020204"/>
                <a:sym typeface="Arial" panose="020B0604020202020204"/>
              </a:rPr>
              <a:t>【正确答案】</a:t>
            </a:r>
            <a:r>
              <a:rPr lang="en-US" altLang="zh-CN" sz="1800" b="1">
                <a:ln>
                  <a:noFill/>
                </a:ln>
                <a:solidFill>
                  <a:srgbClr val="0000FF"/>
                </a:solidFill>
                <a:effectLst/>
                <a:uFillTx/>
                <a:sym typeface="Arial" panose="020B0604020202020204"/>
              </a:rPr>
              <a:t>D</a:t>
            </a:r>
            <a:endParaRPr kumimoji="0" lang="en-US" altLang="zh-CN" sz="1800" b="1" i="0" u="none" strike="noStrike" cap="none" spc="0" normalizeH="0" baseline="0">
              <a:ln>
                <a:noFill/>
              </a:ln>
              <a:solidFill>
                <a:srgbClr val="0000FF"/>
              </a:solidFill>
              <a:effectLst/>
              <a:uFillTx/>
              <a:latin typeface="Arial" panose="020B0604020202020204"/>
              <a:ea typeface="Arial" panose="020B0604020202020204"/>
              <a:cs typeface="Arial" panose="020B0604020202020204"/>
              <a:sym typeface="Arial" panose="020B0604020202020204"/>
            </a:endParaRPr>
          </a:p>
        </p:txBody>
      </p:sp>
      <p:pic>
        <p:nvPicPr>
          <p:cNvPr id="100002" name="图片 100002"/>
          <p:cNvPicPr>
            <a:picLocks noChangeAspect="1"/>
          </p:cNvPicPr>
          <p:nvPr/>
        </p:nvPicPr>
        <p:blipFill>
          <a:blip r:embed="rId5"/>
          <a:stretch>
            <a:fillRect/>
          </a:stretch>
        </p:blipFill>
        <p:spPr>
          <a:xfrm>
            <a:off x="5793740" y="3757930"/>
            <a:ext cx="3350260" cy="114427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Rot="1"/>
          </p:cNvSpPr>
          <p:nvPr>
            <p:custDataLst>
              <p:tags r:id="rId1"/>
            </p:custDataLst>
          </p:nvPr>
        </p:nvSpPr>
        <p:spPr>
          <a:xfrm>
            <a:off x="419100" y="706120"/>
            <a:ext cx="8420100" cy="4328160"/>
          </a:xfrm>
          <a:prstGeom prst="rect">
            <a:avLst/>
          </a:prstGeom>
          <a:noFill/>
          <a:ln w="9525">
            <a:noFill/>
          </a:ln>
        </p:spPr>
        <p:txBody>
          <a:bodyPr/>
          <a:lstStyle/>
          <a:p>
            <a:pPr>
              <a:lnSpc>
                <a:spcPct val="170000"/>
              </a:lnSpc>
            </a:pPr>
            <a:r>
              <a:rPr lang="zh-CN" altLang="en-US"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典例</a:t>
            </a:r>
            <a:r>
              <a:rPr lang="en-US" altLang="zh-CN"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4</a:t>
            </a:r>
            <a:r>
              <a:rPr lang="zh-CN" altLang="en-US" sz="200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mn-ea"/>
              </a:rPr>
              <a:t>某物理兴趣小组的同学在研究弹簧弹力的时候，测得弹力的大小F和弹簧长度L的关系如图甲所示。</a:t>
            </a:r>
          </a:p>
          <a:p>
            <a:pPr>
              <a:lnSpc>
                <a:spcPct val="170000"/>
              </a:lnSpc>
            </a:pPr>
            <a:r>
              <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（1）由图甲可知，弹簧的劲度系数为___________N/m。</a:t>
            </a:r>
          </a:p>
          <a:p>
            <a:pPr>
              <a:lnSpc>
                <a:spcPct val="170000"/>
              </a:lnSpc>
            </a:pPr>
            <a:endParaRPr lang="zh-CN" altLang="en-US" sz="20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9" name="圆角矩形 28">
            <a:hlinkClick r:id="" action="ppaction://noaction"/>
          </p:cNvPr>
          <p:cNvSpPr/>
          <p:nvPr>
            <p:custDataLst>
              <p:tags r:id="rId2"/>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r:id="" action="ppaction://noaction"/>
          </p:cNvPr>
          <p:cNvSpPr txBox="1">
            <a:spLocks noChangeArrowheads="1"/>
          </p:cNvSpPr>
          <p:nvPr>
            <p:custDataLst>
              <p:tags r:id="rId3"/>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典例分析</a:t>
            </a:r>
          </a:p>
        </p:txBody>
      </p:sp>
      <p:pic>
        <p:nvPicPr>
          <p:cNvPr id="100003" name="图片 100003"/>
          <p:cNvPicPr>
            <a:picLocks noChangeAspect="1"/>
          </p:cNvPicPr>
          <p:nvPr/>
        </p:nvPicPr>
        <p:blipFill>
          <a:blip r:embed="rId5"/>
          <a:stretch>
            <a:fillRect/>
          </a:stretch>
        </p:blipFill>
        <p:spPr>
          <a:xfrm>
            <a:off x="1082675" y="2644140"/>
            <a:ext cx="2007235" cy="1718945"/>
          </a:xfrm>
          <a:prstGeom prst="rect">
            <a:avLst/>
          </a:prstGeom>
        </p:spPr>
      </p:pic>
      <p:sp>
        <p:nvSpPr>
          <p:cNvPr id="2" name="文本框 1"/>
          <p:cNvSpPr txBox="1"/>
          <p:nvPr/>
        </p:nvSpPr>
        <p:spPr>
          <a:xfrm>
            <a:off x="4032885" y="3434715"/>
            <a:ext cx="260858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FF0000"/>
                </a:solidFill>
                <a:effectLst/>
                <a:uFillTx/>
                <a:latin typeface="Arial" panose="020B0604020202020204"/>
                <a:ea typeface="Arial" panose="020B0604020202020204"/>
                <a:cs typeface="Arial" panose="020B0604020202020204"/>
                <a:sym typeface="Arial" panose="020B0604020202020204"/>
              </a:rPr>
              <a:t>【正确答案】</a:t>
            </a:r>
            <a:r>
              <a:rPr lang="en-US" altLang="zh-CN" sz="2000" b="1">
                <a:ln>
                  <a:noFill/>
                </a:ln>
                <a:solidFill>
                  <a:srgbClr val="0000FF"/>
                </a:solidFill>
                <a:effectLst/>
                <a:uFillTx/>
                <a:sym typeface="Arial" panose="020B0604020202020204"/>
              </a:rPr>
              <a:t>     300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Rot="1"/>
          </p:cNvSpPr>
          <p:nvPr>
            <p:custDataLst>
              <p:tags r:id="rId1"/>
            </p:custDataLst>
          </p:nvPr>
        </p:nvSpPr>
        <p:spPr>
          <a:xfrm>
            <a:off x="249555" y="706120"/>
            <a:ext cx="8420100" cy="4328160"/>
          </a:xfrm>
          <a:prstGeom prst="rect">
            <a:avLst/>
          </a:prstGeom>
          <a:noFill/>
          <a:ln w="9525">
            <a:noFill/>
          </a:ln>
        </p:spPr>
        <p:txBody>
          <a:bodyPr/>
          <a:lstStyle/>
          <a:p>
            <a:pPr>
              <a:lnSpc>
                <a:spcPct val="17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（2）为了测定两木块A、B间的动摩擦因数μ，两同学分别设计了如图乙所示的Ⅰ、Ⅱ两种方案。</a:t>
            </a:r>
          </a:p>
          <a:p>
            <a:pPr>
              <a:lnSpc>
                <a:spcPct val="17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①为了用某一弹簧测力计的示数表示A和B之间的滑动摩擦力的大小，你认为方案___________更合理。</a:t>
            </a:r>
          </a:p>
          <a:p>
            <a:pPr>
              <a:lnSpc>
                <a:spcPct val="170000"/>
              </a:lnSpc>
            </a:pPr>
            <a:r>
              <a:rPr lang="zh-CN" altLang="en-US" sz="1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②方案Ⅰ中，若A和B受到的重力分别为10.0N和20.0N。当A被拉动时，弹簧测力计a的示数为6.0N，b的示数为11.0N，则A、B间的动摩擦因数为___________</a:t>
            </a:r>
          </a:p>
        </p:txBody>
      </p:sp>
      <p:sp>
        <p:nvSpPr>
          <p:cNvPr id="29" name="圆角矩形 28">
            <a:hlinkClick r:id="" action="ppaction://noaction"/>
          </p:cNvPr>
          <p:cNvSpPr/>
          <p:nvPr>
            <p:custDataLst>
              <p:tags r:id="rId2"/>
            </p:custDataLst>
          </p:nvPr>
        </p:nvSpPr>
        <p:spPr>
          <a:xfrm>
            <a:off x="22860" y="42545"/>
            <a:ext cx="1624330" cy="663575"/>
          </a:xfrm>
          <a:prstGeom prst="roundRect">
            <a:avLst>
              <a:gd name="adj" fmla="val 581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z="100" noProof="1"/>
          </a:p>
        </p:txBody>
      </p:sp>
      <p:cxnSp>
        <p:nvCxnSpPr>
          <p:cNvPr id="30" name="直接连接符 29"/>
          <p:cNvCxnSpPr/>
          <p:nvPr/>
        </p:nvCxnSpPr>
        <p:spPr>
          <a:xfrm>
            <a:off x="58" y="738985"/>
            <a:ext cx="4669105" cy="0"/>
          </a:xfrm>
          <a:prstGeom prst="line">
            <a:avLst/>
          </a:prstGeom>
          <a:noFill/>
          <a:ln w="28575" cap="flat">
            <a:solidFill>
              <a:srgbClr val="C00000"/>
            </a:solidFill>
            <a:prstDash val="solid"/>
            <a:miter lim="800000"/>
          </a:ln>
          <a:effectLst>
            <a:outerShdw blurRad="50800" dist="38100" dir="10800000" algn="r" rotWithShape="0">
              <a:prstClr val="black">
                <a:alpha val="40000"/>
              </a:prstClr>
            </a:outerShdw>
          </a:effectLst>
        </p:spPr>
        <p:style>
          <a:lnRef idx="0">
            <a:scrgbClr r="0" g="0" b="0"/>
          </a:lnRef>
          <a:fillRef idx="0">
            <a:scrgbClr r="0" g="0" b="0"/>
          </a:fillRef>
          <a:effectRef idx="0">
            <a:scrgbClr r="0" g="0" b="0"/>
          </a:effectRef>
          <a:fontRef idx="none"/>
        </p:style>
      </p:cxnSp>
      <p:sp>
        <p:nvSpPr>
          <p:cNvPr id="31" name="TextBox 14">
            <a:hlinkClick r:id="" action="ppaction://noaction"/>
          </p:cNvPr>
          <p:cNvSpPr txBox="1">
            <a:spLocks noChangeArrowheads="1"/>
          </p:cNvSpPr>
          <p:nvPr>
            <p:custDataLst>
              <p:tags r:id="rId3"/>
            </p:custDataLst>
          </p:nvPr>
        </p:nvSpPr>
        <p:spPr bwMode="auto">
          <a:xfrm>
            <a:off x="109220" y="137160"/>
            <a:ext cx="1537970" cy="458470"/>
          </a:xfrm>
          <a:prstGeom prst="rect">
            <a:avLst/>
          </a:prstGeom>
          <a:noFill/>
          <a:ln w="9525">
            <a:noFill/>
            <a:miter lim="800000"/>
          </a:ln>
        </p:spPr>
        <p:txBody>
          <a:bodyPr wrap="square">
            <a:spAutoFit/>
          </a:bodyPr>
          <a:lstStyle/>
          <a:p>
            <a:r>
              <a:rPr lang="zh-CN" altLang="en-US" sz="2390" b="1">
                <a:solidFill>
                  <a:schemeClr val="bg1"/>
                </a:solidFill>
                <a:latin typeface="宋体" panose="02010600030101010101" pitchFamily="2" charset="-122"/>
                <a:ea typeface="宋体" panose="02010600030101010101" pitchFamily="2" charset="-122"/>
              </a:rPr>
              <a:t>典例分析</a:t>
            </a:r>
          </a:p>
        </p:txBody>
      </p:sp>
      <p:sp>
        <p:nvSpPr>
          <p:cNvPr id="3" name="文本框 2"/>
          <p:cNvSpPr txBox="1"/>
          <p:nvPr/>
        </p:nvSpPr>
        <p:spPr>
          <a:xfrm>
            <a:off x="5277485" y="4178300"/>
            <a:ext cx="2721610" cy="3975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none" lIns="45719" tIns="45719" rIns="45719" bIns="45719" numCol="1" spcCol="38100" rtlCol="0" anchor="t" forceAA="0">
            <a:spAutoFit/>
          </a:bodyPr>
          <a:lstStyle/>
          <a:p>
            <a:pPr marL="0" marR="0" indent="0" algn="l" defTabSz="914400" rtl="0" fontAlgn="auto" latinLnBrk="1" hangingPunct="0">
              <a:lnSpc>
                <a:spcPct val="100000"/>
              </a:lnSpc>
              <a:spcBef>
                <a:spcPts val="0"/>
              </a:spcBef>
              <a:spcAft>
                <a:spcPts val="0"/>
              </a:spcAft>
              <a:buClrTx/>
              <a:buSzTx/>
              <a:buFontTx/>
              <a:buNone/>
            </a:pPr>
            <a:r>
              <a:rPr kumimoji="0" lang="zh-CN" altLang="en-US" sz="2000" b="1" i="0" u="none" strike="noStrike" cap="none" spc="0" normalizeH="0" baseline="0">
                <a:ln>
                  <a:noFill/>
                </a:ln>
                <a:solidFill>
                  <a:srgbClr val="FF0000"/>
                </a:solidFill>
                <a:effectLst/>
                <a:uFillTx/>
                <a:latin typeface="Arial" panose="020B0604020202020204"/>
                <a:ea typeface="Arial" panose="020B0604020202020204"/>
                <a:cs typeface="Arial" panose="020B0604020202020204"/>
                <a:sym typeface="Arial" panose="020B0604020202020204"/>
              </a:rPr>
              <a:t>【正确答案】</a:t>
            </a:r>
            <a:r>
              <a:rPr lang="en-US" altLang="zh-CN" sz="2000" b="1">
                <a:ln>
                  <a:noFill/>
                </a:ln>
                <a:solidFill>
                  <a:srgbClr val="0000FF"/>
                </a:solidFill>
                <a:effectLst/>
                <a:uFillTx/>
                <a:sym typeface="Arial" panose="020B0604020202020204"/>
              </a:rPr>
              <a:t>  Ⅰ     0.3</a:t>
            </a:r>
          </a:p>
        </p:txBody>
      </p:sp>
      <p:pic>
        <p:nvPicPr>
          <p:cNvPr id="100004" name="图片 100004"/>
          <p:cNvPicPr>
            <a:picLocks noChangeAspect="1"/>
          </p:cNvPicPr>
          <p:nvPr/>
        </p:nvPicPr>
        <p:blipFill>
          <a:blip r:embed="rId5"/>
          <a:stretch>
            <a:fillRect/>
          </a:stretch>
        </p:blipFill>
        <p:spPr>
          <a:xfrm>
            <a:off x="341630" y="3615055"/>
            <a:ext cx="4514850" cy="13144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0.05.14"/>
  <p:tag name="AS_TITLE" val="Aspose.Slides for .NET 4.0 Client Profile"/>
  <p:tag name="AS_VERSION" val="20.5"/>
  <p:tag name="COMMONDATA" val="eyJoZGlkIjoiNWFiNTAwMzVmMzcwNzZlYzg1ZThjMDg1MDBiNTAzNzAifQ=="/>
  <p:tag name="KSO_WPP_MARK_KEY" val="f93aa54d-3c33-4b50-9553-f7082120a8ee"/>
</p:tagLst>
</file>

<file path=ppt/tags/tag2.xml><?xml version="1.0" encoding="utf-8"?>
<p:tagLst xmlns:a="http://schemas.openxmlformats.org/drawingml/2006/main" xmlns:r="http://schemas.openxmlformats.org/officeDocument/2006/relationships" xmlns:p="http://schemas.openxmlformats.org/presentationml/2006/main">
  <p:tag name="AS_UNIQUEID" val="912"/>
</p:tagLst>
</file>

<file path=ppt/tags/tag3.xml><?xml version="1.0" encoding="utf-8"?>
<p:tagLst xmlns:a="http://schemas.openxmlformats.org/drawingml/2006/main" xmlns:r="http://schemas.openxmlformats.org/officeDocument/2006/relationships" xmlns:p="http://schemas.openxmlformats.org/presentationml/2006/main">
  <p:tag name="AS_UNIQUEID" val="913"/>
</p:tagLst>
</file>

<file path=ppt/tags/tag4.xml><?xml version="1.0" encoding="utf-8"?>
<p:tagLst xmlns:a="http://schemas.openxmlformats.org/drawingml/2006/main" xmlns:r="http://schemas.openxmlformats.org/officeDocument/2006/relationships" xmlns:p="http://schemas.openxmlformats.org/presentationml/2006/main">
  <p:tag name="AS_UNIQUEID" val="914"/>
</p:tagLst>
</file>

<file path=ppt/tags/tag5.xml><?xml version="1.0" encoding="utf-8"?>
<p:tagLst xmlns:a="http://schemas.openxmlformats.org/drawingml/2006/main" xmlns:r="http://schemas.openxmlformats.org/officeDocument/2006/relationships" xmlns:p="http://schemas.openxmlformats.org/presentationml/2006/main">
  <p:tag name="AS_UNIQUEID" val="915"/>
</p:tagLst>
</file>

<file path=ppt/tags/tag6.xml><?xml version="1.0" encoding="utf-8"?>
<p:tagLst xmlns:a="http://schemas.openxmlformats.org/drawingml/2006/main" xmlns:r="http://schemas.openxmlformats.org/officeDocument/2006/relationships" xmlns:p="http://schemas.openxmlformats.org/presentationml/2006/main">
  <p:tag name="AS_UNIQUEID" val="916"/>
</p:tagLst>
</file>

<file path=ppt/tags/tag7.xml><?xml version="1.0" encoding="utf-8"?>
<p:tagLst xmlns:a="http://schemas.openxmlformats.org/drawingml/2006/main" xmlns:r="http://schemas.openxmlformats.org/officeDocument/2006/relationships" xmlns:p="http://schemas.openxmlformats.org/presentationml/2006/main">
  <p:tag name="AS_UNIQUEID" val="928"/>
</p:tagLst>
</file>

<file path=ppt/tags/tag8.xml><?xml version="1.0" encoding="utf-8"?>
<p:tagLst xmlns:a="http://schemas.openxmlformats.org/drawingml/2006/main" xmlns:r="http://schemas.openxmlformats.org/officeDocument/2006/relationships" xmlns:p="http://schemas.openxmlformats.org/presentationml/2006/main">
  <p:tag name="AS_UNIQUEID" val="929"/>
</p:tagLst>
</file>

<file path=ppt/tags/tag9.xml><?xml version="1.0" encoding="utf-8"?>
<p:tagLst xmlns:a="http://schemas.openxmlformats.org/drawingml/2006/main" xmlns:r="http://schemas.openxmlformats.org/officeDocument/2006/relationships" xmlns:p="http://schemas.openxmlformats.org/presentationml/2006/main">
  <p:tag name="AS_UNIQUEID" val="930"/>
</p:tagLst>
</file>

<file path=ppt/tags/tag10.xml><?xml version="1.0" encoding="utf-8"?>
<p:tagLst xmlns:a="http://schemas.openxmlformats.org/drawingml/2006/main" xmlns:r="http://schemas.openxmlformats.org/officeDocument/2006/relationships" xmlns:p="http://schemas.openxmlformats.org/presentationml/2006/main">
  <p:tag name="AS_UNIQUEID" val="931"/>
</p:tagLst>
</file>

<file path=ppt/tags/tag11.xml><?xml version="1.0" encoding="utf-8"?>
<p:tagLst xmlns:a="http://schemas.openxmlformats.org/drawingml/2006/main" xmlns:r="http://schemas.openxmlformats.org/officeDocument/2006/relationships" xmlns:p="http://schemas.openxmlformats.org/presentationml/2006/main">
  <p:tag name="AS_UNIQUEID" val="933"/>
</p:tagLst>
</file>

<file path=ppt/tags/tag12.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ORDER" val="4"/>
  <p:tag name="MH_TYPE" val="Other"/>
</p:tagLst>
</file>

<file path=ppt/tags/tag13.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ORDER" val="4"/>
  <p:tag name="MH_TYPE" val="Other"/>
</p:tagLst>
</file>

<file path=ppt/tags/tag14.xml><?xml version="1.0" encoding="utf-8"?>
<p:tagLst xmlns:a="http://schemas.openxmlformats.org/drawingml/2006/main" xmlns:r="http://schemas.openxmlformats.org/officeDocument/2006/relationships" xmlns:p="http://schemas.openxmlformats.org/presentationml/2006/main">
  <p:tag name="MH" val="20160202082519"/>
  <p:tag name="MH_LIBRARY" val="GRAPHIC"/>
  <p:tag name="MH_ORDER" val="4"/>
  <p:tag name="MH_TYPE" val="Other"/>
</p:tagLst>
</file>

<file path=ppt/tags/tag15.xml><?xml version="1.0" encoding="utf-8"?>
<p:tagLst xmlns:a="http://schemas.openxmlformats.org/drawingml/2006/main" xmlns:r="http://schemas.openxmlformats.org/officeDocument/2006/relationships" xmlns:p="http://schemas.openxmlformats.org/presentationml/2006/main">
  <p:tag name="AS_UNIQUEID" val="1222"/>
</p:tagLst>
</file>

<file path=ppt/tags/tag16.xml><?xml version="1.0" encoding="utf-8"?>
<p:tagLst xmlns:a="http://schemas.openxmlformats.org/drawingml/2006/main" xmlns:r="http://schemas.openxmlformats.org/officeDocument/2006/relationships" xmlns:p="http://schemas.openxmlformats.org/presentationml/2006/main">
  <p:tag name="AS_UNIQUEID" val="1223"/>
</p:tagLst>
</file>

<file path=ppt/tags/tag17.xml><?xml version="1.0" encoding="utf-8"?>
<p:tagLst xmlns:a="http://schemas.openxmlformats.org/drawingml/2006/main" xmlns:r="http://schemas.openxmlformats.org/officeDocument/2006/relationships" xmlns:p="http://schemas.openxmlformats.org/presentationml/2006/main">
  <p:tag name="AS_UNIQUEID" val="1224"/>
</p:tagLst>
</file>

<file path=ppt/tags/tag18.xml><?xml version="1.0" encoding="utf-8"?>
<p:tagLst xmlns:a="http://schemas.openxmlformats.org/drawingml/2006/main" xmlns:r="http://schemas.openxmlformats.org/officeDocument/2006/relationships" xmlns:p="http://schemas.openxmlformats.org/presentationml/2006/main">
  <p:tag name="AS_UNIQUEID" val="231"/>
</p:tagLst>
</file>

<file path=ppt/tags/tag19.xml><?xml version="1.0" encoding="utf-8"?>
<p:tagLst xmlns:a="http://schemas.openxmlformats.org/drawingml/2006/main" xmlns:r="http://schemas.openxmlformats.org/officeDocument/2006/relationships" xmlns:p="http://schemas.openxmlformats.org/presentationml/2006/main">
  <p:tag name="AS_UNIQUEID" val="232"/>
</p:tagLst>
</file>

<file path=ppt/tags/tag20.xml><?xml version="1.0" encoding="utf-8"?>
<p:tagLst xmlns:a="http://schemas.openxmlformats.org/drawingml/2006/main" xmlns:r="http://schemas.openxmlformats.org/officeDocument/2006/relationships" xmlns:p="http://schemas.openxmlformats.org/presentationml/2006/main">
  <p:tag name="AS_UNIQUEID" val="233"/>
</p:tagLst>
</file>

<file path=ppt/tags/tag21.xml><?xml version="1.0" encoding="utf-8"?>
<p:tagLst xmlns:a="http://schemas.openxmlformats.org/drawingml/2006/main" xmlns:r="http://schemas.openxmlformats.org/officeDocument/2006/relationships" xmlns:p="http://schemas.openxmlformats.org/presentationml/2006/main">
  <p:tag name="AS_UNIQUEID" val="234"/>
</p:tagLst>
</file>

<file path=ppt/tags/tag22.xml><?xml version="1.0" encoding="utf-8"?>
<p:tagLst xmlns:a="http://schemas.openxmlformats.org/drawingml/2006/main" xmlns:r="http://schemas.openxmlformats.org/officeDocument/2006/relationships" xmlns:p="http://schemas.openxmlformats.org/presentationml/2006/main">
  <p:tag name="AS_UNIQUEID" val="235"/>
</p:tagLst>
</file>

<file path=ppt/tags/tag23.xml><?xml version="1.0" encoding="utf-8"?>
<p:tagLst xmlns:a="http://schemas.openxmlformats.org/drawingml/2006/main" xmlns:r="http://schemas.openxmlformats.org/officeDocument/2006/relationships" xmlns:p="http://schemas.openxmlformats.org/presentationml/2006/main">
  <p:tag name="AS_UNIQUEID" val="236"/>
</p:tagLst>
</file>

<file path=ppt/tags/tag24.xml><?xml version="1.0" encoding="utf-8"?>
<p:tagLst xmlns:a="http://schemas.openxmlformats.org/drawingml/2006/main" xmlns:r="http://schemas.openxmlformats.org/officeDocument/2006/relationships" xmlns:p="http://schemas.openxmlformats.org/presentationml/2006/main">
  <p:tag name="AS_UNIQUEID" val="237"/>
</p:tagLst>
</file>

<file path=ppt/tags/tag25.xml><?xml version="1.0" encoding="utf-8"?>
<p:tagLst xmlns:a="http://schemas.openxmlformats.org/drawingml/2006/main" xmlns:r="http://schemas.openxmlformats.org/officeDocument/2006/relationships" xmlns:p="http://schemas.openxmlformats.org/presentationml/2006/main">
  <p:tag name="AS_UNIQUEID" val="255"/>
</p:tagLst>
</file>

<file path=ppt/tags/tag26.xml><?xml version="1.0" encoding="utf-8"?>
<p:tagLst xmlns:a="http://schemas.openxmlformats.org/drawingml/2006/main" xmlns:r="http://schemas.openxmlformats.org/officeDocument/2006/relationships" xmlns:p="http://schemas.openxmlformats.org/presentationml/2006/main">
  <p:tag name="AS_UNIQUEID" val="256"/>
</p:tagLst>
</file>

<file path=ppt/tags/tag27.xml><?xml version="1.0" encoding="utf-8"?>
<p:tagLst xmlns:a="http://schemas.openxmlformats.org/drawingml/2006/main" xmlns:r="http://schemas.openxmlformats.org/officeDocument/2006/relationships" xmlns:p="http://schemas.openxmlformats.org/presentationml/2006/main">
  <p:tag name="AS_UNIQUEID" val="257"/>
</p:tagLst>
</file>

<file path=ppt/tags/tag28.xml><?xml version="1.0" encoding="utf-8"?>
<p:tagLst xmlns:a="http://schemas.openxmlformats.org/drawingml/2006/main" xmlns:r="http://schemas.openxmlformats.org/officeDocument/2006/relationships" xmlns:p="http://schemas.openxmlformats.org/presentationml/2006/main">
  <p:tag name="AS_UNIQUEID" val="258"/>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2*i*4"/>
  <p:tag name="KSO_WM_UNIT_LAYERLEVEL" val="1"/>
  <p:tag name="KSO_WM_TAG_VERSION" val="1.0"/>
  <p:tag name="KSO_WM_BEAUTIFY_FLAG" val="#wm#"/>
  <p:tag name="KSO_WM_SLIDE_BACKGROUND_TYPE" val="general"/>
  <p:tag name="KSO_WM_SLIDE_BK_DARK_LIGHT" val="2"/>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 name="KSO_WM_SLIDE_BK_DARK_LIGHT" val="2"/>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2*i*6"/>
  <p:tag name="KSO_WM_UNIT_LAYERLEVEL" val="1"/>
  <p:tag name="KSO_WM_TAG_VERSION" val="1.0"/>
  <p:tag name="KSO_WM_BEAUTIFY_FLAG" val="#wm#"/>
  <p:tag name="KSO_WM_SLIDE_BACKGROUND_TYPE" val="general"/>
  <p:tag name="KSO_WM_SLIDE_BK_DARK_LIGHT" val="2"/>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2*i*5"/>
  <p:tag name="KSO_WM_UNIT_LAYERLEVEL" val="1"/>
  <p:tag name="KSO_WM_TAG_VERSION" val="1.0"/>
  <p:tag name="KSO_WM_BEAUTIFY_FLAG" val="#wm#"/>
  <p:tag name="KSO_WM_SLIDE_BACKGROUND_TYPE" val="general"/>
  <p:tag name="KSO_WM_SLIDE_BK_DARK_LIGHT" val="2"/>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
  <p:tag name="KSO_WM_UNIT_LAYERLEVEL" val="1"/>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BK_DARK_LIGHT" val="2"/>
  <p:tag name="KSO_WM_UNIT_COMPATIBLE" val="0"/>
  <p:tag name="KSO_WM_UNIT_DIAGRAM_IS_NEED_ADD_PATH_ANIM" val="0"/>
  <p:tag name="KSO_WM_UNIT_DIAGRAM_ISNUMVISUAL" val="0"/>
  <p:tag name="KSO_WM_UNIT_DIAGRAM_ISREFERUNIT" val="0"/>
  <p:tag name="KSO_WM_UNIT_HIGHLIGHT" val="0"/>
  <p:tag name="KSO_WM_UNIT_ID" val="_13*i*1"/>
  <p:tag name="KSO_WM_UNIT_INDEX" val="1"/>
  <p:tag name="KSO_WM_UNIT_LAYERLEVEL" val="1"/>
  <p:tag name="KSO_WM_UNIT_SUBTYPE" val="h"/>
  <p:tag name="KSO_WM_UNIT_TYPE" val="i"/>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1"/>
  <p:tag name="KSO_WM_UNIT_INDEX" val="1"/>
  <p:tag name="KSO_WM_UNIT_LAYERLEVEL" val="1"/>
  <p:tag name="KSO_WM_UNIT_TYPE" val="i"/>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2"/>
  <p:tag name="KSO_WM_UNIT_INDEX" val="2"/>
  <p:tag name="KSO_WM_UNIT_LAYERLEVEL" val="1"/>
  <p:tag name="KSO_WM_UNIT_TYPE" val="i"/>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3"/>
  <p:tag name="KSO_WM_UNIT_INDEX" val="3"/>
  <p:tag name="KSO_WM_UNIT_LAYERLEVEL" val="1"/>
  <p:tag name="KSO_WM_UNIT_TYPE" val="i"/>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wm#"/>
  <p:tag name="KSO_WM_SLIDE_BACKGROUND_TYPE" val="frame"/>
  <p:tag name="KSO_WM_SLIDE_BK_DARK_LIGHT" val="2"/>
  <p:tag name="KSO_WM_TAG_VERSION" val="1.0"/>
  <p:tag name="KSO_WM_UNIT_COMPATIBLE" val="0"/>
  <p:tag name="KSO_WM_UNIT_DIAGRAM_IS_NEED_ADD_PATH_ANIM" val="0"/>
  <p:tag name="KSO_WM_UNIT_DIAGRAM_ISNUMVISUAL" val="0"/>
  <p:tag name="KSO_WM_UNIT_DIAGRAM_ISREFERUNIT" val="0"/>
  <p:tag name="KSO_WM_UNIT_HIGHLIGHT" val="0"/>
  <p:tag name="KSO_WM_UNIT_ID" val="_13*i*4"/>
  <p:tag name="KSO_WM_UNIT_INDEX" val="4"/>
  <p:tag name="KSO_WM_UNIT_LAYERLEVEL" val="1"/>
  <p:tag name="KSO_WM_UNIT_TYPE" val="i"/>
</p:tagLst>
</file>

<file path=ppt/tags/tag4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48.9259842519687,&quot;width&quot;:2948.9259842519687}"/>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206"/>
  <p:tag name="KSO_WM_SLIDE_BACKGROUND_TYPE" val="general"/>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11267"/>
  <p:tag name="KSO_WM_UNIT_TEXT_FILL_FORE_SCHEMECOLOR_INDEX_BRIGHTNESS" val="0.15"/>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11268"/>
  <p:tag name="KSO_WM_UNIT_FILL_FORE_SCHEMECOLOR_INDEX_BRIGHTNESS" val="0"/>
  <p:tag name="KSO_WM_UNIT_FILL_FORE_SCHEMECOLOR_INDEX" val="5"/>
  <p:tag name="KSO_WM_UNIT_FILL_BACK_SCHEMECOLOR_INDEX_BRIGHTNESS" val="0"/>
  <p:tag name="KSO_WM_UNIT_FILL_BACK_SCHEMECOLOR_INDEX" val="14"/>
  <p:tag name="KSO_WM_UNIT_FILL_TYPE" val="2"/>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11267"/>
  <p:tag name="KSO_WM_UNIT_TEXT_FILL_FORE_SCHEMECOLOR_INDEX_BRIGHTNESS" val="0.15"/>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11267"/>
  <p:tag name="KSO_WM_UNIT_TEXT_FILL_FORE_SCHEMECOLOR_INDEX_BRIGHTNESS" val="0.15"/>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037,&quot;width&quot;:4896}"/>
</p:tagLst>
</file>

<file path=ppt/tags/tag56.xml><?xml version="1.0" encoding="utf-8"?>
<p:tagLst xmlns:a="http://schemas.openxmlformats.org/drawingml/2006/main" xmlns:r="http://schemas.openxmlformats.org/officeDocument/2006/relationships" xmlns:p="http://schemas.openxmlformats.org/presentationml/2006/main">
  <p:tag name="AS_UNIQUEID" val="1156"/>
</p:tagLst>
</file>

<file path=ppt/tags/tag57.xml><?xml version="1.0" encoding="utf-8"?>
<p:tagLst xmlns:a="http://schemas.openxmlformats.org/drawingml/2006/main" xmlns:r="http://schemas.openxmlformats.org/officeDocument/2006/relationships" xmlns:p="http://schemas.openxmlformats.org/presentationml/2006/main">
  <p:tag name="AS_UNIQUEID" val="1157"/>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22530"/>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516"/>
  <p:tag name="KSO_WM_SLIDE_BACKGROUND_TYPE" val="general"/>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24605"/>
  <p:tag name="KSO_WM_UNIT_LINE_FORE_SCHEMECOLOR_INDEX_BRIGHTNESS" val="0"/>
  <p:tag name="KSO_WM_UNIT_LINE_FORE_SCHEMECOLOR_INDEX" val="13"/>
  <p:tag name="KSO_WM_UNIT_LINE_FILL_TYPE" val="2"/>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24612"/>
</p:tagLst>
</file>

<file path=ppt/tags/tag62.xml><?xml version="1.0" encoding="utf-8"?>
<p:tagLst xmlns:a="http://schemas.openxmlformats.org/drawingml/2006/main" xmlns:r="http://schemas.openxmlformats.org/officeDocument/2006/relationships" xmlns:p="http://schemas.openxmlformats.org/presentationml/2006/main">
  <p:tag name="AS_UNIQUEID" val="1156"/>
</p:tagLst>
</file>

<file path=ppt/tags/tag63.xml><?xml version="1.0" encoding="utf-8"?>
<p:tagLst xmlns:a="http://schemas.openxmlformats.org/drawingml/2006/main" xmlns:r="http://schemas.openxmlformats.org/officeDocument/2006/relationships" xmlns:p="http://schemas.openxmlformats.org/presentationml/2006/main">
  <p:tag name="AS_UNIQUEID" val="1157"/>
</p:tagLst>
</file>

<file path=ppt/tags/tag64.xml><?xml version="1.0" encoding="utf-8"?>
<p:tagLst xmlns:a="http://schemas.openxmlformats.org/drawingml/2006/main" xmlns:r="http://schemas.openxmlformats.org/officeDocument/2006/relationships" xmlns:p="http://schemas.openxmlformats.org/presentationml/2006/main">
  <p:tag name="AS_UNIQUEID" val="50"/>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25642"/>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24610"/>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24611"/>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24607"/>
  <p:tag name="KSO_WM_UNIT_LINE_FORE_SCHEMECOLOR_INDEX_BRIGHTNESS" val="0"/>
  <p:tag name="KSO_WM_UNIT_LINE_FORE_SCHEMECOLOR_INDEX" val="13"/>
  <p:tag name="KSO_WM_UNIT_LINE_FILL_TYPE" val="2"/>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24608"/>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24604"/>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5"/>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24594"/>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24595"/>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24596"/>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24597"/>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FULL_TEXT_BEAUTIFY_COPY_ID" val="24598"/>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6.xml><?xml version="1.0" encoding="utf-8"?>
<p:tagLst xmlns:a="http://schemas.openxmlformats.org/drawingml/2006/main" xmlns:r="http://schemas.openxmlformats.org/officeDocument/2006/relationships" xmlns:p="http://schemas.openxmlformats.org/presentationml/2006/main">
  <p:tag name="KSO_WM_FULL_TEXT_BEAUTIFY_COPY_ID" val="24599"/>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24600"/>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FULL_TEXT_BEAUTIFY_COPY_ID" val="2460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FULL_TEXT_BEAUTIFY_COPY_ID" val="24602"/>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24603"/>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FULL_TEXT_BEAUTIFY_COPY_ID" val="24591"/>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5"/>
  <p:tag name="KSO_WM_UNIT_TEXT_FILL_TYPE" val="1"/>
</p:tagLst>
</file>

<file path=ppt/tags/tag82.xml><?xml version="1.0" encoding="utf-8"?>
<p:tagLst xmlns:a="http://schemas.openxmlformats.org/drawingml/2006/main" xmlns:r="http://schemas.openxmlformats.org/officeDocument/2006/relationships" xmlns:p="http://schemas.openxmlformats.org/presentationml/2006/main">
  <p:tag name="KSO_WM_FULL_TEXT_BEAUTIFY_COPY_ID" val="24581"/>
  <p:tag name="KSO_WM_UNIT_LINE_FORE_SCHEMECOLOR_INDEX_BRIGHTNESS" val="0"/>
  <p:tag name="KSO_WM_UNIT_LINE_FORE_SCHEMECOLOR_INDEX" val="13"/>
  <p:tag name="KSO_WM_UNIT_LINE_FILL_TYPE" val="2"/>
</p:tagLst>
</file>

<file path=ppt/tags/tag83.xml><?xml version="1.0" encoding="utf-8"?>
<p:tagLst xmlns:a="http://schemas.openxmlformats.org/drawingml/2006/main" xmlns:r="http://schemas.openxmlformats.org/officeDocument/2006/relationships" xmlns:p="http://schemas.openxmlformats.org/presentationml/2006/main">
  <p:tag name="KSO_WM_FULL_TEXT_BEAUTIFY_COPY_ID" val="24582"/>
  <p:tag name="KSO_WM_UNIT_LINE_FORE_SCHEMECOLOR_INDEX_BRIGHTNESS" val="0"/>
  <p:tag name="KSO_WM_UNIT_LINE_FORE_SCHEMECOLOR_INDEX" val="13"/>
  <p:tag name="KSO_WM_UNIT_LINE_FILL_TYPE" val="2"/>
</p:tagLst>
</file>

<file path=ppt/tags/tag84.xml><?xml version="1.0" encoding="utf-8"?>
<p:tagLst xmlns:a="http://schemas.openxmlformats.org/drawingml/2006/main" xmlns:r="http://schemas.openxmlformats.org/officeDocument/2006/relationships" xmlns:p="http://schemas.openxmlformats.org/presentationml/2006/main">
  <p:tag name="KSO_WM_FULL_TEXT_BEAUTIFY_COPY_ID" val="24583"/>
  <p:tag name="KSO_WM_UNIT_LINE_FORE_SCHEMECOLOR_INDEX_BRIGHTNESS" val="0"/>
  <p:tag name="KSO_WM_UNIT_LINE_FORE_SCHEMECOLOR_INDEX" val="13"/>
  <p:tag name="KSO_WM_UNIT_LINE_FILL_TYPE" val="2"/>
</p:tagLst>
</file>

<file path=ppt/tags/tag85.xml><?xml version="1.0" encoding="utf-8"?>
<p:tagLst xmlns:a="http://schemas.openxmlformats.org/drawingml/2006/main" xmlns:r="http://schemas.openxmlformats.org/officeDocument/2006/relationships" xmlns:p="http://schemas.openxmlformats.org/presentationml/2006/main">
  <p:tag name="KSO_WM_FULL_TEXT_BEAUTIFY_COPY_ID" val="24584"/>
  <p:tag name="KSO_WM_UNIT_LINE_FORE_SCHEMECOLOR_INDEX_BRIGHTNESS" val="0"/>
  <p:tag name="KSO_WM_UNIT_LINE_FORE_SCHEMECOLOR_INDEX" val="13"/>
  <p:tag name="KSO_WM_UNIT_LINE_FILL_TYPE" val="2"/>
</p:tagLst>
</file>

<file path=ppt/tags/tag86.xml><?xml version="1.0" encoding="utf-8"?>
<p:tagLst xmlns:a="http://schemas.openxmlformats.org/drawingml/2006/main" xmlns:r="http://schemas.openxmlformats.org/officeDocument/2006/relationships" xmlns:p="http://schemas.openxmlformats.org/presentationml/2006/main">
  <p:tag name="KSO_WM_FULL_TEXT_BEAUTIFY_COPY_ID" val="24585"/>
  <p:tag name="KSO_WM_UNIT_LINE_FORE_SCHEMECOLOR_INDEX_BRIGHTNESS" val="0"/>
  <p:tag name="KSO_WM_UNIT_LINE_FORE_SCHEMECOLOR_INDEX" val="13"/>
  <p:tag name="KSO_WM_UNIT_LINE_FILL_TYPE" val="2"/>
</p:tagLst>
</file>

<file path=ppt/tags/tag87.xml><?xml version="1.0" encoding="utf-8"?>
<p:tagLst xmlns:a="http://schemas.openxmlformats.org/drawingml/2006/main" xmlns:r="http://schemas.openxmlformats.org/officeDocument/2006/relationships" xmlns:p="http://schemas.openxmlformats.org/presentationml/2006/main">
  <p:tag name="KSO_WM_FULL_TEXT_BEAUTIFY_COPY_ID" val="24586"/>
  <p:tag name="KSO_WM_UNIT_LINE_FORE_SCHEMECOLOR_INDEX_BRIGHTNESS" val="0"/>
  <p:tag name="KSO_WM_UNIT_LINE_FORE_SCHEMECOLOR_INDEX" val="13"/>
  <p:tag name="KSO_WM_UNIT_LINE_FILL_TYPE" val="2"/>
</p:tagLst>
</file>

<file path=ppt/tags/tag88.xml><?xml version="1.0" encoding="utf-8"?>
<p:tagLst xmlns:a="http://schemas.openxmlformats.org/drawingml/2006/main" xmlns:r="http://schemas.openxmlformats.org/officeDocument/2006/relationships" xmlns:p="http://schemas.openxmlformats.org/presentationml/2006/main">
  <p:tag name="KSO_WM_FULL_TEXT_BEAUTIFY_COPY_ID" val="24587"/>
  <p:tag name="KSO_WM_UNIT_LINE_FORE_SCHEMECOLOR_INDEX_BRIGHTNESS" val="0"/>
  <p:tag name="KSO_WM_UNIT_LINE_FORE_SCHEMECOLOR_INDEX" val="13"/>
  <p:tag name="KSO_WM_UNIT_LINE_FILL_TYPE" val="2"/>
</p:tagLst>
</file>

<file path=ppt/tags/tag89.xml><?xml version="1.0" encoding="utf-8"?>
<p:tagLst xmlns:a="http://schemas.openxmlformats.org/drawingml/2006/main" xmlns:r="http://schemas.openxmlformats.org/officeDocument/2006/relationships" xmlns:p="http://schemas.openxmlformats.org/presentationml/2006/main">
  <p:tag name="KSO_WM_FULL_TEXT_BEAUTIFY_COPY_ID" val="24588"/>
  <p:tag name="KSO_WM_UNIT_LINE_FORE_SCHEMECOLOR_INDEX_BRIGHTNESS" val="0"/>
  <p:tag name="KSO_WM_UNIT_LINE_FORE_SCHEMECOLOR_INDEX" val="13"/>
  <p:tag name="KSO_WM_UNIT_LINE_FILL_TYPE" val="2"/>
</p:tagLst>
</file>

<file path=ppt/tags/tag90.xml><?xml version="1.0" encoding="utf-8"?>
<p:tagLst xmlns:a="http://schemas.openxmlformats.org/drawingml/2006/main" xmlns:r="http://schemas.openxmlformats.org/officeDocument/2006/relationships" xmlns:p="http://schemas.openxmlformats.org/presentationml/2006/main">
  <p:tag name="KSO_WM_FULL_TEXT_BEAUTIFY_COPY_ID" val="24589"/>
  <p:tag name="KSO_WM_UNIT_LINE_FORE_SCHEMECOLOR_INDEX_BRIGHTNESS" val="0"/>
  <p:tag name="KSO_WM_UNIT_LINE_FORE_SCHEMECOLOR_INDEX" val="13"/>
  <p:tag name="KSO_WM_UNIT_LINE_FILL_TYPE" val="2"/>
</p:tagLst>
</file>

<file path=ppt/tags/tag91.xml><?xml version="1.0" encoding="utf-8"?>
<p:tagLst xmlns:a="http://schemas.openxmlformats.org/drawingml/2006/main" xmlns:r="http://schemas.openxmlformats.org/officeDocument/2006/relationships" xmlns:p="http://schemas.openxmlformats.org/presentationml/2006/main">
  <p:tag name="KSO_WM_FULL_TEXT_BEAUTIFY_COPY_ID" val="24590"/>
  <p:tag name="KSO_WM_UNIT_LINE_FORE_SCHEMECOLOR_INDEX_BRIGHTNESS" val="0"/>
  <p:tag name="KSO_WM_UNIT_LINE_FORE_SCHEMECOLOR_INDEX" val="13"/>
  <p:tag name="KSO_WM_UNIT_LINE_FILL_TYPE" val="2"/>
</p:tagLst>
</file>

<file path=ppt/tags/tag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522"/>
  <p:tag name="KSO_WM_SLIDE_BACKGROUND_TYPE" val="general"/>
</p:tagLst>
</file>

<file path=ppt/tags/tag93.xml><?xml version="1.0" encoding="utf-8"?>
<p:tagLst xmlns:a="http://schemas.openxmlformats.org/drawingml/2006/main" xmlns:r="http://schemas.openxmlformats.org/officeDocument/2006/relationships" xmlns:p="http://schemas.openxmlformats.org/presentationml/2006/main">
  <p:tag name="KSO_WM_FULL_TEXT_BEAUTIFY_COPY_ID" val="27650"/>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FULL_TEXT_BEAUTIFY_COPY_ID" val="28674"/>
  <p:tag name="KSO_WM_UNIT_TEXT_FILL_FORE_SCHEMECOLOR_INDEX_BRIGHTNESS" val="0.15"/>
  <p:tag name="KSO_WM_UNIT_TEXT_FILL_FORE_SCHEMECOLOR_INDEX" val="13"/>
  <p:tag name="KSO_WM_UNIT_TEXT_FILL_TYPE" val="1"/>
</p:tagLst>
</file>

<file path=ppt/tags/tag95.xml><?xml version="1.0" encoding="utf-8"?>
<p:tagLst xmlns:a="http://schemas.openxmlformats.org/drawingml/2006/main" xmlns:r="http://schemas.openxmlformats.org/officeDocument/2006/relationships" xmlns:p="http://schemas.openxmlformats.org/presentationml/2006/main">
  <p:tag name="KSO_WM_FULL_TEXT_BEAUTIFY_COPY_ID" val="19459"/>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6.xml><?xml version="1.0" encoding="utf-8"?>
<p:tagLst xmlns:a="http://schemas.openxmlformats.org/drawingml/2006/main" xmlns:r="http://schemas.openxmlformats.org/officeDocument/2006/relationships" xmlns:p="http://schemas.openxmlformats.org/presentationml/2006/main">
  <p:tag name="KSO_WM_FULL_TEXT_BEAUTIFY_COPY_ID" val="19460"/>
  <p:tag name="KSO_WM_UNIT_TEXT_FILL_FORE_SCHEMECOLOR_INDEX_BRIGHTNESS" val="0"/>
  <p:tag name="KSO_WM_UNIT_TEXT_FILL_FORE_SCHEMECOLOR_INDEX" val="13"/>
  <p:tag name="KSO_WM_UNIT_TEXT_FILL_TYPE" val="1"/>
</p:tagLst>
</file>

<file path=ppt/tags/tag97.xml><?xml version="1.0" encoding="utf-8"?>
<p:tagLst xmlns:a="http://schemas.openxmlformats.org/drawingml/2006/main" xmlns:r="http://schemas.openxmlformats.org/officeDocument/2006/relationships" xmlns:p="http://schemas.openxmlformats.org/presentationml/2006/main">
  <p:tag name="KSO_WM_FULL_TEXT_BEAUTIFY_COPY_ID" val="27730"/>
</p:tagLst>
</file>

<file path=ppt/tags/tag98.xml><?xml version="1.0" encoding="utf-8"?>
<p:tagLst xmlns:a="http://schemas.openxmlformats.org/drawingml/2006/main" xmlns:r="http://schemas.openxmlformats.org/officeDocument/2006/relationships" xmlns:p="http://schemas.openxmlformats.org/presentationml/2006/main">
  <p:tag name="KSO_WM_FULL_TEXT_BEAUTIFY_COPY_ID" val="27731"/>
</p:tagLst>
</file>

<file path=ppt/tags/tag99.xml><?xml version="1.0" encoding="utf-8"?>
<p:tagLst xmlns:a="http://schemas.openxmlformats.org/drawingml/2006/main" xmlns:r="http://schemas.openxmlformats.org/officeDocument/2006/relationships" xmlns:p="http://schemas.openxmlformats.org/presentationml/2006/main">
  <p:tag name="KSO_WM_FULL_TEXT_BEAUTIFY_COPY_ID" val="27727"/>
  <p:tag name="KSO_WM_UNIT_LINE_FORE_SCHEMECOLOR_INDEX_BRIGHTNESS" val="0"/>
  <p:tag name="KSO_WM_UNIT_LINE_FORE_SCHEMECOLOR_INDEX" val="13"/>
  <p:tag name="KSO_WM_UNIT_LINE_FILL_TYPE" val="2"/>
</p:tagLst>
</file>

<file path=ppt/tags/tag100.xml><?xml version="1.0" encoding="utf-8"?>
<p:tagLst xmlns:a="http://schemas.openxmlformats.org/drawingml/2006/main" xmlns:r="http://schemas.openxmlformats.org/officeDocument/2006/relationships" xmlns:p="http://schemas.openxmlformats.org/presentationml/2006/main">
  <p:tag name="KSO_WM_FULL_TEXT_BEAUTIFY_COPY_ID" val="27728"/>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FULL_TEXT_BEAUTIFY_COPY_ID" val="27714"/>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FULL_TEXT_BEAUTIFY_COPY_ID" val="27716"/>
  <p:tag name="KSO_WM_UNIT_LINE_FORE_SCHEMECOLOR_INDEX_BRIGHTNESS" val="0"/>
  <p:tag name="KSO_WM_UNIT_LINE_FORE_SCHEMECOLOR_INDEX" val="13"/>
  <p:tag name="KSO_WM_UNIT_LINE_FILL_TYPE" val="2"/>
</p:tagLst>
</file>

<file path=ppt/tags/tag103.xml><?xml version="1.0" encoding="utf-8"?>
<p:tagLst xmlns:a="http://schemas.openxmlformats.org/drawingml/2006/main" xmlns:r="http://schemas.openxmlformats.org/officeDocument/2006/relationships" xmlns:p="http://schemas.openxmlformats.org/presentationml/2006/main">
  <p:tag name="KSO_WM_FULL_TEXT_BEAUTIFY_COPY_ID" val="27717"/>
  <p:tag name="KSO_WM_UNIT_LINE_FORE_SCHEMECOLOR_INDEX_BRIGHTNESS" val="0"/>
  <p:tag name="KSO_WM_UNIT_LINE_FORE_SCHEMECOLOR_INDEX" val="13"/>
  <p:tag name="KSO_WM_UNIT_LINE_FILL_TYPE" val="2"/>
</p:tagLst>
</file>

<file path=ppt/tags/tag104.xml><?xml version="1.0" encoding="utf-8"?>
<p:tagLst xmlns:a="http://schemas.openxmlformats.org/drawingml/2006/main" xmlns:r="http://schemas.openxmlformats.org/officeDocument/2006/relationships" xmlns:p="http://schemas.openxmlformats.org/presentationml/2006/main">
  <p:tag name="KSO_WM_FULL_TEXT_BEAUTIFY_COPY_ID" val="27718"/>
  <p:tag name="KSO_WM_UNIT_LINE_FORE_SCHEMECOLOR_INDEX_BRIGHTNESS" val="0"/>
  <p:tag name="KSO_WM_UNIT_LINE_FORE_SCHEMECOLOR_INDEX" val="13"/>
  <p:tag name="KSO_WM_UNIT_LINE_FILL_TYPE" val="2"/>
</p:tagLst>
</file>

<file path=ppt/tags/tag105.xml><?xml version="1.0" encoding="utf-8"?>
<p:tagLst xmlns:a="http://schemas.openxmlformats.org/drawingml/2006/main" xmlns:r="http://schemas.openxmlformats.org/officeDocument/2006/relationships" xmlns:p="http://schemas.openxmlformats.org/presentationml/2006/main">
  <p:tag name="KSO_WM_FULL_TEXT_BEAUTIFY_COPY_ID" val="27719"/>
  <p:tag name="KSO_WM_UNIT_LINE_FORE_SCHEMECOLOR_INDEX_BRIGHTNESS" val="0"/>
  <p:tag name="KSO_WM_UNIT_LINE_FORE_SCHEMECOLOR_INDEX" val="13"/>
  <p:tag name="KSO_WM_UNIT_LINE_FILL_TYPE" val="2"/>
</p:tagLst>
</file>

<file path=ppt/tags/tag106.xml><?xml version="1.0" encoding="utf-8"?>
<p:tagLst xmlns:a="http://schemas.openxmlformats.org/drawingml/2006/main" xmlns:r="http://schemas.openxmlformats.org/officeDocument/2006/relationships" xmlns:p="http://schemas.openxmlformats.org/presentationml/2006/main">
  <p:tag name="KSO_WM_FULL_TEXT_BEAUTIFY_COPY_ID" val="27720"/>
  <p:tag name="KSO_WM_UNIT_LINE_FORE_SCHEMECOLOR_INDEX_BRIGHTNESS" val="0"/>
  <p:tag name="KSO_WM_UNIT_LINE_FORE_SCHEMECOLOR_INDEX" val="13"/>
  <p:tag name="KSO_WM_UNIT_LINE_FILL_TYPE" val="2"/>
</p:tagLst>
</file>

<file path=ppt/tags/tag107.xml><?xml version="1.0" encoding="utf-8"?>
<p:tagLst xmlns:a="http://schemas.openxmlformats.org/drawingml/2006/main" xmlns:r="http://schemas.openxmlformats.org/officeDocument/2006/relationships" xmlns:p="http://schemas.openxmlformats.org/presentationml/2006/main">
  <p:tag name="KSO_WM_FULL_TEXT_BEAUTIFY_COPY_ID" val="27721"/>
  <p:tag name="KSO_WM_UNIT_LINE_FORE_SCHEMECOLOR_INDEX_BRIGHTNESS" val="0"/>
  <p:tag name="KSO_WM_UNIT_LINE_FORE_SCHEMECOLOR_INDEX" val="13"/>
  <p:tag name="KSO_WM_UNIT_LINE_FILL_TYPE" val="2"/>
</p:tagLst>
</file>

<file path=ppt/tags/tag108.xml><?xml version="1.0" encoding="utf-8"?>
<p:tagLst xmlns:a="http://schemas.openxmlformats.org/drawingml/2006/main" xmlns:r="http://schemas.openxmlformats.org/officeDocument/2006/relationships" xmlns:p="http://schemas.openxmlformats.org/presentationml/2006/main">
  <p:tag name="KSO_WM_FULL_TEXT_BEAUTIFY_COPY_ID" val="27722"/>
  <p:tag name="KSO_WM_UNIT_LINE_FORE_SCHEMECOLOR_INDEX_BRIGHTNESS" val="0"/>
  <p:tag name="KSO_WM_UNIT_LINE_FORE_SCHEMECOLOR_INDEX" val="13"/>
  <p:tag name="KSO_WM_UNIT_LINE_FILL_TYPE" val="2"/>
</p:tagLst>
</file>

<file path=ppt/tags/tag109.xml><?xml version="1.0" encoding="utf-8"?>
<p:tagLst xmlns:a="http://schemas.openxmlformats.org/drawingml/2006/main" xmlns:r="http://schemas.openxmlformats.org/officeDocument/2006/relationships" xmlns:p="http://schemas.openxmlformats.org/presentationml/2006/main">
  <p:tag name="KSO_WM_FULL_TEXT_BEAUTIFY_COPY_ID" val="27723"/>
  <p:tag name="KSO_WM_UNIT_LINE_FORE_SCHEMECOLOR_INDEX_BRIGHTNESS" val="0"/>
  <p:tag name="KSO_WM_UNIT_LINE_FORE_SCHEMECOLOR_INDEX" val="13"/>
  <p:tag name="KSO_WM_UNIT_LINE_FILL_TYPE" val="2"/>
</p:tagLst>
</file>

<file path=ppt/tags/tag110.xml><?xml version="1.0" encoding="utf-8"?>
<p:tagLst xmlns:a="http://schemas.openxmlformats.org/drawingml/2006/main" xmlns:r="http://schemas.openxmlformats.org/officeDocument/2006/relationships" xmlns:p="http://schemas.openxmlformats.org/presentationml/2006/main">
  <p:tag name="KSO_WM_FULL_TEXT_BEAUTIFY_COPY_ID" val="27724"/>
  <p:tag name="KSO_WM_UNIT_LINE_FORE_SCHEMECOLOR_INDEX_BRIGHTNESS" val="0"/>
  <p:tag name="KSO_WM_UNIT_LINE_FORE_SCHEMECOLOR_INDEX" val="13"/>
  <p:tag name="KSO_WM_UNIT_LINE_FILL_TYPE" val="2"/>
</p:tagLst>
</file>

<file path=ppt/tags/tag111.xml><?xml version="1.0" encoding="utf-8"?>
<p:tagLst xmlns:a="http://schemas.openxmlformats.org/drawingml/2006/main" xmlns:r="http://schemas.openxmlformats.org/officeDocument/2006/relationships" xmlns:p="http://schemas.openxmlformats.org/presentationml/2006/main">
  <p:tag name="KSO_WM_FULL_TEXT_BEAUTIFY_COPY_ID" val="27725"/>
  <p:tag name="KSO_WM_UNIT_LINE_FORE_SCHEMECOLOR_INDEX_BRIGHTNESS" val="0"/>
  <p:tag name="KSO_WM_UNIT_LINE_FORE_SCHEMECOLOR_INDEX" val="13"/>
  <p:tag name="KSO_WM_UNIT_LINE_FILL_TYPE" val="2"/>
</p:tagLst>
</file>

<file path=ppt/tags/tag112.xml><?xml version="1.0" encoding="utf-8"?>
<p:tagLst xmlns:a="http://schemas.openxmlformats.org/drawingml/2006/main" xmlns:r="http://schemas.openxmlformats.org/officeDocument/2006/relationships" xmlns:p="http://schemas.openxmlformats.org/presentationml/2006/main">
  <p:tag name="KSO_WM_FULL_TEXT_BEAUTIFY_COPY_ID" val="27709"/>
</p:tagLst>
</file>

<file path=ppt/tags/tag113.xml><?xml version="1.0" encoding="utf-8"?>
<p:tagLst xmlns:a="http://schemas.openxmlformats.org/drawingml/2006/main" xmlns:r="http://schemas.openxmlformats.org/officeDocument/2006/relationships" xmlns:p="http://schemas.openxmlformats.org/presentationml/2006/main">
  <p:tag name="KSO_WM_FULL_TEXT_BEAUTIFY_COPY_ID" val="27710"/>
</p:tagLst>
</file>

<file path=ppt/tags/tag114.xml><?xml version="1.0" encoding="utf-8"?>
<p:tagLst xmlns:a="http://schemas.openxmlformats.org/drawingml/2006/main" xmlns:r="http://schemas.openxmlformats.org/officeDocument/2006/relationships" xmlns:p="http://schemas.openxmlformats.org/presentationml/2006/main">
  <p:tag name="KSO_WM_FULL_TEXT_BEAUTIFY_COPY_ID" val="27706"/>
</p:tagLst>
</file>

<file path=ppt/tags/tag115.xml><?xml version="1.0" encoding="utf-8"?>
<p:tagLst xmlns:a="http://schemas.openxmlformats.org/drawingml/2006/main" xmlns:r="http://schemas.openxmlformats.org/officeDocument/2006/relationships" xmlns:p="http://schemas.openxmlformats.org/presentationml/2006/main">
  <p:tag name="KSO_WM_FULL_TEXT_BEAUTIFY_COPY_ID" val="27707"/>
</p:tagLst>
</file>

<file path=ppt/tags/tag116.xml><?xml version="1.0" encoding="utf-8"?>
<p:tagLst xmlns:a="http://schemas.openxmlformats.org/drawingml/2006/main" xmlns:r="http://schemas.openxmlformats.org/officeDocument/2006/relationships" xmlns:p="http://schemas.openxmlformats.org/presentationml/2006/main">
  <p:tag name="KSO_WM_FULL_TEXT_BEAUTIFY_COPY_ID" val="27697"/>
</p:tagLst>
</file>

<file path=ppt/tags/tag117.xml><?xml version="1.0" encoding="utf-8"?>
<p:tagLst xmlns:a="http://schemas.openxmlformats.org/drawingml/2006/main" xmlns:r="http://schemas.openxmlformats.org/officeDocument/2006/relationships" xmlns:p="http://schemas.openxmlformats.org/presentationml/2006/main">
  <p:tag name="KSO_WM_FULL_TEXT_BEAUTIFY_COPY_ID" val="27698"/>
</p:tagLst>
</file>

<file path=ppt/tags/tag118.xml><?xml version="1.0" encoding="utf-8"?>
<p:tagLst xmlns:a="http://schemas.openxmlformats.org/drawingml/2006/main" xmlns:r="http://schemas.openxmlformats.org/officeDocument/2006/relationships" xmlns:p="http://schemas.openxmlformats.org/presentationml/2006/main">
  <p:tag name="KSO_WM_FULL_TEXT_BEAUTIFY_COPY_ID" val="27694"/>
  <p:tag name="KSO_WM_UNIT_LINE_FORE_SCHEMECOLOR_INDEX_BRIGHTNESS" val="0"/>
  <p:tag name="KSO_WM_UNIT_LINE_FORE_SCHEMECOLOR_INDEX" val="13"/>
  <p:tag name="KSO_WM_UNIT_LINE_FILL_TYPE" val="2"/>
</p:tagLst>
</file>

<file path=ppt/tags/tag119.xml><?xml version="1.0" encoding="utf-8"?>
<p:tagLst xmlns:a="http://schemas.openxmlformats.org/drawingml/2006/main" xmlns:r="http://schemas.openxmlformats.org/officeDocument/2006/relationships" xmlns:p="http://schemas.openxmlformats.org/presentationml/2006/main">
  <p:tag name="KSO_WM_FULL_TEXT_BEAUTIFY_COPY_ID" val="27695"/>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FULL_TEXT_BEAUTIFY_COPY_ID" val="2768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21.xml><?xml version="1.0" encoding="utf-8"?>
<p:tagLst xmlns:a="http://schemas.openxmlformats.org/drawingml/2006/main" xmlns:r="http://schemas.openxmlformats.org/officeDocument/2006/relationships" xmlns:p="http://schemas.openxmlformats.org/presentationml/2006/main">
  <p:tag name="KSO_WM_FULL_TEXT_BEAUTIFY_COPY_ID" val="27683"/>
  <p:tag name="KSO_WM_UNIT_LINE_FORE_SCHEMECOLOR_INDEX_BRIGHTNESS" val="0"/>
  <p:tag name="KSO_WM_UNIT_LINE_FORE_SCHEMECOLOR_INDEX" val="13"/>
  <p:tag name="KSO_WM_UNIT_LINE_FILL_TYPE" val="2"/>
</p:tagLst>
</file>

<file path=ppt/tags/tag122.xml><?xml version="1.0" encoding="utf-8"?>
<p:tagLst xmlns:a="http://schemas.openxmlformats.org/drawingml/2006/main" xmlns:r="http://schemas.openxmlformats.org/officeDocument/2006/relationships" xmlns:p="http://schemas.openxmlformats.org/presentationml/2006/main">
  <p:tag name="KSO_WM_FULL_TEXT_BEAUTIFY_COPY_ID" val="27684"/>
  <p:tag name="KSO_WM_UNIT_LINE_FORE_SCHEMECOLOR_INDEX_BRIGHTNESS" val="0"/>
  <p:tag name="KSO_WM_UNIT_LINE_FORE_SCHEMECOLOR_INDEX" val="13"/>
  <p:tag name="KSO_WM_UNIT_LINE_FILL_TYPE" val="2"/>
</p:tagLst>
</file>

<file path=ppt/tags/tag123.xml><?xml version="1.0" encoding="utf-8"?>
<p:tagLst xmlns:a="http://schemas.openxmlformats.org/drawingml/2006/main" xmlns:r="http://schemas.openxmlformats.org/officeDocument/2006/relationships" xmlns:p="http://schemas.openxmlformats.org/presentationml/2006/main">
  <p:tag name="KSO_WM_FULL_TEXT_BEAUTIFY_COPY_ID" val="27685"/>
  <p:tag name="KSO_WM_UNIT_LINE_FORE_SCHEMECOLOR_INDEX_BRIGHTNESS" val="0"/>
  <p:tag name="KSO_WM_UNIT_LINE_FORE_SCHEMECOLOR_INDEX" val="13"/>
  <p:tag name="KSO_WM_UNIT_LINE_FILL_TYPE" val="2"/>
</p:tagLst>
</file>

<file path=ppt/tags/tag124.xml><?xml version="1.0" encoding="utf-8"?>
<p:tagLst xmlns:a="http://schemas.openxmlformats.org/drawingml/2006/main" xmlns:r="http://schemas.openxmlformats.org/officeDocument/2006/relationships" xmlns:p="http://schemas.openxmlformats.org/presentationml/2006/main">
  <p:tag name="KSO_WM_FULL_TEXT_BEAUTIFY_COPY_ID" val="27686"/>
  <p:tag name="KSO_WM_UNIT_LINE_FORE_SCHEMECOLOR_INDEX_BRIGHTNESS" val="0"/>
  <p:tag name="KSO_WM_UNIT_LINE_FORE_SCHEMECOLOR_INDEX" val="13"/>
  <p:tag name="KSO_WM_UNIT_LINE_FILL_TYPE" val="2"/>
</p:tagLst>
</file>

<file path=ppt/tags/tag125.xml><?xml version="1.0" encoding="utf-8"?>
<p:tagLst xmlns:a="http://schemas.openxmlformats.org/drawingml/2006/main" xmlns:r="http://schemas.openxmlformats.org/officeDocument/2006/relationships" xmlns:p="http://schemas.openxmlformats.org/presentationml/2006/main">
  <p:tag name="KSO_WM_FULL_TEXT_BEAUTIFY_COPY_ID" val="27687"/>
  <p:tag name="KSO_WM_UNIT_LINE_FORE_SCHEMECOLOR_INDEX_BRIGHTNESS" val="0"/>
  <p:tag name="KSO_WM_UNIT_LINE_FORE_SCHEMECOLOR_INDEX" val="13"/>
  <p:tag name="KSO_WM_UNIT_LINE_FILL_TYPE" val="2"/>
</p:tagLst>
</file>

<file path=ppt/tags/tag126.xml><?xml version="1.0" encoding="utf-8"?>
<p:tagLst xmlns:a="http://schemas.openxmlformats.org/drawingml/2006/main" xmlns:r="http://schemas.openxmlformats.org/officeDocument/2006/relationships" xmlns:p="http://schemas.openxmlformats.org/presentationml/2006/main">
  <p:tag name="KSO_WM_FULL_TEXT_BEAUTIFY_COPY_ID" val="27688"/>
  <p:tag name="KSO_WM_UNIT_LINE_FORE_SCHEMECOLOR_INDEX_BRIGHTNESS" val="0"/>
  <p:tag name="KSO_WM_UNIT_LINE_FORE_SCHEMECOLOR_INDEX" val="13"/>
  <p:tag name="KSO_WM_UNIT_LINE_FILL_TYPE" val="2"/>
</p:tagLst>
</file>

<file path=ppt/tags/tag127.xml><?xml version="1.0" encoding="utf-8"?>
<p:tagLst xmlns:a="http://schemas.openxmlformats.org/drawingml/2006/main" xmlns:r="http://schemas.openxmlformats.org/officeDocument/2006/relationships" xmlns:p="http://schemas.openxmlformats.org/presentationml/2006/main">
  <p:tag name="KSO_WM_FULL_TEXT_BEAUTIFY_COPY_ID" val="27689"/>
  <p:tag name="KSO_WM_UNIT_LINE_FORE_SCHEMECOLOR_INDEX_BRIGHTNESS" val="0"/>
  <p:tag name="KSO_WM_UNIT_LINE_FORE_SCHEMECOLOR_INDEX" val="13"/>
  <p:tag name="KSO_WM_UNIT_LINE_FILL_TYPE" val="2"/>
</p:tagLst>
</file>

<file path=ppt/tags/tag128.xml><?xml version="1.0" encoding="utf-8"?>
<p:tagLst xmlns:a="http://schemas.openxmlformats.org/drawingml/2006/main" xmlns:r="http://schemas.openxmlformats.org/officeDocument/2006/relationships" xmlns:p="http://schemas.openxmlformats.org/presentationml/2006/main">
  <p:tag name="KSO_WM_FULL_TEXT_BEAUTIFY_COPY_ID" val="27690"/>
  <p:tag name="KSO_WM_UNIT_LINE_FORE_SCHEMECOLOR_INDEX_BRIGHTNESS" val="0"/>
  <p:tag name="KSO_WM_UNIT_LINE_FORE_SCHEMECOLOR_INDEX" val="13"/>
  <p:tag name="KSO_WM_UNIT_LINE_FILL_TYPE" val="2"/>
</p:tagLst>
</file>

<file path=ppt/tags/tag129.xml><?xml version="1.0" encoding="utf-8"?>
<p:tagLst xmlns:a="http://schemas.openxmlformats.org/drawingml/2006/main" xmlns:r="http://schemas.openxmlformats.org/officeDocument/2006/relationships" xmlns:p="http://schemas.openxmlformats.org/presentationml/2006/main">
  <p:tag name="KSO_WM_FULL_TEXT_BEAUTIFY_COPY_ID" val="27691"/>
  <p:tag name="KSO_WM_UNIT_LINE_FORE_SCHEMECOLOR_INDEX_BRIGHTNESS" val="0"/>
  <p:tag name="KSO_WM_UNIT_LINE_FORE_SCHEMECOLOR_INDEX" val="13"/>
  <p:tag name="KSO_WM_UNIT_LINE_FILL_TYPE" val="2"/>
</p:tagLst>
</file>

<file path=ppt/tags/tag130.xml><?xml version="1.0" encoding="utf-8"?>
<p:tagLst xmlns:a="http://schemas.openxmlformats.org/drawingml/2006/main" xmlns:r="http://schemas.openxmlformats.org/officeDocument/2006/relationships" xmlns:p="http://schemas.openxmlformats.org/presentationml/2006/main">
  <p:tag name="KSO_WM_FULL_TEXT_BEAUTIFY_COPY_ID" val="27692"/>
  <p:tag name="KSO_WM_UNIT_LINE_FORE_SCHEMECOLOR_INDEX_BRIGHTNESS" val="0"/>
  <p:tag name="KSO_WM_UNIT_LINE_FORE_SCHEMECOLOR_INDEX" val="13"/>
  <p:tag name="KSO_WM_UNIT_LINE_FILL_TYPE" val="2"/>
</p:tagLst>
</file>

<file path=ppt/tags/tag131.xml><?xml version="1.0" encoding="utf-8"?>
<p:tagLst xmlns:a="http://schemas.openxmlformats.org/drawingml/2006/main" xmlns:r="http://schemas.openxmlformats.org/officeDocument/2006/relationships" xmlns:p="http://schemas.openxmlformats.org/presentationml/2006/main">
  <p:tag name="KSO_WM_FULL_TEXT_BEAUTIFY_COPY_ID" val="27673"/>
</p:tagLst>
</file>

<file path=ppt/tags/tag132.xml><?xml version="1.0" encoding="utf-8"?>
<p:tagLst xmlns:a="http://schemas.openxmlformats.org/drawingml/2006/main" xmlns:r="http://schemas.openxmlformats.org/officeDocument/2006/relationships" xmlns:p="http://schemas.openxmlformats.org/presentationml/2006/main">
  <p:tag name="KSO_WM_FULL_TEXT_BEAUTIFY_COPY_ID" val="27674"/>
</p:tagLst>
</file>

<file path=ppt/tags/tag133.xml><?xml version="1.0" encoding="utf-8"?>
<p:tagLst xmlns:a="http://schemas.openxmlformats.org/drawingml/2006/main" xmlns:r="http://schemas.openxmlformats.org/officeDocument/2006/relationships" xmlns:p="http://schemas.openxmlformats.org/presentationml/2006/main">
  <p:tag name="KSO_WM_FULL_TEXT_BEAUTIFY_COPY_ID" val="27667"/>
  <p:tag name="KSO_WM_UNIT_LINE_FORE_SCHEMECOLOR_INDEX_BRIGHTNESS" val="0"/>
  <p:tag name="KSO_WM_UNIT_LINE_FORE_SCHEMECOLOR_INDEX" val="13"/>
  <p:tag name="KSO_WM_UNIT_LINE_FILL_TYPE" val="2"/>
</p:tagLst>
</file>

<file path=ppt/tags/tag134.xml><?xml version="1.0" encoding="utf-8"?>
<p:tagLst xmlns:a="http://schemas.openxmlformats.org/drawingml/2006/main" xmlns:r="http://schemas.openxmlformats.org/officeDocument/2006/relationships" xmlns:p="http://schemas.openxmlformats.org/presentationml/2006/main">
  <p:tag name="KSO_WM_FULL_TEXT_BEAUTIFY_COPY_ID" val="27668"/>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FULL_TEXT_BEAUTIFY_COPY_ID" val="27654"/>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FULL_TEXT_BEAUTIFY_COPY_ID" val="27656"/>
  <p:tag name="KSO_WM_UNIT_LINE_FORE_SCHEMECOLOR_INDEX_BRIGHTNESS" val="0"/>
  <p:tag name="KSO_WM_UNIT_LINE_FORE_SCHEMECOLOR_INDEX" val="13"/>
  <p:tag name="KSO_WM_UNIT_LINE_FILL_TYPE" val="2"/>
</p:tagLst>
</file>

<file path=ppt/tags/tag137.xml><?xml version="1.0" encoding="utf-8"?>
<p:tagLst xmlns:a="http://schemas.openxmlformats.org/drawingml/2006/main" xmlns:r="http://schemas.openxmlformats.org/officeDocument/2006/relationships" xmlns:p="http://schemas.openxmlformats.org/presentationml/2006/main">
  <p:tag name="KSO_WM_FULL_TEXT_BEAUTIFY_COPY_ID" val="27657"/>
  <p:tag name="KSO_WM_UNIT_LINE_FORE_SCHEMECOLOR_INDEX_BRIGHTNESS" val="0"/>
  <p:tag name="KSO_WM_UNIT_LINE_FORE_SCHEMECOLOR_INDEX" val="13"/>
  <p:tag name="KSO_WM_UNIT_LINE_FILL_TYPE" val="2"/>
</p:tagLst>
</file>

<file path=ppt/tags/tag138.xml><?xml version="1.0" encoding="utf-8"?>
<p:tagLst xmlns:a="http://schemas.openxmlformats.org/drawingml/2006/main" xmlns:r="http://schemas.openxmlformats.org/officeDocument/2006/relationships" xmlns:p="http://schemas.openxmlformats.org/presentationml/2006/main">
  <p:tag name="KSO_WM_FULL_TEXT_BEAUTIFY_COPY_ID" val="27658"/>
  <p:tag name="KSO_WM_UNIT_LINE_FORE_SCHEMECOLOR_INDEX_BRIGHTNESS" val="0"/>
  <p:tag name="KSO_WM_UNIT_LINE_FORE_SCHEMECOLOR_INDEX" val="13"/>
  <p:tag name="KSO_WM_UNIT_LINE_FILL_TYPE" val="2"/>
</p:tagLst>
</file>

<file path=ppt/tags/tag139.xml><?xml version="1.0" encoding="utf-8"?>
<p:tagLst xmlns:a="http://schemas.openxmlformats.org/drawingml/2006/main" xmlns:r="http://schemas.openxmlformats.org/officeDocument/2006/relationships" xmlns:p="http://schemas.openxmlformats.org/presentationml/2006/main">
  <p:tag name="KSO_WM_FULL_TEXT_BEAUTIFY_COPY_ID" val="27659"/>
  <p:tag name="KSO_WM_UNIT_LINE_FORE_SCHEMECOLOR_INDEX_BRIGHTNESS" val="0"/>
  <p:tag name="KSO_WM_UNIT_LINE_FORE_SCHEMECOLOR_INDEX" val="13"/>
  <p:tag name="KSO_WM_UNIT_LINE_FILL_TYPE" val="2"/>
</p:tagLst>
</file>

<file path=ppt/tags/tag140.xml><?xml version="1.0" encoding="utf-8"?>
<p:tagLst xmlns:a="http://schemas.openxmlformats.org/drawingml/2006/main" xmlns:r="http://schemas.openxmlformats.org/officeDocument/2006/relationships" xmlns:p="http://schemas.openxmlformats.org/presentationml/2006/main">
  <p:tag name="KSO_WM_FULL_TEXT_BEAUTIFY_COPY_ID" val="27660"/>
  <p:tag name="KSO_WM_UNIT_LINE_FORE_SCHEMECOLOR_INDEX_BRIGHTNESS" val="0"/>
  <p:tag name="KSO_WM_UNIT_LINE_FORE_SCHEMECOLOR_INDEX" val="13"/>
  <p:tag name="KSO_WM_UNIT_LINE_FILL_TYPE" val="2"/>
</p:tagLst>
</file>

<file path=ppt/tags/tag141.xml><?xml version="1.0" encoding="utf-8"?>
<p:tagLst xmlns:a="http://schemas.openxmlformats.org/drawingml/2006/main" xmlns:r="http://schemas.openxmlformats.org/officeDocument/2006/relationships" xmlns:p="http://schemas.openxmlformats.org/presentationml/2006/main">
  <p:tag name="KSO_WM_FULL_TEXT_BEAUTIFY_COPY_ID" val="27661"/>
  <p:tag name="KSO_WM_UNIT_LINE_FORE_SCHEMECOLOR_INDEX_BRIGHTNESS" val="0"/>
  <p:tag name="KSO_WM_UNIT_LINE_FORE_SCHEMECOLOR_INDEX" val="13"/>
  <p:tag name="KSO_WM_UNIT_LINE_FILL_TYPE" val="2"/>
</p:tagLst>
</file>

<file path=ppt/tags/tag142.xml><?xml version="1.0" encoding="utf-8"?>
<p:tagLst xmlns:a="http://schemas.openxmlformats.org/drawingml/2006/main" xmlns:r="http://schemas.openxmlformats.org/officeDocument/2006/relationships" xmlns:p="http://schemas.openxmlformats.org/presentationml/2006/main">
  <p:tag name="KSO_WM_FULL_TEXT_BEAUTIFY_COPY_ID" val="27662"/>
  <p:tag name="KSO_WM_UNIT_LINE_FORE_SCHEMECOLOR_INDEX_BRIGHTNESS" val="0"/>
  <p:tag name="KSO_WM_UNIT_LINE_FORE_SCHEMECOLOR_INDEX" val="13"/>
  <p:tag name="KSO_WM_UNIT_LINE_FILL_TYPE" val="2"/>
</p:tagLst>
</file>

<file path=ppt/tags/tag143.xml><?xml version="1.0" encoding="utf-8"?>
<p:tagLst xmlns:a="http://schemas.openxmlformats.org/drawingml/2006/main" xmlns:r="http://schemas.openxmlformats.org/officeDocument/2006/relationships" xmlns:p="http://schemas.openxmlformats.org/presentationml/2006/main">
  <p:tag name="KSO_WM_FULL_TEXT_BEAUTIFY_COPY_ID" val="27663"/>
  <p:tag name="KSO_WM_UNIT_LINE_FORE_SCHEMECOLOR_INDEX_BRIGHTNESS" val="0"/>
  <p:tag name="KSO_WM_UNIT_LINE_FORE_SCHEMECOLOR_INDEX" val="13"/>
  <p:tag name="KSO_WM_UNIT_LINE_FILL_TYPE" val="2"/>
</p:tagLst>
</file>

<file path=ppt/tags/tag144.xml><?xml version="1.0" encoding="utf-8"?>
<p:tagLst xmlns:a="http://schemas.openxmlformats.org/drawingml/2006/main" xmlns:r="http://schemas.openxmlformats.org/officeDocument/2006/relationships" xmlns:p="http://schemas.openxmlformats.org/presentationml/2006/main">
  <p:tag name="KSO_WM_FULL_TEXT_BEAUTIFY_COPY_ID" val="27664"/>
  <p:tag name="KSO_WM_UNIT_LINE_FORE_SCHEMECOLOR_INDEX_BRIGHTNESS" val="0"/>
  <p:tag name="KSO_WM_UNIT_LINE_FORE_SCHEMECOLOR_INDEX" val="13"/>
  <p:tag name="KSO_WM_UNIT_LINE_FILL_TYPE" val="2"/>
</p:tagLst>
</file>

<file path=ppt/tags/tag145.xml><?xml version="1.0" encoding="utf-8"?>
<p:tagLst xmlns:a="http://schemas.openxmlformats.org/drawingml/2006/main" xmlns:r="http://schemas.openxmlformats.org/officeDocument/2006/relationships" xmlns:p="http://schemas.openxmlformats.org/presentationml/2006/main">
  <p:tag name="KSO_WM_FULL_TEXT_BEAUTIFY_COPY_ID" val="27665"/>
  <p:tag name="KSO_WM_UNIT_LINE_FORE_SCHEMECOLOR_INDEX_BRIGHTNESS" val="0"/>
  <p:tag name="KSO_WM_UNIT_LINE_FORE_SCHEMECOLOR_INDEX" val="13"/>
  <p:tag name="KSO_WM_UNIT_LINE_FILL_TYPE" val="2"/>
</p:tagLst>
</file>

<file path=ppt/tags/tag1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518"/>
  <p:tag name="KSO_WM_SLIDE_BACKGROUND_TYPE" val="general"/>
</p:tagLst>
</file>

<file path=ppt/tags/tag147.xml><?xml version="1.0" encoding="utf-8"?>
<p:tagLst xmlns:a="http://schemas.openxmlformats.org/drawingml/2006/main" xmlns:r="http://schemas.openxmlformats.org/officeDocument/2006/relationships" xmlns:p="http://schemas.openxmlformats.org/presentationml/2006/main">
  <p:tag name="KSO_WM_FULL_TEXT_BEAUTIFY_COPY_ID" val="28674"/>
  <p:tag name="KSO_WM_UNIT_TEXT_FILL_FORE_SCHEMECOLOR_INDEX_BRIGHTNESS" val="0.15"/>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AS_UNIQUEID" val="1156"/>
</p:tagLst>
</file>

<file path=ppt/tags/tag149.xml><?xml version="1.0" encoding="utf-8"?>
<p:tagLst xmlns:a="http://schemas.openxmlformats.org/drawingml/2006/main" xmlns:r="http://schemas.openxmlformats.org/officeDocument/2006/relationships" xmlns:p="http://schemas.openxmlformats.org/presentationml/2006/main">
  <p:tag name="AS_UNIQUEID" val="1157"/>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3303"/>
</p:tagLst>
</file>

<file path=ppt/tags/tag1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519"/>
  <p:tag name="KSO_WM_SLIDE_BACKGROUND_TYPE" val="general"/>
</p:tagLst>
</file>

<file path=ppt/tags/tag152.xml><?xml version="1.0" encoding="utf-8"?>
<p:tagLst xmlns:a="http://schemas.openxmlformats.org/drawingml/2006/main" xmlns:r="http://schemas.openxmlformats.org/officeDocument/2006/relationships" xmlns:p="http://schemas.openxmlformats.org/presentationml/2006/main">
  <p:tag name="KSO_WM_FULL_TEXT_BEAUTIFY_COPY_ID" val="30722"/>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FULL_TEXT_BEAUTIFY_COPY_ID" val="30723"/>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AS_UNIQUEID" val="14"/>
</p:tagLst>
</file>

<file path=ppt/tags/tag155.xml><?xml version="1.0" encoding="utf-8"?>
<p:tagLst xmlns:a="http://schemas.openxmlformats.org/drawingml/2006/main" xmlns:r="http://schemas.openxmlformats.org/officeDocument/2006/relationships" xmlns:p="http://schemas.openxmlformats.org/presentationml/2006/main">
  <p:tag name="AS_UNIQUEID" val="1156"/>
</p:tagLst>
</file>

<file path=ppt/tags/tag156.xml><?xml version="1.0" encoding="utf-8"?>
<p:tagLst xmlns:a="http://schemas.openxmlformats.org/drawingml/2006/main" xmlns:r="http://schemas.openxmlformats.org/officeDocument/2006/relationships" xmlns:p="http://schemas.openxmlformats.org/presentationml/2006/main">
  <p:tag name="AS_UNIQUEID" val="1157"/>
</p:tagLst>
</file>

<file path=ppt/tags/tag1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315"/>
  <p:tag name="KSO_WM_SLIDE_BACKGROUND_TYPE" val="general"/>
</p:tagLst>
</file>

<file path=ppt/tags/tag158.xml><?xml version="1.0" encoding="utf-8"?>
<p:tagLst xmlns:a="http://schemas.openxmlformats.org/drawingml/2006/main" xmlns:r="http://schemas.openxmlformats.org/officeDocument/2006/relationships" xmlns:p="http://schemas.openxmlformats.org/presentationml/2006/main">
  <p:tag name="KSO_WM_FULL_TEXT_BEAUTIFY_COPY_ID" val="31747"/>
  <p:tag name="KSO_WM_UNIT_TEXT_FILL_FORE_SCHEMECOLOR_INDEX_BRIGHTNESS" val="0"/>
  <p:tag name="KSO_WM_UNIT_TEXT_FILL_FORE_SCHEMECOLOR_INDEX" val="13"/>
  <p:tag name="KSO_WM_UNIT_TEXT_FILL_TYPE" val="1"/>
</p:tagLst>
</file>

<file path=ppt/tags/tag159.xml><?xml version="1.0" encoding="utf-8"?>
<p:tagLst xmlns:a="http://schemas.openxmlformats.org/drawingml/2006/main" xmlns:r="http://schemas.openxmlformats.org/officeDocument/2006/relationships" xmlns:p="http://schemas.openxmlformats.org/presentationml/2006/main">
  <p:tag name="KSO_WM_FULL_TEXT_BEAUTIFY_COPY_ID" val="31749"/>
  <p:tag name="KSO_WM_UNIT_TEXT_FILL_FORE_SCHEMECOLOR_INDEX_BRIGHTNESS" val="0"/>
  <p:tag name="KSO_WM_UNIT_TEXT_FILL_FORE_SCHEMECOLOR_INDEX" val="13"/>
  <p:tag name="KSO_WM_UNIT_TEXT_FILL_TYPE" val="1"/>
</p:tagLst>
</file>

<file path=ppt/tags/tag160.xml><?xml version="1.0" encoding="utf-8"?>
<p:tagLst xmlns:a="http://schemas.openxmlformats.org/drawingml/2006/main" xmlns:r="http://schemas.openxmlformats.org/officeDocument/2006/relationships" xmlns:p="http://schemas.openxmlformats.org/presentationml/2006/main">
  <p:tag name="KSO_WM_FULL_TEXT_BEAUTIFY_COPY_ID" val="19459"/>
  <p:tag name="KSO_WM_UNIT_FILL_FORE_SCHEMECOLOR_INDEX_BRIGHTNESS" val="0"/>
  <p:tag name="KSO_WM_UNIT_FILL_FORE_SCHEMECOLOR_INDEX" val="5"/>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FULL_TEXT_BEAUTIFY_COPY_ID" val="19460"/>
  <p:tag name="KSO_WM_UNIT_TEXT_FILL_FORE_SCHEMECOLOR_INDEX_BRIGHTNESS" val="0"/>
  <p:tag name="KSO_WM_UNIT_TEXT_FILL_FORE_SCHEMECOLOR_INDEX" val="13"/>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315"/>
  <p:tag name="KSO_WM_SLIDE_BACKGROUND_TYPE" val="general"/>
</p:tagLst>
</file>

<file path=ppt/tags/tag163.xml><?xml version="1.0" encoding="utf-8"?>
<p:tagLst xmlns:a="http://schemas.openxmlformats.org/drawingml/2006/main" xmlns:r="http://schemas.openxmlformats.org/officeDocument/2006/relationships" xmlns:p="http://schemas.openxmlformats.org/presentationml/2006/main">
  <p:tag name="AS_UNIQUEID" val="1156"/>
</p:tagLst>
</file>

<file path=ppt/tags/tag164.xml><?xml version="1.0" encoding="utf-8"?>
<p:tagLst xmlns:a="http://schemas.openxmlformats.org/drawingml/2006/main" xmlns:r="http://schemas.openxmlformats.org/officeDocument/2006/relationships" xmlns:p="http://schemas.openxmlformats.org/presentationml/2006/main">
  <p:tag name="AS_UNIQUEID" val="1157"/>
</p:tagLst>
</file>

<file path=ppt/tags/tag165.xml><?xml version="1.0" encoding="utf-8"?>
<p:tagLst xmlns:a="http://schemas.openxmlformats.org/drawingml/2006/main" xmlns:r="http://schemas.openxmlformats.org/officeDocument/2006/relationships" xmlns:p="http://schemas.openxmlformats.org/presentationml/2006/main">
  <p:tag name="AS_UNIQUEID" val="277"/>
</p:tagLst>
</file>

<file path=ppt/tags/tag166.xml><?xml version="1.0" encoding="utf-8"?>
<p:tagLst xmlns:a="http://schemas.openxmlformats.org/drawingml/2006/main" xmlns:r="http://schemas.openxmlformats.org/officeDocument/2006/relationships" xmlns:p="http://schemas.openxmlformats.org/presentationml/2006/main">
  <p:tag name="AS_UNIQUEID" val="1156"/>
</p:tagLst>
</file>

<file path=ppt/tags/tag167.xml><?xml version="1.0" encoding="utf-8"?>
<p:tagLst xmlns:a="http://schemas.openxmlformats.org/drawingml/2006/main" xmlns:r="http://schemas.openxmlformats.org/officeDocument/2006/relationships" xmlns:p="http://schemas.openxmlformats.org/presentationml/2006/main">
  <p:tag name="AS_UNIQUEID" val="1157"/>
</p:tagLst>
</file>

<file path=ppt/tags/tag1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3303"/>
  <p:tag name="KSO_WM_FULL_TEXT_BEAUTIFY_COPY_ID" val="150995317"/>
  <p:tag name="KSO_WM_SLIDE_BACKGROUND_TYPE" val="general"/>
</p:tagLst>
</file>

<file path=ppt/tags/tag169.xml><?xml version="1.0" encoding="utf-8"?>
<p:tagLst xmlns:a="http://schemas.openxmlformats.org/drawingml/2006/main" xmlns:r="http://schemas.openxmlformats.org/officeDocument/2006/relationships" xmlns:p="http://schemas.openxmlformats.org/presentationml/2006/main">
  <p:tag name="KSO_WM_FULL_TEXT_BEAUTIFY_COPY_ID" val="33795"/>
  <p:tag name="KSO_WM_UNIT_TEXT_FILL_FORE_SCHEMECOLOR_INDEX_BRIGHTNESS" val="0"/>
  <p:tag name="KSO_WM_UNIT_TEXT_FILL_FORE_SCHEMECOLOR_INDEX" val="13"/>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FULL_TEXT_BEAUTIFY_COPY_ID" val="33796"/>
  <p:tag name="KSO_WM_UNIT_TEXT_FILL_FORE_SCHEMECOLOR_INDEX_BRIGHTNESS" val="0"/>
  <p:tag name="KSO_WM_UNIT_TEXT_FILL_FORE_SCHEMECOLOR_INDEX" val="13"/>
  <p:tag name="KSO_WM_UNIT_TEXT_FILL_TYPE" val="1"/>
</p:tagLst>
</file>

<file path=ppt/tags/tag171.xml><?xml version="1.0" encoding="utf-8"?>
<p:tagLst xmlns:a="http://schemas.openxmlformats.org/drawingml/2006/main" xmlns:r="http://schemas.openxmlformats.org/officeDocument/2006/relationships" xmlns:p="http://schemas.openxmlformats.org/presentationml/2006/main">
  <p:tag name="KSO_WM_FULL_TEXT_BEAUTIFY_COPY_ID" val="33797"/>
  <p:tag name="KSO_WM_UNIT_TEXT_FILL_FORE_SCHEMECOLOR_INDEX_BRIGHTNESS" val="0"/>
  <p:tag name="KSO_WM_UNIT_TEXT_FILL_FORE_SCHEMECOLOR_INDEX" val="13"/>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FULL_TEXT_BEAUTIFY_COPY_ID" val="33798"/>
  <p:tag name="KSO_WM_UNIT_TEXT_FILL_FORE_SCHEMECOLOR_INDEX_BRIGHTNESS" val="0"/>
  <p:tag name="KSO_WM_UNIT_TEXT_FILL_FORE_SCHEMECOLOR_INDEX" val="13"/>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FULL_TEXT_BEAUTIFY_COPY_ID" val="33799"/>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4.xml><?xml version="1.0" encoding="utf-8"?>
<p:tagLst xmlns:a="http://schemas.openxmlformats.org/drawingml/2006/main" xmlns:r="http://schemas.openxmlformats.org/officeDocument/2006/relationships" xmlns:p="http://schemas.openxmlformats.org/presentationml/2006/main">
  <p:tag name="KSO_WM_FULL_TEXT_BEAUTIFY_COPY_ID" val="33800"/>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FULL_TEXT_BEAUTIFY_COPY_ID" val="3380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FULL_TEXT_BEAUTIFY_COPY_ID" val="33802"/>
  <p:tag name="KSO_WM_UNIT_LINE_FORE_SCHEMECOLOR_INDEX_BRIGHTNESS" val="0"/>
  <p:tag name="KSO_WM_UNIT_LINE_FORE_SCHEMECOLOR_INDEX" val="13"/>
  <p:tag name="KSO_WM_UNIT_LINE_FILL_TYPE" val="2"/>
</p:tagLst>
</file>

<file path=ppt/tags/tag177.xml><?xml version="1.0" encoding="utf-8"?>
<p:tagLst xmlns:a="http://schemas.openxmlformats.org/drawingml/2006/main" xmlns:r="http://schemas.openxmlformats.org/officeDocument/2006/relationships" xmlns:p="http://schemas.openxmlformats.org/presentationml/2006/main">
  <p:tag name="KSO_WM_FULL_TEXT_BEAUTIFY_COPY_ID" val="18434"/>
</p:tagLst>
</file>

<file path=ppt/tags/tag178.xml><?xml version="1.0" encoding="utf-8"?>
<p:tagLst xmlns:a="http://schemas.openxmlformats.org/drawingml/2006/main" xmlns:r="http://schemas.openxmlformats.org/officeDocument/2006/relationships" xmlns:p="http://schemas.openxmlformats.org/presentationml/2006/main">
  <p:tag name="AS_UNIQUEID" val="687"/>
</p:tagLst>
</file>

<file path=ppt/tags/tag179.xml><?xml version="1.0" encoding="utf-8"?>
<p:tagLst xmlns:a="http://schemas.openxmlformats.org/drawingml/2006/main" xmlns:r="http://schemas.openxmlformats.org/officeDocument/2006/relationships" xmlns:p="http://schemas.openxmlformats.org/presentationml/2006/main">
  <p:tag name="AS_UNIQUEID" val="688"/>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1_1"/>
  <p:tag name="KSO_WM_UNIT_ID" val="diagram20181260_3*l_h_i*1_1_1"/>
  <p:tag name="KSO_WM_UNIT_LAYERLEVEL" val="1_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2_1"/>
  <p:tag name="KSO_WM_UNIT_ID" val="diagram20181260_3*l_h_i*1_2_1"/>
  <p:tag name="KSO_WM_UNIT_LAYERLEVEL" val="1_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1_2"/>
  <p:tag name="KSO_WM_UNIT_ID" val="diagram20181260_3*l_h_i*1_1_2"/>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1_3"/>
  <p:tag name="KSO_WM_UNIT_ID" val="diagram20181260_3*l_h_i*1_1_3"/>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1_4"/>
  <p:tag name="KSO_WM_UNIT_ID" val="diagram20181260_3*l_h_i*1_1_4"/>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1_5"/>
  <p:tag name="KSO_WM_UNIT_ID" val="diagram20181260_3*l_h_i*1_1_5"/>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2_2"/>
  <p:tag name="KSO_WM_UNIT_ID" val="diagram20181260_3*l_h_i*1_2_2"/>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2_3"/>
  <p:tag name="KSO_WM_UNIT_ID" val="diagram20181260_3*l_h_i*1_2_3"/>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2_4"/>
  <p:tag name="KSO_WM_UNIT_ID" val="diagram20181260_3*l_h_i*1_2_4"/>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2_5"/>
  <p:tag name="KSO_WM_UNIT_ID" val="diagram20181260_3*l_h_i*1_2_5"/>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ID" val="diagram20181260_3*l_h_a*1_2_1"/>
  <p:tag name="KSO_WM_UNIT_LAYERLEVEL" val="1_1_1"/>
  <p:tag name="KSO_WM_UNIT_VALUE" val="6"/>
  <p:tag name="KSO_WM_UNIT_HIGHLIGHT" val="0"/>
  <p:tag name="KSO_WM_UNIT_COMPATIBLE" val="0"/>
  <p:tag name="KSO_WM_UNIT_CLEAR" val="0"/>
  <p:tag name="KSO_WM_TAG_VERSION" val="1.0"/>
  <p:tag name="KSO_WM_DIAGRAM_GROUP_CODE" val="l1-1"/>
  <p:tag name="KSO_WM_UNIT_PRESET_TEXT" val="输入标题内容"/>
  <p:tag name="KSO_WM_UNIT_TEXT_FILL_FORE_SCHEMECOLOR_INDEX" val="13"/>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a"/>
  <p:tag name="KSO_WM_UNIT_INDEX" val="1_1_1"/>
  <p:tag name="KSO_WM_UNIT_ID" val="diagram20181260_3*l_h_a*1_1_1"/>
  <p:tag name="KSO_WM_UNIT_LAYERLEVEL" val="1_1_1"/>
  <p:tag name="KSO_WM_UNIT_VALUE" val="6"/>
  <p:tag name="KSO_WM_UNIT_HIGHLIGHT" val="0"/>
  <p:tag name="KSO_WM_UNIT_COMPATIBLE" val="0"/>
  <p:tag name="KSO_WM_UNIT_CLEAR" val="0"/>
  <p:tag name="KSO_WM_BEAUTIFY_FLAG" val="#wm#"/>
  <p:tag name="KSO_WM_TAG_VERSION" val="1.0"/>
  <p:tag name="KSO_WM_DIAGRAM_GROUP_CODE" val="l1-1"/>
  <p:tag name="KSO_WM_UNIT_PRESET_TEXT" val="输入标题内容"/>
  <p:tag name="KSO_WM_UNIT_TEXT_FILL_FORE_SCHEMECOLOR_INDEX" val="13"/>
  <p:tag name="KSO_WM_UNIT_TEXT_FILL_TYPE" val="1"/>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3_1"/>
  <p:tag name="KSO_WM_UNIT_ID" val="diagram20181260_3*l_h_i*1_3_1"/>
  <p:tag name="KSO_WM_UNIT_LAYERLEVEL" val="1_1_1"/>
  <p:tag name="KSO_WM_BEAUTIFY_FLAG" val="#wm#"/>
  <p:tag name="KSO_WM_TAG_VERSION" val="1.0"/>
  <p:tag name="KSO_WM_DIAGRAM_GROUP_CODE" val="l1-1"/>
  <p:tag name="KSO_WM_UNIT_FILL_FORE_SCHEMECOLOR_INDEX" val="6"/>
  <p:tag name="KSO_WM_UNIT_FILL_TYPE" val="1"/>
  <p:tag name="KSO_WM_UNIT_TEXT_FILL_FORE_SCHEMECOLOR_INDEX" val="2"/>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3_2"/>
  <p:tag name="KSO_WM_UNIT_ID" val="diagram20181260_3*l_h_i*1_3_2"/>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3_3"/>
  <p:tag name="KSO_WM_UNIT_ID" val="diagram20181260_3*l_h_i*1_3_3"/>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9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3_4"/>
  <p:tag name="KSO_WM_UNIT_ID" val="diagram20181260_3*l_h_i*1_3_4"/>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1260"/>
  <p:tag name="KSO_WM_UNIT_TYPE" val="l_h_i"/>
  <p:tag name="KSO_WM_UNIT_INDEX" val="1_3_5"/>
  <p:tag name="KSO_WM_UNIT_ID" val="diagram20181260_3*l_h_i*1_3_5"/>
  <p:tag name="KSO_WM_UNIT_LAYERLEVEL" val="1_1_1"/>
  <p:tag name="KSO_WM_BEAUTIFY_FLAG" val="#wm#"/>
  <p:tag name="KSO_WM_TAG_VERSION" val="1.0"/>
  <p:tag name="KSO_WM_DIAGRAM_GROUP_CODE" val="l1-1"/>
  <p:tag name="KSO_WM_UNIT_FILL_FORE_SCHEMECOLOR_INDEX" val="5"/>
  <p:tag name="KSO_WM_UNIT_FILL_TYPE" val="1"/>
  <p:tag name="KSO_WM_UNIT_TEXT_FILL_FORE_SCHEMECOLOR_INDEX" val="13"/>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AS_UNIQUEID" val="50"/>
</p:tagLst>
</file>

<file path=ppt/tags/tag198.xml><?xml version="1.0" encoding="utf-8"?>
<p:tagLst xmlns:a="http://schemas.openxmlformats.org/drawingml/2006/main" xmlns:r="http://schemas.openxmlformats.org/officeDocument/2006/relationships" xmlns:p="http://schemas.openxmlformats.org/presentationml/2006/main">
  <p:tag name="KSO_WM_FULL_TEXT_BEAUTIFY_COPY_ID" val="30723"/>
  <p:tag name="KSO_WM_UNIT_TEXT_FILL_FORE_SCHEMECOLOR_INDEX_BRIGHTNESS" val="0"/>
  <p:tag name="KSO_WM_UNIT_TEXT_FILL_FORE_SCHEMECOLOR_INDEX" val="13"/>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037,&quot;width&quot;:4896}"/>
</p:tagLst>
</file>

<file path=ppt/tags/tag200.xml><?xml version="1.0" encoding="utf-8"?>
<p:tagLst xmlns:a="http://schemas.openxmlformats.org/drawingml/2006/main" xmlns:r="http://schemas.openxmlformats.org/officeDocument/2006/relationships" xmlns:p="http://schemas.openxmlformats.org/presentationml/2006/main">
  <p:tag name="AS_UNIQUEID" val="89"/>
</p:tagLst>
</file>

<file path=ppt/tags/tag201.xml><?xml version="1.0" encoding="utf-8"?>
<p:tagLst xmlns:a="http://schemas.openxmlformats.org/drawingml/2006/main" xmlns:r="http://schemas.openxmlformats.org/officeDocument/2006/relationships" xmlns:p="http://schemas.openxmlformats.org/presentationml/2006/main">
  <p:tag name="AS_UNIQUEID" val="687"/>
</p:tagLst>
</file>

<file path=ppt/tags/tag202.xml><?xml version="1.0" encoding="utf-8"?>
<p:tagLst xmlns:a="http://schemas.openxmlformats.org/drawingml/2006/main" xmlns:r="http://schemas.openxmlformats.org/officeDocument/2006/relationships" xmlns:p="http://schemas.openxmlformats.org/presentationml/2006/main">
  <p:tag name="AS_UNIQUEID" val="688"/>
</p:tagLst>
</file>

<file path=ppt/tags/tag203.xml><?xml version="1.0" encoding="utf-8"?>
<p:tagLst xmlns:a="http://schemas.openxmlformats.org/drawingml/2006/main" xmlns:r="http://schemas.openxmlformats.org/officeDocument/2006/relationships" xmlns:p="http://schemas.openxmlformats.org/presentationml/2006/main">
  <p:tag name="AS_UNIQUEID" val="89"/>
</p:tagLst>
</file>

<file path=ppt/tags/tag204.xml><?xml version="1.0" encoding="utf-8"?>
<p:tagLst xmlns:a="http://schemas.openxmlformats.org/drawingml/2006/main" xmlns:r="http://schemas.openxmlformats.org/officeDocument/2006/relationships" xmlns:p="http://schemas.openxmlformats.org/presentationml/2006/main">
  <p:tag name="AS_UNIQUEID" val="687"/>
</p:tagLst>
</file>

<file path=ppt/tags/tag205.xml><?xml version="1.0" encoding="utf-8"?>
<p:tagLst xmlns:a="http://schemas.openxmlformats.org/drawingml/2006/main" xmlns:r="http://schemas.openxmlformats.org/officeDocument/2006/relationships" xmlns:p="http://schemas.openxmlformats.org/presentationml/2006/main">
  <p:tag name="AS_UNIQUEID" val="688"/>
</p:tagLst>
</file>

<file path=ppt/tags/tag206.xml><?xml version="1.0" encoding="utf-8"?>
<p:tagLst xmlns:a="http://schemas.openxmlformats.org/drawingml/2006/main" xmlns:r="http://schemas.openxmlformats.org/officeDocument/2006/relationships" xmlns:p="http://schemas.openxmlformats.org/presentationml/2006/main">
  <p:tag name="AS_UNIQUEID" val="89"/>
</p:tagLst>
</file>

<file path=ppt/tags/tag207.xml><?xml version="1.0" encoding="utf-8"?>
<p:tagLst xmlns:a="http://schemas.openxmlformats.org/drawingml/2006/main" xmlns:r="http://schemas.openxmlformats.org/officeDocument/2006/relationships" xmlns:p="http://schemas.openxmlformats.org/presentationml/2006/main">
  <p:tag name="AS_UNIQUEID" val="687"/>
</p:tagLst>
</file>

<file path=ppt/tags/tag208.xml><?xml version="1.0" encoding="utf-8"?>
<p:tagLst xmlns:a="http://schemas.openxmlformats.org/drawingml/2006/main" xmlns:r="http://schemas.openxmlformats.org/officeDocument/2006/relationships" xmlns:p="http://schemas.openxmlformats.org/presentationml/2006/main">
  <p:tag name="AS_UNIQUEID" val="688"/>
</p:tagLst>
</file>

<file path=ppt/tags/tag209.xml><?xml version="1.0" encoding="utf-8"?>
<p:tagLst xmlns:a="http://schemas.openxmlformats.org/drawingml/2006/main" xmlns:r="http://schemas.openxmlformats.org/officeDocument/2006/relationships" xmlns:p="http://schemas.openxmlformats.org/presentationml/2006/main">
  <p:tag name="AS_UNIQUEID" val="89"/>
</p:tagLst>
</file>

<file path=ppt/tags/tag210.xml><?xml version="1.0" encoding="utf-8"?>
<p:tagLst xmlns:a="http://schemas.openxmlformats.org/drawingml/2006/main" xmlns:r="http://schemas.openxmlformats.org/officeDocument/2006/relationships" xmlns:p="http://schemas.openxmlformats.org/presentationml/2006/main">
  <p:tag name="AS_UNIQUEID" val="687"/>
</p:tagLst>
</file>

<file path=ppt/tags/tag211.xml><?xml version="1.0" encoding="utf-8"?>
<p:tagLst xmlns:a="http://schemas.openxmlformats.org/drawingml/2006/main" xmlns:r="http://schemas.openxmlformats.org/officeDocument/2006/relationships" xmlns:p="http://schemas.openxmlformats.org/presentationml/2006/main">
  <p:tag name="AS_UNIQUEID" val="688"/>
</p:tagLst>
</file>

<file path=ppt/tags/tag212.xml><?xml version="1.0" encoding="utf-8"?>
<p:tagLst xmlns:a="http://schemas.openxmlformats.org/drawingml/2006/main" xmlns:r="http://schemas.openxmlformats.org/officeDocument/2006/relationships" xmlns:p="http://schemas.openxmlformats.org/presentationml/2006/main">
  <p:tag name="AS_UNIQUEID" val="89"/>
</p:tagLst>
</file>

<file path=ppt/tags/tag213.xml><?xml version="1.0" encoding="utf-8"?>
<p:tagLst xmlns:a="http://schemas.openxmlformats.org/drawingml/2006/main" xmlns:r="http://schemas.openxmlformats.org/officeDocument/2006/relationships" xmlns:p="http://schemas.openxmlformats.org/presentationml/2006/main">
  <p:tag name="AS_UNIQUEID" val="687"/>
</p:tagLst>
</file>

<file path=ppt/tags/tag214.xml><?xml version="1.0" encoding="utf-8"?>
<p:tagLst xmlns:a="http://schemas.openxmlformats.org/drawingml/2006/main" xmlns:r="http://schemas.openxmlformats.org/officeDocument/2006/relationships" xmlns:p="http://schemas.openxmlformats.org/presentationml/2006/main">
  <p:tag name="AS_UNIQUEID" val="688"/>
</p:tagLst>
</file>

<file path=ppt/theme/theme1.xml><?xml version="1.0" encoding="utf-8"?>
<a:theme xmlns:a="http://schemas.openxmlformats.org/drawingml/2006/main" name="Default">
  <a:themeElements>
    <a:clrScheme name="Default">
      <a:dk1>
        <a:srgbClr val="000000"/>
      </a:dk1>
      <a:lt1>
        <a:srgbClr val="F2F2F2"/>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BBE0E3"/>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BBE0E3"/>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BBE0E3"/>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BBE0E3"/>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1221</Words>
  <Application>Microsoft Office PowerPoint</Application>
  <PresentationFormat>自定义</PresentationFormat>
  <Paragraphs>101</Paragraphs>
  <Slides>17</Slides>
  <Notes>0</Notes>
  <HiddenSlides>0</HiddenSlides>
  <MMClips>1</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17</vt:i4>
      </vt:variant>
    </vt:vector>
  </HeadingPairs>
  <TitlesOfParts>
    <vt:vector size="34" baseType="lpstr">
      <vt:lpstr>Helvetica Neue</vt:lpstr>
      <vt:lpstr>方正姚体</vt:lpstr>
      <vt:lpstr>楷体_GB2312</vt:lpstr>
      <vt:lpstr>隶书</vt:lpstr>
      <vt:lpstr>三极准柔宋</vt:lpstr>
      <vt:lpstr>宋体</vt:lpstr>
      <vt:lpstr>Arial</vt:lpstr>
      <vt:lpstr>Calibri</vt:lpstr>
      <vt:lpstr>Cambria Math</vt:lpstr>
      <vt:lpstr>Times New Roman</vt:lpstr>
      <vt:lpstr>Wingdings</vt:lpstr>
      <vt:lpstr>等线</vt:lpstr>
      <vt:lpstr>黑体</vt:lpstr>
      <vt:lpstr>华文楷体</vt:lpstr>
      <vt:lpstr>楷体</vt:lpstr>
      <vt:lpstr>微软雅黑</vt:lpstr>
      <vt:lpstr>Default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312</cp:revision>
  <dcterms:created xsi:type="dcterms:W3CDTF">2019-09-18T08:00:00Z</dcterms:created>
  <dcterms:modified xsi:type="dcterms:W3CDTF">2024-10-30T08:40:01Z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KSOSaveFontToCloudKey">
    <vt:lpwstr>447788928_cloud</vt:lpwstr>
  </property>
  <property fmtid="{D5CDD505-2E9C-101B-9397-08002B2CF9AE}" pid="4" name="ICV">
    <vt:lpwstr>980E7D04C1E04FD78CF9CC7D7DF30B45</vt:lpwstr>
  </property>
</Properties>
</file>