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heme/theme2.xml" ContentType="application/vnd.openxmlformats-officedocument.theme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heme/theme3.xml" ContentType="application/vnd.openxmlformats-officedocument.theme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notesSlides/notesSlide1.xml" ContentType="application/vnd.openxmlformats-officedocument.presentationml.notesSlide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notesSlides/notesSlide2.xml" ContentType="application/vnd.openxmlformats-officedocument.presentationml.notesSlide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notesSlides/notesSlide3.xml" ContentType="application/vnd.openxmlformats-officedocument.presentationml.notesSlide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0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8.xml" ContentType="application/vnd.openxmlformats-officedocument.presentationml.tag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tags/tag1567.xml" ContentType="application/vnd.openxmlformats-officedocument.presentationml.tag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3.xml" ContentType="application/vnd.openxmlformats-officedocument.presentationml.tag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2.xml" ContentType="application/vnd.openxmlformats-officedocument.presentationml.tag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7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6.xml" ContentType="application/vnd.openxmlformats-officedocument.presentationml.tag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0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0.xml" ContentType="application/vnd.openxmlformats-officedocument.presentationml.tag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0.xml" ContentType="application/vnd.openxmlformats-officedocument.presentationml.tags+xml"/>
  <Override PartName="/ppt/notesSlides/notesSlide4.xml" ContentType="application/vnd.openxmlformats-officedocument.presentationml.notesSlide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notesSlides/notesSlide5.xml" ContentType="application/vnd.openxmlformats-officedocument.presentationml.notesSlide+xml"/>
  <Override PartName="/ppt/tags/tag1832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8.xml" ContentType="application/vnd.openxmlformats-officedocument.presentationml.tags+xml"/>
  <Override PartName="/ppt/tags/tag1839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9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tags/tag1909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9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notesSlides/notesSlide6.xml" ContentType="application/vnd.openxmlformats-officedocument.presentationml.notesSlide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tags/tag1970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90.xml" ContentType="application/vnd.openxmlformats-officedocument.presentationml.tag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9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0.xml" ContentType="application/vnd.openxmlformats-officedocument.presentationml.tags+xml"/>
  <Override PartName="/ppt/tags/tag2012.xml" ContentType="application/vnd.openxmlformats-officedocument.presentationml.tag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5.xml" ContentType="application/vnd.openxmlformats-officedocument.presentationml.tags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tags/tag2053.xml" ContentType="application/vnd.openxmlformats-officedocument.presentationml.tags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tags/tag2060.xml" ContentType="application/vnd.openxmlformats-officedocument.presentationml.tags+xml"/>
  <Override PartName="/ppt/notesSlides/notesSlide7.xml" ContentType="application/vnd.openxmlformats-officedocument.presentationml.notesSlide+xml"/>
  <Override PartName="/ppt/tags/tag2061.xml" ContentType="application/vnd.openxmlformats-officedocument.presentationml.tags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2480.xml" ContentType="application/vnd.openxmlformats-officedocument.presentationml.tags+xml"/>
  <Override PartName="/ppt/tags/tag2540.xml" ContentType="application/vnd.openxmlformats-officedocument.presentationml.tags+xml"/>
  <Override PartName="/ppt/tags/tag2750.xml" ContentType="application/vnd.openxmlformats-officedocument.presentationml.tags+xml"/>
  <Override PartName="/ppt/tags/tag2810.xml" ContentType="application/vnd.openxmlformats-officedocument.presentationml.tags+xml"/>
  <Override PartName="/ppt/tags/tag297.xml" ContentType="application/vnd.openxmlformats-officedocument.presentationml.tags+xml"/>
  <Override PartName="/ppt/tags/tag302.xml" ContentType="application/vnd.openxmlformats-officedocument.presentationml.tags+xml"/>
  <Override PartName="/ppt/tags/tag308.xml" ContentType="application/vnd.openxmlformats-officedocument.presentationml.tags+xml"/>
  <Override PartName="/ppt/tags/tag314.xml" ContentType="application/vnd.openxmlformats-officedocument.presentationml.tags+xml"/>
  <Override PartName="/ppt/tags/tag329.xml" ContentType="application/vnd.openxmlformats-officedocument.presentationml.tags+xml"/>
  <Override PartName="/ppt/tags/tag335.xml" ContentType="application/vnd.openxmlformats-officedocument.presentationml.tags+xml"/>
  <Override PartName="/ppt/tags/tag341.xml" ContentType="application/vnd.openxmlformats-officedocument.presentationml.tags+xml"/>
  <Override PartName="/ppt/tags/tag347.xml" ContentType="application/vnd.openxmlformats-officedocument.presentationml.tags+xml"/>
  <Override PartName="/ppt/tags/tag3690.xml" ContentType="application/vnd.openxmlformats-officedocument.presentationml.tags+xml"/>
  <Override PartName="/ppt/tags/tag3750.xml" ContentType="application/vnd.openxmlformats-officedocument.presentationml.tags+xml"/>
  <Override PartName="/ppt/tags/tag3810.xml" ContentType="application/vnd.openxmlformats-officedocument.presentationml.tags+xml"/>
  <Override PartName="/ppt/tags/tag3970.xml" ContentType="application/vnd.openxmlformats-officedocument.presentationml.tags+xml"/>
  <Override PartName="/ppt/tags/tag402.xml" ContentType="application/vnd.openxmlformats-officedocument.presentationml.tags+xml"/>
  <Override PartName="/ppt/tags/tag407.xml" ContentType="application/vnd.openxmlformats-officedocument.presentationml.tags+xml"/>
  <Override PartName="/ppt/tags/tag413.xml" ContentType="application/vnd.openxmlformats-officedocument.presentationml.tags+xml"/>
  <Override PartName="/ppt/tags/tag419.xml" ContentType="application/vnd.openxmlformats-officedocument.presentationml.tags+xml"/>
  <Override PartName="/ppt/tags/tag435.xml" ContentType="application/vnd.openxmlformats-officedocument.presentationml.tags+xml"/>
  <Override PartName="/ppt/tags/tag440.xml" ContentType="application/vnd.openxmlformats-officedocument.presentationml.tags+xml"/>
  <Override PartName="/ppt/tags/tag445.xml" ContentType="application/vnd.openxmlformats-officedocument.presentationml.tags+xml"/>
  <Override PartName="/ppt/tags/tag451.xml" ContentType="application/vnd.openxmlformats-officedocument.presentationml.tags+xml"/>
  <Override PartName="/ppt/tags/tag457.xml" ContentType="application/vnd.openxmlformats-officedocument.presentationml.tags+xml"/>
  <Override PartName="/ppt/tags/tag471.xml" ContentType="application/vnd.openxmlformats-officedocument.presentationml.tags+xml"/>
  <Override PartName="/ppt/tags/tag477.xml" ContentType="application/vnd.openxmlformats-officedocument.presentationml.tags+xml"/>
  <Override PartName="/ppt/tags/tag483.xml" ContentType="application/vnd.openxmlformats-officedocument.presentationml.tags+xml"/>
  <Override PartName="/ppt/tags/tag490.xml" ContentType="application/vnd.openxmlformats-officedocument.presentationml.tags+xml"/>
  <Override PartName="/ppt/tags/tag495.xml" ContentType="application/vnd.openxmlformats-officedocument.presentationml.tags+xml"/>
  <Override PartName="/ppt/tags/tag501.xml" ContentType="application/vnd.openxmlformats-officedocument.presentationml.tags+xml"/>
  <Override PartName="/ppt/tags/tag524.xml" ContentType="application/vnd.openxmlformats-officedocument.presentationml.tags+xml"/>
  <Override PartName="/ppt/tags/tag530.xml" ContentType="application/vnd.openxmlformats-officedocument.presentationml.tags+xml"/>
  <Override PartName="/ppt/tags/tag536.xml" ContentType="application/vnd.openxmlformats-officedocument.presentationml.tags+xml"/>
  <Override PartName="/ppt/tags/tag552.xml" ContentType="application/vnd.openxmlformats-officedocument.presentationml.tags+xml"/>
  <Override PartName="/ppt/tags/tag558.xml" ContentType="application/vnd.openxmlformats-officedocument.presentationml.tags+xml"/>
  <Override PartName="/ppt/tags/tag564.xml" ContentType="application/vnd.openxmlformats-officedocument.presentationml.tags+xml"/>
  <Override PartName="/ppt/tags/tag621.xml" ContentType="application/vnd.openxmlformats-officedocument.presentationml.tags+xml"/>
  <Override PartName="/ppt/tags/tag627.xml" ContentType="application/vnd.openxmlformats-officedocument.presentationml.tags+xml"/>
  <Override PartName="/ppt/tags/tag633.xml" ContentType="application/vnd.openxmlformats-officedocument.presentationml.tags+xml"/>
  <Override PartName="/ppt/tags/tag639.xml" ContentType="application/vnd.openxmlformats-officedocument.presentationml.tags+xml"/>
  <Override PartName="/ppt/tags/tag647.xml" ContentType="application/vnd.openxmlformats-officedocument.presentationml.tags+xml"/>
  <Override PartName="/ppt/tags/tag652.xml" ContentType="application/vnd.openxmlformats-officedocument.presentationml.tags+xml"/>
  <Override PartName="/ppt/tags/tag658.xml" ContentType="application/vnd.openxmlformats-officedocument.presentationml.tags+xml"/>
  <Override PartName="/ppt/tags/tag664.xml" ContentType="application/vnd.openxmlformats-officedocument.presentationml.tags+xml"/>
  <Override PartName="/ppt/tags/tag6830.xml" ContentType="application/vnd.openxmlformats-officedocument.presentationml.tags+xml"/>
  <Override PartName="/ppt/tags/tag689.xml" ContentType="application/vnd.openxmlformats-officedocument.presentationml.tags+xml"/>
  <Override PartName="/ppt/tags/tag695.xml" ContentType="application/vnd.openxmlformats-officedocument.presentationml.tags+xml"/>
  <Override PartName="/ppt/tags/tag706.xml" ContentType="application/vnd.openxmlformats-officedocument.presentationml.tags+xml"/>
  <Override PartName="/ppt/tags/tag711.xml" ContentType="application/vnd.openxmlformats-officedocument.presentationml.tags+xml"/>
  <Override PartName="/ppt/tags/tag717.xml" ContentType="application/vnd.openxmlformats-officedocument.presentationml.tags+xml"/>
  <Override PartName="/ppt/tags/tag723.xml" ContentType="application/vnd.openxmlformats-officedocument.presentationml.tags+xml"/>
  <Override PartName="/ppt/tags/tag736.xml" ContentType="application/vnd.openxmlformats-officedocument.presentationml.tags+xml"/>
  <Override PartName="/ppt/tags/tag741.xml" ContentType="application/vnd.openxmlformats-officedocument.presentationml.tags+xml"/>
  <Override PartName="/ppt/tags/tag747.xml" ContentType="application/vnd.openxmlformats-officedocument.presentationml.tags+xml"/>
  <Override PartName="/ppt/tags/tag753.xml" ContentType="application/vnd.openxmlformats-officedocument.presentationml.tags+xml"/>
  <Override PartName="/ppt/tags/tag7730.xml" ContentType="application/vnd.openxmlformats-officedocument.presentationml.tags+xml"/>
  <Override PartName="/ppt/tags/tag7780.xml" ContentType="application/vnd.openxmlformats-officedocument.presentationml.tags+xml"/>
  <Override PartName="/ppt/tags/tag7840.xml" ContentType="application/vnd.openxmlformats-officedocument.presentationml.tags+xml"/>
  <Override PartName="/ppt/tags/tag7900.xml" ContentType="application/vnd.openxmlformats-officedocument.presentationml.tags+xml"/>
  <Override PartName="/ppt/tags/tag803.xml" ContentType="application/vnd.openxmlformats-officedocument.presentationml.tags+xml"/>
  <Override PartName="/ppt/tags/tag808.xml" ContentType="application/vnd.openxmlformats-officedocument.presentationml.tags+xml"/>
  <Override PartName="/ppt/tags/tag815.xml" ContentType="application/vnd.openxmlformats-officedocument.presentationml.tags+xml"/>
  <Override PartName="/ppt/tags/tag828.xml" ContentType="application/vnd.openxmlformats-officedocument.presentationml.tags+xml"/>
  <Override PartName="/ppt/tags/tag833.xml" ContentType="application/vnd.openxmlformats-officedocument.presentationml.tags+xml"/>
  <Override PartName="/ppt/tags/tag839.xml" ContentType="application/vnd.openxmlformats-officedocument.presentationml.tags+xml"/>
  <Override PartName="/ppt/tags/tag845.xml" ContentType="application/vnd.openxmlformats-officedocument.presentationml.tags+xml"/>
  <Override PartName="/ppt/tags/tag862.xml" ContentType="application/vnd.openxmlformats-officedocument.presentationml.tags+xml"/>
  <Override PartName="/ppt/tags/tag868.xml" ContentType="application/vnd.openxmlformats-officedocument.presentationml.tags+xml"/>
  <Override PartName="/ppt/tags/tag874.xml" ContentType="application/vnd.openxmlformats-officedocument.presentationml.tags+xml"/>
  <Override PartName="/ppt/tags/tag893.xml" ContentType="application/vnd.openxmlformats-officedocument.presentationml.tags+xml"/>
  <Override PartName="/ppt/tags/tag899.xml" ContentType="application/vnd.openxmlformats-officedocument.presentationml.tags+xml"/>
  <Override PartName="/ppt/tags/tag907.xml" ContentType="application/vnd.openxmlformats-officedocument.presentationml.tags+xml"/>
  <Override PartName="/ppt/tags/tag913.xml" ContentType="application/vnd.openxmlformats-officedocument.presentationml.tags+xml"/>
  <Override PartName="/ppt/tags/tag948.xml" ContentType="application/vnd.openxmlformats-officedocument.presentationml.tags+xml"/>
  <Override PartName="/ppt/tags/tag954.xml" ContentType="application/vnd.openxmlformats-officedocument.presentationml.tags+xml"/>
  <Override PartName="/ppt/tags/tag960.xml" ContentType="application/vnd.openxmlformats-officedocument.presentationml.tags+xml"/>
  <Override PartName="/ppt/tags/tag966.xml" ContentType="application/vnd.openxmlformats-officedocument.presentationml.tags+xml"/>
  <Override PartName="/ppt/tags/tag997.xml" ContentType="application/vnd.openxmlformats-officedocument.presentationml.tags+xml"/>
  <Override PartName="/ppt/tags/tag1003.xml" ContentType="application/vnd.openxmlformats-officedocument.presentationml.tags+xml"/>
  <Override PartName="/ppt/tags/tag1009.xml" ContentType="application/vnd.openxmlformats-officedocument.presentationml.tags+xml"/>
  <Override PartName="/ppt/tags/tag1015.xml" ContentType="application/vnd.openxmlformats-officedocument.presentationml.tags+xml"/>
  <Override PartName="/ppt/tags/tag1045.xml" ContentType="application/vnd.openxmlformats-officedocument.presentationml.tags+xml"/>
  <Override PartName="/ppt/tags/tag1051.xml" ContentType="application/vnd.openxmlformats-officedocument.presentationml.tags+xml"/>
  <Override PartName="/ppt/tags/tag1057.xml" ContentType="application/vnd.openxmlformats-officedocument.presentationml.tags+xml"/>
  <Override PartName="/ppt/tags/tag1063.xml" ContentType="application/vnd.openxmlformats-officedocument.presentationml.tags+xml"/>
  <Override PartName="/ppt/tags/tag1073.xml" ContentType="application/vnd.openxmlformats-officedocument.presentationml.tags+xml"/>
  <Override PartName="/ppt/tags/tag1079.xml" ContentType="application/vnd.openxmlformats-officedocument.presentationml.tags+xml"/>
  <Override PartName="/ppt/tags/tag1086.xml" ContentType="application/vnd.openxmlformats-officedocument.presentationml.tags+xml"/>
  <Override PartName="/ppt/tags/tag1120.xml" ContentType="application/vnd.openxmlformats-officedocument.presentationml.tags+xml"/>
  <Override PartName="/ppt/tags/tag1126.xml" ContentType="application/vnd.openxmlformats-officedocument.presentationml.tags+xml"/>
  <Override PartName="/ppt/tags/tag1132.xml" ContentType="application/vnd.openxmlformats-officedocument.presentationml.tags+xml"/>
  <Override PartName="/ppt/tags/tag1160.xml" ContentType="application/vnd.openxmlformats-officedocument.presentationml.tags+xml"/>
  <Override PartName="/ppt/tags/tag1166.xml" ContentType="application/vnd.openxmlformats-officedocument.presentationml.tags+xml"/>
  <Override PartName="/ppt/tags/tag1172.xml" ContentType="application/vnd.openxmlformats-officedocument.presentationml.tags+xml"/>
  <Override PartName="/ppt/tags/tag1178.xml" ContentType="application/vnd.openxmlformats-officedocument.presentationml.tags+xml"/>
  <Override PartName="/ppt/tags/tag1346.xml" ContentType="application/vnd.openxmlformats-officedocument.presentationml.tags+xml"/>
  <Override PartName="/ppt/tags/tag1351.xml" ContentType="application/vnd.openxmlformats-officedocument.presentationml.tags+xml"/>
  <Override PartName="/ppt/tags/tag1357.xml" ContentType="application/vnd.openxmlformats-officedocument.presentationml.tags+xml"/>
  <Override PartName="/ppt/tags/tag1363.xml" ContentType="application/vnd.openxmlformats-officedocument.presentationml.tags+xml"/>
  <Override PartName="/ppt/tags/tag1370.xml" ContentType="application/vnd.openxmlformats-officedocument.presentationml.tags+xml"/>
  <Override PartName="/ppt/tags/tag1376.xml" ContentType="application/vnd.openxmlformats-officedocument.presentationml.tags+xml"/>
  <Override PartName="/ppt/tags/tag1382.xml" ContentType="application/vnd.openxmlformats-officedocument.presentationml.tags+xml"/>
  <Override PartName="/ppt/tags/tag1387.xml" ContentType="application/vnd.openxmlformats-officedocument.presentationml.tags+xml"/>
  <Override PartName="/ppt/tags/tag1392.xml" ContentType="application/vnd.openxmlformats-officedocument.presentationml.tags+xml"/>
  <Override PartName="/ppt/tags/tag1395.xml" ContentType="application/vnd.openxmlformats-officedocument.presentationml.tags+xml"/>
  <Override PartName="/ppt/tags/tag1401.xml" ContentType="application/vnd.openxmlformats-officedocument.presentationml.tags+xml"/>
  <Override PartName="/ppt/tags/tag1406.xml" ContentType="application/vnd.openxmlformats-officedocument.presentationml.tags+xml"/>
  <Override PartName="/ppt/tags/tag1412.xml" ContentType="application/vnd.openxmlformats-officedocument.presentationml.tags+xml"/>
  <Override PartName="/ppt/tags/tag1418.xml" ContentType="application/vnd.openxmlformats-officedocument.presentationml.tags+xml"/>
  <Override PartName="/ppt/tags/tag1421.xml" ContentType="application/vnd.openxmlformats-officedocument.presentationml.tags+xml"/>
  <Override PartName="/ppt/tags/tag1441.xml" ContentType="application/vnd.openxmlformats-officedocument.presentationml.tags+xml"/>
  <Override PartName="/ppt/tags/tag1446.xml" ContentType="application/vnd.openxmlformats-officedocument.presentationml.tags+xml"/>
  <Override PartName="/ppt/tags/tag1451.xml" ContentType="application/vnd.openxmlformats-officedocument.presentationml.tags+xml"/>
  <Override PartName="/ppt/tags/tag1456.xml" ContentType="application/vnd.openxmlformats-officedocument.presentationml.tags+xml"/>
  <Override PartName="/ppt/tags/tag1462.xml" ContentType="application/vnd.openxmlformats-officedocument.presentationml.tags+xml"/>
  <Override PartName="/ppt/tags/tag1468.xml" ContentType="application/vnd.openxmlformats-officedocument.presentationml.tags+xml"/>
  <Override PartName="/ppt/tags/tag1475.xml" ContentType="application/vnd.openxmlformats-officedocument.presentationml.tags+xml"/>
  <Override PartName="/ppt/tags/tag1481.xml" ContentType="application/vnd.openxmlformats-officedocument.presentationml.tags+xml"/>
  <Override PartName="/ppt/tags/tag1487.xml" ContentType="application/vnd.openxmlformats-officedocument.presentationml.tags+xml"/>
  <Override PartName="/ppt/tags/tag1493.xml" ContentType="application/vnd.openxmlformats-officedocument.presentationml.tags+xml"/>
  <Override PartName="/ppt/tags/tag1499.xml" ContentType="application/vnd.openxmlformats-officedocument.presentationml.tags+xml"/>
  <Override PartName="/ppt/tags/tag1502.xml" ContentType="application/vnd.openxmlformats-officedocument.presentationml.tags+xml"/>
  <Override PartName="/ppt/tags/tag1508.xml" ContentType="application/vnd.openxmlformats-officedocument.presentationml.tags+xml"/>
  <Override PartName="/ppt/tags/tag1513.xml" ContentType="application/vnd.openxmlformats-officedocument.presentationml.tags+xml"/>
  <Override PartName="/ppt/tags/tag1519.xml" ContentType="application/vnd.openxmlformats-officedocument.presentationml.tags+xml"/>
  <Override PartName="/ppt/tags/tag1525.xml" ContentType="application/vnd.openxmlformats-officedocument.presentationml.tags+xml"/>
  <Override PartName="/ppt/tags/tag1528.xml" ContentType="application/vnd.openxmlformats-officedocument.presentationml.tags+xml"/>
  <Override PartName="/ppt/tags/tag1547.xml" ContentType="application/vnd.openxmlformats-officedocument.presentationml.tags+xml"/>
  <Override PartName="/ppt/tags/tag1553.xml" ContentType="application/vnd.openxmlformats-officedocument.presentationml.tags+xml"/>
  <Override PartName="/ppt/tags/tag1558.xml" ContentType="application/vnd.openxmlformats-officedocument.presentationml.tags+xml"/>
  <Override PartName="/ppt/tags/tag1580.xml" ContentType="application/vnd.openxmlformats-officedocument.presentationml.tags+xml"/>
  <Override PartName="/ppt/tags/tag1585.xml" ContentType="application/vnd.openxmlformats-officedocument.presentationml.tags+xml"/>
  <Override PartName="/ppt/tags/tag1590.xml" ContentType="application/vnd.openxmlformats-officedocument.presentationml.tags+xml"/>
  <Override PartName="/ppt/tags/tag1596.xml" ContentType="application/vnd.openxmlformats-officedocument.presentationml.tags+xml"/>
  <Override PartName="/ppt/tags/tag1602.xml" ContentType="application/vnd.openxmlformats-officedocument.presentationml.tags+xml"/>
  <Override PartName="/ppt/tags/tag1609.xml" ContentType="application/vnd.openxmlformats-officedocument.presentationml.tags+xml"/>
  <Override PartName="/ppt/tags/tag1615.xml" ContentType="application/vnd.openxmlformats-officedocument.presentationml.tags+xml"/>
  <Override PartName="/ppt/tags/tag1621.xml" ContentType="application/vnd.openxmlformats-officedocument.presentationml.tags+xml"/>
  <Override PartName="/ppt/tags/tag1627.xml" ContentType="application/vnd.openxmlformats-officedocument.presentationml.tags+xml"/>
  <Override PartName="/ppt/tags/tag1633.xml" ContentType="application/vnd.openxmlformats-officedocument.presentationml.tags+xml"/>
  <Override PartName="/ppt/tags/tag1636.xml" ContentType="application/vnd.openxmlformats-officedocument.presentationml.tags+xml"/>
  <Override PartName="/ppt/tags/tag1638.xml" ContentType="application/vnd.openxmlformats-officedocument.presentationml.tags+xml"/>
  <Override PartName="/ppt/tags/tag1644.xml" ContentType="application/vnd.openxmlformats-officedocument.presentationml.tags+xml"/>
  <Override PartName="/ppt/tags/tag1649.xml" ContentType="application/vnd.openxmlformats-officedocument.presentationml.tags+xml"/>
  <Override PartName="/ppt/tags/tag1655.xml" ContentType="application/vnd.openxmlformats-officedocument.presentationml.tags+xml"/>
  <Override PartName="/ppt/tags/tag1661.xml" ContentType="application/vnd.openxmlformats-officedocument.presentationml.tags+xml"/>
  <Override PartName="/ppt/tags/tag1699.xml" ContentType="application/vnd.openxmlformats-officedocument.presentationml.tags+xml"/>
  <Override PartName="/ppt/tags/tag1705.xml" ContentType="application/vnd.openxmlformats-officedocument.presentationml.tags+xml"/>
  <Override PartName="/ppt/tags/tag1711.xml" ContentType="application/vnd.openxmlformats-officedocument.presentationml.tags+xml"/>
  <Override PartName="/ppt/tags/tag1717.xml" ContentType="application/vnd.openxmlformats-officedocument.presentationml.tags+xml"/>
  <Override PartName="/ppt/tags/tag1723.xml" ContentType="application/vnd.openxmlformats-officedocument.presentationml.tags+xml"/>
  <Override PartName="/ppt/tags/tag1729.xml" ContentType="application/vnd.openxmlformats-officedocument.presentationml.tags+xml"/>
  <Override PartName="/ppt/tags/tag1764.xml" ContentType="application/vnd.openxmlformats-officedocument.presentationml.tags+xml"/>
  <Override PartName="/ppt/tags/tag1770.xml" ContentType="application/vnd.openxmlformats-officedocument.presentationml.tags+xml"/>
  <Override PartName="/ppt/tags/tag1776.xml" ContentType="application/vnd.openxmlformats-officedocument.presentationml.tags+xml"/>
  <Override PartName="/ppt/tags/tag1782.xml" ContentType="application/vnd.openxmlformats-officedocument.presentationml.tags+xml"/>
  <Override PartName="/ppt/tags/tag1788.xml" ContentType="application/vnd.openxmlformats-officedocument.presentationml.tags+xml"/>
  <Override PartName="/ppt/tags/tag1794.xml" ContentType="application/vnd.openxmlformats-officedocument.presentationml.tags+xml"/>
  <Override PartName="/ppt/tags/tag1826.xml" ContentType="application/vnd.openxmlformats-officedocument.presentationml.tags+xml"/>
  <Override PartName="/ppt/tags/tag1829.xml" ContentType="application/vnd.openxmlformats-officedocument.presentationml.tags+xml"/>
  <Override PartName="/ppt/tags/tag1833.xml" ContentType="application/vnd.openxmlformats-officedocument.presentationml.tags+xml"/>
  <Override PartName="/ppt/tags/tag1837.xml" ContentType="application/vnd.openxmlformats-officedocument.presentationml.tags+xml"/>
  <Override PartName="/ppt/tags/tag1843.xml" ContentType="application/vnd.openxmlformats-officedocument.presentationml.tags+xml"/>
  <Override PartName="/ppt/tags/tag1849.xml" ContentType="application/vnd.openxmlformats-officedocument.presentationml.tags+xml"/>
  <Override PartName="/ppt/tags/tag1852.xml" ContentType="application/vnd.openxmlformats-officedocument.presentationml.tags+xml"/>
  <Override PartName="/ppt/tags/tag1858.xml" ContentType="application/vnd.openxmlformats-officedocument.presentationml.tags+xml"/>
  <Override PartName="/ppt/tags/tag1863.xml" ContentType="application/vnd.openxmlformats-officedocument.presentationml.tags+xml"/>
  <Override PartName="/ppt/tags/tag1867.xml" ContentType="application/vnd.openxmlformats-officedocument.presentationml.tags+xml"/>
  <Override PartName="/ppt/tags/tag1872.xml" ContentType="application/vnd.openxmlformats-officedocument.presentationml.tags+xml"/>
  <Override PartName="/ppt/tags/tag1879.xml" ContentType="application/vnd.openxmlformats-officedocument.presentationml.tags+xml"/>
  <Override PartName="/ppt/tags/tag1884.xml" ContentType="application/vnd.openxmlformats-officedocument.presentationml.tags+xml"/>
  <Override PartName="/ppt/tags/tag1888.xml" ContentType="application/vnd.openxmlformats-officedocument.presentationml.tags+xml"/>
  <Override PartName="/ppt/tags/tag1893.xml" ContentType="application/vnd.openxmlformats-officedocument.presentationml.tags+xml"/>
  <Override PartName="/ppt/tags/tag1899.xml" ContentType="application/vnd.openxmlformats-officedocument.presentationml.tags+xml"/>
  <Override PartName="/ppt/tags/tag1927.xml" ContentType="application/vnd.openxmlformats-officedocument.presentationml.tags+xml"/>
  <Override PartName="/ppt/tags/tag1930.xml" ContentType="application/vnd.openxmlformats-officedocument.presentationml.tags+xml"/>
  <Override PartName="/ppt/tags/tag1934.xml" ContentType="application/vnd.openxmlformats-officedocument.presentationml.tags+xml"/>
  <Override PartName="/ppt/tags/tag1938.xml" ContentType="application/vnd.openxmlformats-officedocument.presentationml.tags+xml"/>
  <Override PartName="/ppt/tags/tag1944.xml" ContentType="application/vnd.openxmlformats-officedocument.presentationml.tags+xml"/>
  <Override PartName="/ppt/tags/tag1950.xml" ContentType="application/vnd.openxmlformats-officedocument.presentationml.tags+xml"/>
  <Override PartName="/ppt/tags/tag1957.xml" ContentType="application/vnd.openxmlformats-officedocument.presentationml.tags+xml"/>
  <Override PartName="/ppt/tags/tag1962.xml" ContentType="application/vnd.openxmlformats-officedocument.presentationml.tags+xml"/>
  <Override PartName="/ppt/tags/tag1966.xml" ContentType="application/vnd.openxmlformats-officedocument.presentationml.tags+xml"/>
  <Override PartName="/ppt/tags/tag1971.xml" ContentType="application/vnd.openxmlformats-officedocument.presentationml.tags+xml"/>
  <Override PartName="/ppt/tags/tag1977.xml" ContentType="application/vnd.openxmlformats-officedocument.presentationml.tags+xml"/>
  <Override PartName="/ppt/tags/tag1984.xml" ContentType="application/vnd.openxmlformats-officedocument.presentationml.tags+xml"/>
  <Override PartName="/ppt/tags/tag1989.xml" ContentType="application/vnd.openxmlformats-officedocument.presentationml.tags+xml"/>
  <Override PartName="/ppt/tags/tag1993.xml" ContentType="application/vnd.openxmlformats-officedocument.presentationml.tags+xml"/>
  <Override PartName="/ppt/tags/tag1998.xml" ContentType="application/vnd.openxmlformats-officedocument.presentationml.tags+xml"/>
  <Override PartName="/ppt/tags/tag2004.xml" ContentType="application/vnd.openxmlformats-officedocument.presentationml.tags+xml"/>
  <Override PartName="/ppt/tags/tag2011.xml" ContentType="application/vnd.openxmlformats-officedocument.presentationml.tags+xml"/>
  <Override PartName="/ppt/tags/tag2016.xml" ContentType="application/vnd.openxmlformats-officedocument.presentationml.tags+xml"/>
  <Override PartName="/ppt/tags/tag2020.xml" ContentType="application/vnd.openxmlformats-officedocument.presentationml.tags+xml"/>
  <Override PartName="/ppt/tags/tag2024.xml" ContentType="application/vnd.openxmlformats-officedocument.presentationml.tags+xml"/>
  <Override PartName="/ppt/tags/tag2029.xml" ContentType="application/vnd.openxmlformats-officedocument.presentationml.tags+xml"/>
  <Override PartName="/ppt/tags/tag2032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86" r:id="rId2"/>
    <p:sldId id="3006" r:id="rId3"/>
    <p:sldId id="3007" r:id="rId4"/>
    <p:sldId id="3008" r:id="rId5"/>
    <p:sldId id="3009" r:id="rId6"/>
    <p:sldId id="3010" r:id="rId7"/>
    <p:sldId id="3011" r:id="rId8"/>
    <p:sldId id="3012" r:id="rId9"/>
    <p:sldId id="3014" r:id="rId10"/>
    <p:sldId id="3013" r:id="rId11"/>
    <p:sldId id="3015" r:id="rId12"/>
    <p:sldId id="3016" r:id="rId13"/>
    <p:sldId id="3017" r:id="rId14"/>
    <p:sldId id="3018" r:id="rId15"/>
    <p:sldId id="3019" r:id="rId16"/>
    <p:sldId id="3020" r:id="rId17"/>
    <p:sldId id="3021" r:id="rId18"/>
    <p:sldId id="3022" r:id="rId19"/>
    <p:sldId id="3025" r:id="rId20"/>
    <p:sldId id="3026" r:id="rId21"/>
    <p:sldId id="3027" r:id="rId22"/>
    <p:sldId id="3028" r:id="rId23"/>
    <p:sldId id="3029" r:id="rId24"/>
    <p:sldId id="3030" r:id="rId25"/>
    <p:sldId id="3031" r:id="rId26"/>
    <p:sldId id="3035" r:id="rId27"/>
    <p:sldId id="3036" r:id="rId28"/>
    <p:sldId id="3037" r:id="rId29"/>
    <p:sldId id="3038" r:id="rId30"/>
    <p:sldId id="3039" r:id="rId31"/>
    <p:sldId id="3040" r:id="rId32"/>
    <p:sldId id="3041" r:id="rId33"/>
  </p:sldIdLst>
  <p:sldSz cx="9144000" cy="5130800"/>
  <p:notesSz cx="6858000" cy="9144000"/>
  <p:custDataLst>
    <p:tags r:id="rId36"/>
  </p:custDataLst>
  <p:defaultTextStyle>
    <a:lvl1pPr>
      <a:defRPr>
        <a:latin typeface="Arial"/>
        <a:ea typeface="Arial"/>
        <a:cs typeface="Arial"/>
        <a:sym typeface="Arial"/>
      </a:defRPr>
    </a:lvl1pPr>
    <a:lvl2pPr indent="457200">
      <a:defRPr>
        <a:latin typeface="Arial"/>
        <a:ea typeface="Arial"/>
        <a:cs typeface="Arial"/>
        <a:sym typeface="Arial"/>
      </a:defRPr>
    </a:lvl2pPr>
    <a:lvl3pPr indent="914400">
      <a:defRPr>
        <a:latin typeface="Arial"/>
        <a:ea typeface="Arial"/>
        <a:cs typeface="Arial"/>
        <a:sym typeface="Arial"/>
      </a:defRPr>
    </a:lvl3pPr>
    <a:lvl4pPr indent="1371600">
      <a:defRPr>
        <a:latin typeface="Arial"/>
        <a:ea typeface="Arial"/>
        <a:cs typeface="Arial"/>
        <a:sym typeface="Arial"/>
      </a:defRPr>
    </a:lvl4pPr>
    <a:lvl5pPr indent="1828800">
      <a:defRPr>
        <a:latin typeface="Arial"/>
        <a:ea typeface="Arial"/>
        <a:cs typeface="Arial"/>
        <a:sym typeface="Arial"/>
      </a:defRPr>
    </a:lvl5pPr>
    <a:lvl6pPr indent="2286000">
      <a:defRPr>
        <a:latin typeface="Arial"/>
        <a:ea typeface="Arial"/>
        <a:cs typeface="Arial"/>
        <a:sym typeface="Arial"/>
      </a:defRPr>
    </a:lvl6pPr>
    <a:lvl7pPr indent="2743200">
      <a:defRPr>
        <a:latin typeface="Arial"/>
        <a:ea typeface="Arial"/>
        <a:cs typeface="Arial"/>
        <a:sym typeface="Arial"/>
      </a:defRPr>
    </a:lvl7pPr>
    <a:lvl8pPr indent="3200400">
      <a:defRPr>
        <a:latin typeface="Arial"/>
        <a:ea typeface="Arial"/>
        <a:cs typeface="Arial"/>
        <a:sym typeface="Arial"/>
      </a:defRPr>
    </a:lvl8pPr>
    <a:lvl9pPr indent="3657600">
      <a:defRPr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46">
          <p15:clr>
            <a:srgbClr val="A4A3A4"/>
          </p15:clr>
        </p15:guide>
        <p15:guide id="2" pos="23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4660"/>
  </p:normalViewPr>
  <p:slideViewPr>
    <p:cSldViewPr snapToGrid="0">
      <p:cViewPr varScale="1">
        <p:scale>
          <a:sx n="132" d="100"/>
          <a:sy n="132" d="100"/>
        </p:scale>
        <p:origin x="180" y="438"/>
      </p:cViewPr>
      <p:guideLst>
        <p:guide orient="horz" pos="1846"/>
        <p:guide pos="234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heme" Target="../theme/theme3.xml"/><Relationship Id="rId5" Type="http://schemas.openxmlformats.org/officeDocument/2006/relationships/tags" Target="../tags/tag141.xml"/><Relationship Id="rId4" Type="http://schemas.openxmlformats.org/officeDocument/2006/relationships/tags" Target="../tags/tag14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  <p:custDataLst>
              <p:tags r:id="rId2"/>
            </p:custDataLst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  <p:custDataLst>
              <p:tags r:id="rId3"/>
            </p:custDataLst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  <p:custDataLst>
              <p:tags r:id="rId4"/>
            </p:custDataLst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  <p:custDataLst>
              <p:tags r:id="rId5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8775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/>
            <p:custDataLst>
              <p:tags r:id="rId2"/>
            </p:custDataLst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36" name="Shape 36"/>
          <p:cNvSpPr>
            <a:spLocks noGrp="1"/>
          </p:cNvSpPr>
          <p:nvPr>
            <p:ph type="body" sz="quarter" idx="1"/>
            <p:custDataLst>
              <p:tags r:id="rId3"/>
            </p:custDataLst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841835458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1pPr>
    <a:lvl2pPr indent="2286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2pPr>
    <a:lvl3pPr indent="4572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3pPr>
    <a:lvl4pPr indent="6858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4pPr>
    <a:lvl5pPr indent="9144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>
      <a:lnSpc>
        <a:spcPct val="118000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5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133.xml"/><Relationship Id="rId2" Type="http://schemas.openxmlformats.org/officeDocument/2006/relationships/tags" Target="../tags/tag1131.xml"/><Relationship Id="rId1" Type="http://schemas.openxmlformats.org/officeDocument/2006/relationships/tags" Target="../tags/tag1130.xml"/><Relationship Id="rId5" Type="http://schemas.openxmlformats.org/officeDocument/2006/relationships/slide" Target="../slides/slide17.xml"/><Relationship Id="rId4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140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813.xml"/><Relationship Id="rId2" Type="http://schemas.openxmlformats.org/officeDocument/2006/relationships/tags" Target="../tags/tag1812.xml"/><Relationship Id="rId1" Type="http://schemas.openxmlformats.org/officeDocument/2006/relationships/tags" Target="../tags/tag1811.xml"/><Relationship Id="rId5" Type="http://schemas.openxmlformats.org/officeDocument/2006/relationships/slide" Target="../slides/slide26.xml"/><Relationship Id="rId4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notesMaster" Target="../notesMasters/notesMaster1.xml"/><Relationship Id="rId2" Type="http://schemas.openxmlformats.org/officeDocument/2006/relationships/tags" Target="../tags/tag1834.xml"/><Relationship Id="rId1" Type="http://schemas.openxmlformats.org/officeDocument/2006/relationships/tags" Target="../tags/tag1832.xml"/><Relationship Id="rId4" Type="http://schemas.openxmlformats.org/officeDocument/2006/relationships/slide" Target="../slides/slide27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49.xml"/><Relationship Id="rId2" Type="http://schemas.openxmlformats.org/officeDocument/2006/relationships/tags" Target="../tags/tag1948.xml"/><Relationship Id="rId1" Type="http://schemas.openxmlformats.org/officeDocument/2006/relationships/tags" Target="../tags/tag1947.xml"/><Relationship Id="rId5" Type="http://schemas.openxmlformats.org/officeDocument/2006/relationships/slide" Target="../slides/slide29.xml"/><Relationship Id="rId4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063.xml"/><Relationship Id="rId2" Type="http://schemas.openxmlformats.org/officeDocument/2006/relationships/tags" Target="../tags/tag2062.xml"/><Relationship Id="rId1" Type="http://schemas.openxmlformats.org/officeDocument/2006/relationships/tags" Target="../tags/tag2061.xml"/><Relationship Id="rId5" Type="http://schemas.openxmlformats.org/officeDocument/2006/relationships/slide" Target="../slides/slide32.xml"/><Relationship Id="rId4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备注占位符 1"/>
          <p:cNvSpPr>
            <a:spLocks noGrp="1"/>
          </p:cNvSpPr>
          <p:nvPr>
            <p:ph type="body"/>
            <p:custDataLst>
              <p:tags r:id="rId1"/>
            </p:custDataLst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572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>
          <a:xfrm>
            <a:off x="374650" y="685800"/>
            <a:ext cx="6108700" cy="3429000"/>
          </a:xfrm>
        </p:spPr>
      </p:sp>
      <p:sp>
        <p:nvSpPr>
          <p:cNvPr id="161794" name="备注占位符 2"/>
          <p:cNvSpPr>
            <a:spLocks noGrp="1"/>
          </p:cNvSpPr>
          <p:nvPr>
            <p:ph type="body" idx="6"/>
            <p:custDataLst>
              <p:tags r:id="rId2"/>
            </p:custDataLst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 lIns="91440" tIns="45720" rIns="91440" bIns="4572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672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5" name="备注占位符 1"/>
          <p:cNvSpPr>
            <a:spLocks noGrp="1"/>
          </p:cNvSpPr>
          <p:nvPr>
            <p:ph type="body"/>
            <p:custDataLst>
              <p:tags r:id="rId1"/>
            </p:custDataLst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8159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1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>
          <a:xfrm>
            <a:off x="374650" y="685800"/>
            <a:ext cx="6108700" cy="3429000"/>
          </a:xfrm>
        </p:spPr>
      </p:sp>
      <p:sp>
        <p:nvSpPr>
          <p:cNvPr id="168962" name="备注占位符 2"/>
          <p:cNvSpPr>
            <a:spLocks noGrp="1"/>
          </p:cNvSpPr>
          <p:nvPr>
            <p:ph type="body" idx="6"/>
            <p:custDataLst>
              <p:tags r:id="rId2"/>
            </p:custDataLst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 lIns="91440" tIns="45720" rIns="91440" bIns="45720" rtlCol="0" anchor="b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6837353-30EB-4A48-80EB-173D804AEFB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26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065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09" name="幻灯片图像占位符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>
          <a:xfrm>
            <a:off x="374650" y="685800"/>
            <a:ext cx="6108700" cy="3429000"/>
          </a:xfrm>
        </p:spPr>
      </p:sp>
      <p:sp>
        <p:nvSpPr>
          <p:cNvPr id="171010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 lIns="91440" tIns="45720" rIns="91440" bIns="45720" anchor="t"/>
          <a:lstStyle/>
          <a:p>
            <a:pPr lvl="0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846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1" name="幻灯片图像占位符 1"/>
          <p:cNvSpPr>
            <a:spLocks noGrp="1" noRot="1" noChangeAspect="1" noTextEdit="1"/>
          </p:cNvSpPr>
          <p:nvPr>
            <p:ph type="sldImg"/>
            <p:custDataLst>
              <p:tags r:id="rId1"/>
            </p:custDataLst>
          </p:nvPr>
        </p:nvSpPr>
        <p:spPr>
          <a:xfrm>
            <a:off x="374650" y="685800"/>
            <a:ext cx="6108700" cy="3429000"/>
          </a:xfrm>
          <a:ln>
            <a:miter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083" name="灯片编号占位符 3"/>
          <p:cNvSpPr txBox="1">
            <a:spLocks noGrp="1"/>
          </p:cNvSpPr>
          <p:nvPr>
            <p:custDataLst>
              <p:tags r:id="rId3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29</a:t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20251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7" name="幻灯片图像占位符 1"/>
          <p:cNvSpPr>
            <a:spLocks noGrp="1" noRot="1" noChangeAspect="1" noTextEdit="1"/>
          </p:cNvSpPr>
          <p:nvPr>
            <p:ph type="sldImg"/>
            <p:custDataLst>
              <p:tags r:id="rId1"/>
            </p:custDataLst>
          </p:nvPr>
        </p:nvSpPr>
        <p:spPr>
          <a:xfrm>
            <a:off x="374650" y="685800"/>
            <a:ext cx="6108700" cy="3429000"/>
          </a:xfrm>
          <a:ln>
            <a:miter/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8179" name="灯片编号占位符 3"/>
          <p:cNvSpPr txBox="1">
            <a:spLocks noGrp="1"/>
          </p:cNvSpPr>
          <p:nvPr>
            <p:custDataLst>
              <p:tags r:id="rId3"/>
            </p:custDataLst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>
                <a:latin typeface="Arial" panose="020B0604020202020204" pitchFamily="34" charset="0"/>
                <a:ea typeface="宋体" panose="02010600030101010101" pitchFamily="2" charset="-122"/>
              </a:rPr>
              <a:t>32</a:t>
            </a:fld>
            <a:endParaRPr lang="zh-CN" altLang="en-US" sz="12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3199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2.xml"/><Relationship Id="rId1" Type="http://schemas.openxmlformats.org/officeDocument/2006/relationships/tags" Target="../tags/tag1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5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30.xml"/><Relationship Id="rId4" Type="http://schemas.openxmlformats.org/officeDocument/2006/relationships/tags" Target="../tags/tag29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1.xml"/><Relationship Id="rId4" Type="http://schemas.openxmlformats.org/officeDocument/2006/relationships/tags" Target="../tags/tag40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49.xml"/><Relationship Id="rId13" Type="http://schemas.openxmlformats.org/officeDocument/2006/relationships/image" Target="../media/image3.png"/><Relationship Id="rId3" Type="http://schemas.openxmlformats.org/officeDocument/2006/relationships/tags" Target="../tags/tag44.xml"/><Relationship Id="rId7" Type="http://schemas.openxmlformats.org/officeDocument/2006/relationships/tags" Target="../tags/tag48.xml"/><Relationship Id="rId12" Type="http://schemas.openxmlformats.org/officeDocument/2006/relationships/image" Target="../media/image2.jpe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6.xml"/><Relationship Id="rId10" Type="http://schemas.openxmlformats.org/officeDocument/2006/relationships/tags" Target="../tags/tag51.xml"/><Relationship Id="rId4" Type="http://schemas.openxmlformats.org/officeDocument/2006/relationships/tags" Target="../tags/tag45.xml"/><Relationship Id="rId9" Type="http://schemas.openxmlformats.org/officeDocument/2006/relationships/tags" Target="../tags/tag50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image" Target="../media/image4.png"/><Relationship Id="rId4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4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3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7.xml"/><Relationship Id="rId9" Type="http://schemas.openxmlformats.org/officeDocument/2006/relationships/tags" Target="../tags/tag8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5" Type="http://schemas.openxmlformats.org/officeDocument/2006/relationships/image" Target="../media/image5.png"/><Relationship Id="rId4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4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2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9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4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11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5" Type="http://schemas.openxmlformats.org/officeDocument/2006/relationships/tags" Target="../tags/tag114.xml"/><Relationship Id="rId10" Type="http://schemas.openxmlformats.org/officeDocument/2006/relationships/tags" Target="../tags/tag119.xml"/><Relationship Id="rId4" Type="http://schemas.openxmlformats.org/officeDocument/2006/relationships/tags" Target="../tags/tag113.xml"/><Relationship Id="rId9" Type="http://schemas.openxmlformats.org/officeDocument/2006/relationships/tags" Target="../tags/tag11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13" Type="http://schemas.openxmlformats.org/officeDocument/2006/relationships/tags" Target="../tags/tag133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tags" Target="../tags/tag132.xml"/><Relationship Id="rId2" Type="http://schemas.openxmlformats.org/officeDocument/2006/relationships/tags" Target="../tags/tag122.xml"/><Relationship Id="rId16" Type="http://schemas.openxmlformats.org/officeDocument/2006/relationships/slideMaster" Target="../slideMasters/slideMaster1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tags" Target="../tags/tag131.xml"/><Relationship Id="rId5" Type="http://schemas.openxmlformats.org/officeDocument/2006/relationships/tags" Target="../tags/tag125.xml"/><Relationship Id="rId15" Type="http://schemas.openxmlformats.org/officeDocument/2006/relationships/tags" Target="../tags/tag13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Relationship Id="rId14" Type="http://schemas.openxmlformats.org/officeDocument/2006/relationships/tags" Target="../tags/tag13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</a:p>
        </p:txBody>
      </p:sp>
      <p:sp>
        <p:nvSpPr>
          <p:cNvPr id="9" name="Shape 9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正文级别 1</a:t>
            </a:r>
          </a:p>
          <a:p>
            <a:pPr lvl="1">
              <a:defRPr sz="1800"/>
            </a:pPr>
            <a:r>
              <a:rPr sz="3200"/>
              <a:t>正文级别 2</a:t>
            </a:r>
          </a:p>
          <a:p>
            <a:pPr lvl="2">
              <a:defRPr sz="1800"/>
            </a:pPr>
            <a:r>
              <a:rPr sz="3200"/>
              <a:t>正文级别 3</a:t>
            </a:r>
          </a:p>
          <a:p>
            <a:pPr lvl="3">
              <a:defRPr sz="1800"/>
            </a:pPr>
            <a:r>
              <a:rPr sz="3200"/>
              <a:t>正文级别 4</a:t>
            </a:r>
          </a:p>
          <a:p>
            <a:pPr lvl="4">
              <a:defRPr sz="1800"/>
            </a:pPr>
            <a:r>
              <a:rPr sz="3200"/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23887" y="0"/>
            <a:ext cx="7886701" cy="3421064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 lvl="0">
              <a:defRPr sz="1800"/>
            </a:pPr>
            <a:r>
              <a:rPr sz="6000"/>
              <a:t>标题文本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23887" y="3441700"/>
            <a:ext cx="7886701" cy="16891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500"/>
              </a:spcBef>
              <a:buSzTx/>
              <a:buNone/>
              <a:defRPr sz="2400"/>
            </a:lvl1pPr>
            <a:lvl2pPr marL="0" indent="457200">
              <a:spcBef>
                <a:spcPts val="500"/>
              </a:spcBef>
              <a:buSzTx/>
              <a:buNone/>
              <a:defRPr sz="2400"/>
            </a:lvl2pPr>
            <a:lvl3pPr marL="0" indent="914400">
              <a:spcBef>
                <a:spcPts val="500"/>
              </a:spcBef>
              <a:buSzTx/>
              <a:buNone/>
              <a:defRPr sz="2400"/>
            </a:lvl3pPr>
            <a:lvl4pPr marL="0" indent="1371600">
              <a:spcBef>
                <a:spcPts val="500"/>
              </a:spcBef>
              <a:buSzTx/>
              <a:buNone/>
              <a:defRPr sz="2400"/>
            </a:lvl4pPr>
            <a:lvl5pPr marL="0" indent="1828800">
              <a:spcBef>
                <a:spcPts val="500"/>
              </a:spcBef>
              <a:buSzTx/>
              <a:buNone/>
              <a:defRPr sz="2400"/>
            </a:lvl5pPr>
          </a:lstStyle>
          <a:p>
            <a:pPr lvl="0">
              <a:defRPr sz="1800"/>
            </a:pPr>
            <a:r>
              <a:rPr sz="2400"/>
              <a:t>正文级别 1</a:t>
            </a:r>
          </a:p>
          <a:p>
            <a:pPr lvl="1">
              <a:defRPr sz="1800"/>
            </a:pPr>
            <a:r>
              <a:rPr sz="2400"/>
              <a:t>正文级别 2</a:t>
            </a:r>
          </a:p>
          <a:p>
            <a:pPr lvl="2">
              <a:defRPr sz="1800"/>
            </a:pPr>
            <a:r>
              <a:rPr sz="2400"/>
              <a:t>正文级别 3</a:t>
            </a:r>
          </a:p>
          <a:p>
            <a:pPr lvl="3">
              <a:defRPr sz="1800"/>
            </a:pPr>
            <a:r>
              <a:rPr sz="2400"/>
              <a:t>正文级别 4</a:t>
            </a:r>
          </a:p>
          <a:p>
            <a:pPr lvl="4">
              <a:defRPr sz="1800"/>
            </a:pPr>
            <a:r>
              <a:rPr sz="2400"/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</a:p>
        </p:txBody>
      </p:sp>
      <p:sp>
        <p:nvSpPr>
          <p:cNvPr id="15" name="Shape 15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28650" y="1368425"/>
            <a:ext cx="3867150" cy="3762375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正文级别 1</a:t>
            </a:r>
          </a:p>
          <a:p>
            <a:pPr lvl="1">
              <a:defRPr sz="1800"/>
            </a:pPr>
            <a:r>
              <a:rPr sz="3200"/>
              <a:t>正文级别 2</a:t>
            </a:r>
          </a:p>
          <a:p>
            <a:pPr lvl="2">
              <a:defRPr sz="1800"/>
            </a:pPr>
            <a:r>
              <a:rPr sz="3200"/>
              <a:t>正文级别 3</a:t>
            </a:r>
          </a:p>
          <a:p>
            <a:pPr lvl="3">
              <a:defRPr sz="1800"/>
            </a:pPr>
            <a:r>
              <a:rPr sz="3200"/>
              <a:t>正文级别 4</a:t>
            </a:r>
          </a:p>
          <a:p>
            <a:pPr lvl="4">
              <a:defRPr sz="1800"/>
            </a:pPr>
            <a:r>
              <a:rPr sz="3200"/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30237" y="273050"/>
            <a:ext cx="7886701" cy="99536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</a:p>
        </p:txBody>
      </p:sp>
      <p:sp>
        <p:nvSpPr>
          <p:cNvPr id="18" name="Shape 18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30237" y="1260475"/>
            <a:ext cx="3868739" cy="61753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None/>
              <a:defRPr sz="2400" b="1"/>
            </a:lvl5pPr>
          </a:lstStyle>
          <a:p>
            <a:pPr lvl="0">
              <a:defRPr sz="1800" b="0"/>
            </a:pPr>
            <a:r>
              <a:rPr sz="2400" b="1"/>
              <a:t>正文级别 1</a:t>
            </a:r>
          </a:p>
          <a:p>
            <a:pPr lvl="1">
              <a:defRPr sz="1800" b="0"/>
            </a:pPr>
            <a:r>
              <a:rPr sz="2400" b="1"/>
              <a:t>正文级别 2</a:t>
            </a:r>
          </a:p>
          <a:p>
            <a:pPr lvl="2">
              <a:defRPr sz="1800" b="0"/>
            </a:pPr>
            <a:r>
              <a:rPr sz="2400" b="1"/>
              <a:t>正文级别 3</a:t>
            </a:r>
          </a:p>
          <a:p>
            <a:pPr lvl="3">
              <a:defRPr sz="1800" b="0"/>
            </a:pPr>
            <a:r>
              <a:rPr sz="2400" b="1"/>
              <a:t>正文级别 4</a:t>
            </a:r>
          </a:p>
          <a:p>
            <a:pPr lvl="4">
              <a:defRPr sz="1800" b="0"/>
            </a:pPr>
            <a:r>
              <a:rPr sz="2400" b="1"/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28650" y="273050"/>
            <a:ext cx="7886700" cy="99536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30237" y="0"/>
            <a:ext cx="2949576" cy="15430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lvl="0">
              <a:defRPr sz="1800"/>
            </a:pPr>
            <a:r>
              <a:rPr sz="3200"/>
              <a:t>标题文本</a:t>
            </a:r>
          </a:p>
        </p:txBody>
      </p:sp>
      <p:sp>
        <p:nvSpPr>
          <p:cNvPr id="24" name="Shape 24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3887787" y="739775"/>
            <a:ext cx="4629151" cy="4391025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正文级别 1</a:t>
            </a:r>
          </a:p>
          <a:p>
            <a:pPr lvl="1">
              <a:defRPr sz="1800"/>
            </a:pPr>
            <a:r>
              <a:rPr sz="3200"/>
              <a:t>正文级别 2</a:t>
            </a:r>
          </a:p>
          <a:p>
            <a:pPr lvl="2">
              <a:defRPr sz="1800"/>
            </a:pPr>
            <a:r>
              <a:rPr sz="3200"/>
              <a:t>正文级别 3</a:t>
            </a:r>
          </a:p>
          <a:p>
            <a:pPr lvl="3">
              <a:defRPr sz="1800"/>
            </a:pPr>
            <a:r>
              <a:rPr sz="3200"/>
              <a:t>正文级别 4</a:t>
            </a:r>
          </a:p>
          <a:p>
            <a:pPr lvl="4">
              <a:defRPr sz="1800"/>
            </a:pPr>
            <a:r>
              <a:rPr sz="3200"/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30237" y="0"/>
            <a:ext cx="2949576" cy="15430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 lvl="0">
              <a:defRPr sz="1800"/>
            </a:pPr>
            <a:r>
              <a:rPr sz="3200"/>
              <a:t>标题文本</a:t>
            </a:r>
          </a:p>
        </p:txBody>
      </p:sp>
      <p:sp>
        <p:nvSpPr>
          <p:cNvPr id="27" name="Shape 27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30237" y="1543050"/>
            <a:ext cx="2949576" cy="358775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None/>
              <a:defRPr sz="1600"/>
            </a:lvl1pPr>
            <a:lvl2pPr marL="0" indent="457200">
              <a:spcBef>
                <a:spcPts val="300"/>
              </a:spcBef>
              <a:buSzTx/>
              <a:buNone/>
              <a:defRPr sz="1600"/>
            </a:lvl2pPr>
            <a:lvl3pPr marL="0" indent="914400">
              <a:spcBef>
                <a:spcPts val="300"/>
              </a:spcBef>
              <a:buSzTx/>
              <a:buNone/>
              <a:defRPr sz="1600"/>
            </a:lvl3pPr>
            <a:lvl4pPr marL="0" indent="1371600">
              <a:spcBef>
                <a:spcPts val="300"/>
              </a:spcBef>
              <a:buSzTx/>
              <a:buNone/>
              <a:defRPr sz="1600"/>
            </a:lvl4pPr>
            <a:lvl5pPr marL="0" indent="1828800">
              <a:spcBef>
                <a:spcPts val="300"/>
              </a:spcBef>
              <a:buSzTx/>
              <a:buNone/>
              <a:defRPr sz="1600"/>
            </a:lvl5pPr>
          </a:lstStyle>
          <a:p>
            <a:pPr lvl="0">
              <a:defRPr sz="1800"/>
            </a:pPr>
            <a:r>
              <a:rPr sz="1600"/>
              <a:t>正文级别 1</a:t>
            </a:r>
          </a:p>
          <a:p>
            <a:pPr lvl="1">
              <a:defRPr sz="1800"/>
            </a:pPr>
            <a:r>
              <a:rPr sz="1600"/>
              <a:t>正文级别 2</a:t>
            </a:r>
          </a:p>
          <a:p>
            <a:pPr lvl="2">
              <a:defRPr sz="1800"/>
            </a:pPr>
            <a:r>
              <a:rPr sz="1600"/>
              <a:t>正文级别 3</a:t>
            </a:r>
          </a:p>
          <a:p>
            <a:pPr lvl="3">
              <a:defRPr sz="1800"/>
            </a:pPr>
            <a:r>
              <a:rPr sz="1600"/>
              <a:t>正文级别 4</a:t>
            </a:r>
          </a:p>
          <a:p>
            <a:pPr lvl="4">
              <a:defRPr sz="1800"/>
            </a:pPr>
            <a:r>
              <a:rPr sz="1600"/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正文级别 1</a:t>
            </a:r>
          </a:p>
          <a:p>
            <a:pPr lvl="1">
              <a:defRPr sz="1800"/>
            </a:pPr>
            <a:r>
              <a:rPr sz="3200"/>
              <a:t>正文级别 2</a:t>
            </a:r>
          </a:p>
          <a:p>
            <a:pPr lvl="2">
              <a:defRPr sz="1800"/>
            </a:pPr>
            <a:r>
              <a:rPr sz="3200"/>
              <a:t>正文级别 3</a:t>
            </a:r>
          </a:p>
          <a:p>
            <a:pPr lvl="3">
              <a:defRPr sz="1800"/>
            </a:pPr>
            <a:r>
              <a:rPr sz="3200"/>
              <a:t>正文级别 4</a:t>
            </a:r>
          </a:p>
          <a:p>
            <a:pPr lvl="4">
              <a:defRPr sz="1800"/>
            </a:pPr>
            <a:r>
              <a:rPr sz="3200"/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6543675" y="273050"/>
            <a:ext cx="1971675" cy="485775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4400"/>
              <a:t>标题文本</a:t>
            </a:r>
          </a:p>
        </p:txBody>
      </p:sp>
      <p:sp>
        <p:nvSpPr>
          <p:cNvPr id="33" name="Shape 33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28650" y="273050"/>
            <a:ext cx="5762625" cy="485775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正文级别 1</a:t>
            </a:r>
          </a:p>
          <a:p>
            <a:pPr lvl="1">
              <a:defRPr sz="1800"/>
            </a:pPr>
            <a:r>
              <a:rPr sz="3200"/>
              <a:t>正文级别 2</a:t>
            </a:r>
          </a:p>
          <a:p>
            <a:pPr lvl="2">
              <a:defRPr sz="1800"/>
            </a:pPr>
            <a:r>
              <a:rPr sz="3200"/>
              <a:t>正文级别 3</a:t>
            </a:r>
          </a:p>
          <a:p>
            <a:pPr lvl="3">
              <a:defRPr sz="1800"/>
            </a:pPr>
            <a:r>
              <a:rPr sz="3200"/>
              <a:t>正文级别 4</a:t>
            </a:r>
          </a:p>
          <a:p>
            <a:pPr lvl="4">
              <a:defRPr sz="1800"/>
            </a:pPr>
            <a:r>
              <a:rPr sz="3200"/>
              <a:t>正文级别 5</a:t>
            </a:r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  <p:custDataLst>
              <p:tags r:id="rId1"/>
            </p:custDataLst>
          </p:nvPr>
        </p:nvSpPr>
        <p:spPr>
          <a:xfrm>
            <a:off x="457200" y="205470"/>
            <a:ext cx="8229600" cy="43778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7200" y="4672354"/>
            <a:ext cx="2133600" cy="356306"/>
          </a:xfrm>
        </p:spPr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124200" y="4672354"/>
            <a:ext cx="2895600" cy="356306"/>
          </a:xfrm>
        </p:spPr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553200" y="4672354"/>
            <a:ext cx="2133600" cy="356306"/>
          </a:xfrm>
        </p:spPr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  <a:t>‹#›</a:t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rrowheads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18" y="1710346"/>
            <a:ext cx="7772603" cy="855173"/>
          </a:xfrm>
          <a:prstGeom prst="rect">
            <a:avLst/>
          </a:prstGeom>
        </p:spPr>
        <p:txBody>
          <a:bodyPr lIns="108896" tIns="54448" rIns="108896" bIns="54448"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32771" name="Rectangle 3"/>
          <p:cNvSpPr>
            <a:spLocks noGrp="1" noRot="1" noChangeArrowheads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371636" y="2907589"/>
            <a:ext cx="6400966" cy="1311266"/>
          </a:xfrm>
          <a:prstGeom prst="rect">
            <a:avLst/>
          </a:prstGeom>
        </p:spPr>
        <p:txBody>
          <a:bodyPr lIns="108896" tIns="54448" rIns="108896" bIns="54448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dt" sz="half" idx="2"/>
            <p:custDataLst>
              <p:tags r:id="rId3"/>
            </p:custDataLst>
          </p:nvPr>
        </p:nvSpPr>
        <p:spPr>
          <a:xfrm>
            <a:off x="301634" y="4672571"/>
            <a:ext cx="2289235" cy="356322"/>
          </a:xfrm>
          <a:prstGeom prst="rect">
            <a:avLst/>
          </a:prstGeom>
        </p:spPr>
        <p:txBody>
          <a:bodyPr lIns="108896" tIns="54448" rIns="108896" bIns="54448"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ftr" sz="quarter" idx="3"/>
            <p:custDataLst>
              <p:tags r:id="rId4"/>
            </p:custDataLst>
          </p:nvPr>
        </p:nvSpPr>
        <p:spPr>
          <a:xfrm>
            <a:off x="3124282" y="4672571"/>
            <a:ext cx="2895675" cy="356322"/>
          </a:xfrm>
          <a:prstGeom prst="rect">
            <a:avLst/>
          </a:prstGeom>
        </p:spPr>
        <p:txBody>
          <a:bodyPr lIns="108896" tIns="54448" rIns="108896" bIns="54448"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2774" name="Rectangle 6"/>
          <p:cNvSpPr>
            <a:spLocks noGrp="1" noChangeArrowheads="1"/>
          </p:cNvSpPr>
          <p:nvPr>
            <p:ph type="sldNum" sz="quarter" idx="4"/>
            <p:custDataLst>
              <p:tags r:id="rId5"/>
            </p:custDataLst>
          </p:nvPr>
        </p:nvSpPr>
        <p:spPr>
          <a:xfrm>
            <a:off x="6553371" y="4672571"/>
            <a:ext cx="2289235" cy="356322"/>
          </a:xfrm>
          <a:prstGeom prst="rect">
            <a:avLst/>
          </a:prstGeom>
        </p:spPr>
        <p:txBody>
          <a:bodyPr lIns="108896" tIns="54448" rIns="108896" bIns="54448"/>
          <a:lstStyle>
            <a:lvl1pPr>
              <a:defRPr/>
            </a:lvl1pPr>
          </a:lstStyle>
          <a:p>
            <a:fld id="{3C85F09C-F9A0-42F5-8710-87E38E71847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28667" y="273181"/>
            <a:ext cx="7886905" cy="991764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28666" y="1365901"/>
            <a:ext cx="3867250" cy="325559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  <p:custDataLst>
              <p:tags r:id="rId3"/>
            </p:custDataLst>
          </p:nvPr>
        </p:nvSpPr>
        <p:spPr>
          <a:xfrm>
            <a:off x="4648321" y="1365902"/>
            <a:ext cx="3867250" cy="15701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  <p:custDataLst>
              <p:tags r:id="rId4"/>
            </p:custDataLst>
          </p:nvPr>
        </p:nvSpPr>
        <p:spPr>
          <a:xfrm>
            <a:off x="4648321" y="3050117"/>
            <a:ext cx="3867250" cy="157138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>
            <p:custDataLst>
              <p:tags r:id="rId1"/>
            </p:custDataLst>
          </p:nvPr>
        </p:nvSpPr>
        <p:spPr>
          <a:xfrm>
            <a:off x="285757" y="0"/>
            <a:ext cx="247657" cy="646131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ct val="0"/>
              </a:spcBef>
              <a:spcAft>
                <a:spcPct val="0"/>
              </a:spcAft>
            </a:pPr>
            <a:endParaRPr lang="zh-CN" altLang="en-US" sz="1345" i="0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矩形 313" hidden="1"/>
          <p:cNvSpPr/>
          <p:nvPr userDrawn="1">
            <p:custDataLst>
              <p:tags r:id="rId1"/>
            </p:custDataLst>
          </p:nvPr>
        </p:nvSpPr>
        <p:spPr>
          <a:xfrm>
            <a:off x="92596" y="259231"/>
            <a:ext cx="8964809" cy="47851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4819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4755491"/>
            <a:ext cx="2057400" cy="27316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34820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4755491"/>
            <a:ext cx="3086100" cy="27316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4821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55491"/>
            <a:ext cx="2057400" cy="27316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9D6F5-B6C1-4A30-87E3-5080000A68F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教学分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F:\0PPT素材\背景及图片\白麻子.jpg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479"/>
          <a:stretch>
            <a:fillRect/>
          </a:stretch>
        </p:blipFill>
        <p:spPr bwMode="auto">
          <a:xfrm>
            <a:off x="0" y="0"/>
            <a:ext cx="9144000" cy="5130800"/>
          </a:xfrm>
          <a:prstGeom prst="rect">
            <a:avLst/>
          </a:prstGeom>
          <a:noFill/>
          <a:ln w="9525">
            <a:solidFill>
              <a:srgbClr val="1F497D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直接连接符 2"/>
          <p:cNvCxnSpPr>
            <a:cxnSpLocks noChangeShapeType="1"/>
          </p:cNvCxnSpPr>
          <p:nvPr userDrawn="1">
            <p:custDataLst>
              <p:tags r:id="rId2"/>
            </p:custDataLst>
          </p:nvPr>
        </p:nvCxnSpPr>
        <p:spPr bwMode="auto">
          <a:xfrm flipV="1">
            <a:off x="952501" y="652040"/>
            <a:ext cx="7148513" cy="0"/>
          </a:xfrm>
          <a:prstGeom prst="line">
            <a:avLst/>
          </a:prstGeom>
          <a:noFill/>
          <a:ln w="15875" algn="ctr">
            <a:solidFill>
              <a:srgbClr val="118C3B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" name="KSO_Shape"/>
          <p:cNvSpPr/>
          <p:nvPr userDrawn="1">
            <p:custDataLst>
              <p:tags r:id="rId3"/>
            </p:custDataLst>
          </p:nvPr>
        </p:nvSpPr>
        <p:spPr bwMode="auto">
          <a:xfrm>
            <a:off x="8205789" y="299297"/>
            <a:ext cx="219075" cy="402626"/>
          </a:xfrm>
          <a:custGeom>
            <a:avLst/>
            <a:gdLst>
              <a:gd name="T0" fmla="*/ 2147483646 w 2361"/>
              <a:gd name="T1" fmla="*/ 2147483646 h 4328"/>
              <a:gd name="T2" fmla="*/ 2147483646 w 2361"/>
              <a:gd name="T3" fmla="*/ 2147483646 h 4328"/>
              <a:gd name="T4" fmla="*/ 2147483646 w 2361"/>
              <a:gd name="T5" fmla="*/ 2147483646 h 4328"/>
              <a:gd name="T6" fmla="*/ 2147483646 w 2361"/>
              <a:gd name="T7" fmla="*/ 2147483646 h 4328"/>
              <a:gd name="T8" fmla="*/ 2147483646 w 2361"/>
              <a:gd name="T9" fmla="*/ 2147483646 h 4328"/>
              <a:gd name="T10" fmla="*/ 2147483646 w 2361"/>
              <a:gd name="T11" fmla="*/ 2147483646 h 4328"/>
              <a:gd name="T12" fmla="*/ 2147483646 w 2361"/>
              <a:gd name="T13" fmla="*/ 2147483646 h 4328"/>
              <a:gd name="T14" fmla="*/ 2147483646 w 2361"/>
              <a:gd name="T15" fmla="*/ 2147483646 h 4328"/>
              <a:gd name="T16" fmla="*/ 0 w 2361"/>
              <a:gd name="T17" fmla="*/ 2147483646 h 4328"/>
              <a:gd name="T18" fmla="*/ 2147483646 w 2361"/>
              <a:gd name="T19" fmla="*/ 2147483646 h 4328"/>
              <a:gd name="T20" fmla="*/ 2147483646 w 2361"/>
              <a:gd name="T21" fmla="*/ 2147483646 h 4328"/>
              <a:gd name="T22" fmla="*/ 2147483646 w 2361"/>
              <a:gd name="T23" fmla="*/ 2147483646 h 4328"/>
              <a:gd name="T24" fmla="*/ 2147483646 w 2361"/>
              <a:gd name="T25" fmla="*/ 2147483646 h 4328"/>
              <a:gd name="T26" fmla="*/ 2147483646 w 2361"/>
              <a:gd name="T27" fmla="*/ 2147483646 h 4328"/>
              <a:gd name="T28" fmla="*/ 2147483646 w 2361"/>
              <a:gd name="T29" fmla="*/ 2147483646 h 4328"/>
              <a:gd name="T30" fmla="*/ 2147483646 w 2361"/>
              <a:gd name="T31" fmla="*/ 2147483646 h 4328"/>
              <a:gd name="T32" fmla="*/ 2147483646 w 2361"/>
              <a:gd name="T33" fmla="*/ 2147483646 h 4328"/>
              <a:gd name="T34" fmla="*/ 2147483646 w 2361"/>
              <a:gd name="T35" fmla="*/ 2147483646 h 4328"/>
              <a:gd name="T36" fmla="*/ 2147483646 w 2361"/>
              <a:gd name="T37" fmla="*/ 2147483646 h 4328"/>
              <a:gd name="T38" fmla="*/ 2147483646 w 2361"/>
              <a:gd name="T39" fmla="*/ 2147483646 h 4328"/>
              <a:gd name="T40" fmla="*/ 2147483646 w 2361"/>
              <a:gd name="T41" fmla="*/ 2147483646 h 4328"/>
              <a:gd name="T42" fmla="*/ 2147483646 w 2361"/>
              <a:gd name="T43" fmla="*/ 2147483646 h 4328"/>
              <a:gd name="T44" fmla="*/ 2147483646 w 2361"/>
              <a:gd name="T45" fmla="*/ 2147483646 h 4328"/>
              <a:gd name="T46" fmla="*/ 2147483646 w 2361"/>
              <a:gd name="T47" fmla="*/ 2147483646 h 4328"/>
              <a:gd name="T48" fmla="*/ 2147483646 w 2361"/>
              <a:gd name="T49" fmla="*/ 2147483646 h 4328"/>
              <a:gd name="T50" fmla="*/ 2147483646 w 2361"/>
              <a:gd name="T51" fmla="*/ 2147483646 h 4328"/>
              <a:gd name="T52" fmla="*/ 2147483646 w 2361"/>
              <a:gd name="T53" fmla="*/ 2147483646 h 4328"/>
              <a:gd name="T54" fmla="*/ 2147483646 w 2361"/>
              <a:gd name="T55" fmla="*/ 2147483646 h 4328"/>
              <a:gd name="T56" fmla="*/ 2147483646 w 2361"/>
              <a:gd name="T57" fmla="*/ 2147483646 h 4328"/>
              <a:gd name="T58" fmla="*/ 2147483646 w 2361"/>
              <a:gd name="T59" fmla="*/ 2147483646 h 4328"/>
              <a:gd name="T60" fmla="*/ 2147483646 w 2361"/>
              <a:gd name="T61" fmla="*/ 2147483646 h 4328"/>
              <a:gd name="T62" fmla="*/ 2147483646 w 2361"/>
              <a:gd name="T63" fmla="*/ 2147483646 h 4328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2361" h="4328">
                <a:moveTo>
                  <a:pt x="2361" y="252"/>
                </a:moveTo>
                <a:cubicBezTo>
                  <a:pt x="2361" y="200"/>
                  <a:pt x="2361" y="200"/>
                  <a:pt x="2361" y="200"/>
                </a:cubicBezTo>
                <a:cubicBezTo>
                  <a:pt x="2293" y="156"/>
                  <a:pt x="2293" y="156"/>
                  <a:pt x="2293" y="156"/>
                </a:cubicBezTo>
                <a:cubicBezTo>
                  <a:pt x="2197" y="100"/>
                  <a:pt x="2197" y="100"/>
                  <a:pt x="2197" y="100"/>
                </a:cubicBezTo>
                <a:cubicBezTo>
                  <a:pt x="2103" y="55"/>
                  <a:pt x="2024" y="21"/>
                  <a:pt x="1960" y="0"/>
                </a:cubicBezTo>
                <a:cubicBezTo>
                  <a:pt x="1646" y="616"/>
                  <a:pt x="1646" y="616"/>
                  <a:pt x="1646" y="616"/>
                </a:cubicBezTo>
                <a:cubicBezTo>
                  <a:pt x="1621" y="661"/>
                  <a:pt x="1621" y="661"/>
                  <a:pt x="1621" y="661"/>
                </a:cubicBezTo>
                <a:cubicBezTo>
                  <a:pt x="1491" y="921"/>
                  <a:pt x="1491" y="921"/>
                  <a:pt x="1491" y="921"/>
                </a:cubicBezTo>
                <a:cubicBezTo>
                  <a:pt x="1375" y="1143"/>
                  <a:pt x="1375" y="1143"/>
                  <a:pt x="1375" y="1143"/>
                </a:cubicBezTo>
                <a:cubicBezTo>
                  <a:pt x="1393" y="1152"/>
                  <a:pt x="1393" y="1152"/>
                  <a:pt x="1393" y="1152"/>
                </a:cubicBezTo>
                <a:cubicBezTo>
                  <a:pt x="1375" y="1186"/>
                  <a:pt x="1375" y="1186"/>
                  <a:pt x="1375" y="1186"/>
                </a:cubicBezTo>
                <a:cubicBezTo>
                  <a:pt x="136" y="3609"/>
                  <a:pt x="136" y="3609"/>
                  <a:pt x="136" y="3609"/>
                </a:cubicBezTo>
                <a:cubicBezTo>
                  <a:pt x="187" y="3632"/>
                  <a:pt x="187" y="3632"/>
                  <a:pt x="187" y="3632"/>
                </a:cubicBezTo>
                <a:cubicBezTo>
                  <a:pt x="79" y="3850"/>
                  <a:pt x="79" y="3850"/>
                  <a:pt x="79" y="3850"/>
                </a:cubicBezTo>
                <a:cubicBezTo>
                  <a:pt x="121" y="3886"/>
                  <a:pt x="121" y="3886"/>
                  <a:pt x="121" y="3886"/>
                </a:cubicBezTo>
                <a:cubicBezTo>
                  <a:pt x="49" y="4029"/>
                  <a:pt x="49" y="4029"/>
                  <a:pt x="49" y="4029"/>
                </a:cubicBezTo>
                <a:cubicBezTo>
                  <a:pt x="115" y="4078"/>
                  <a:pt x="115" y="4078"/>
                  <a:pt x="115" y="4078"/>
                </a:cubicBezTo>
                <a:cubicBezTo>
                  <a:pt x="0" y="4309"/>
                  <a:pt x="0" y="4309"/>
                  <a:pt x="0" y="4309"/>
                </a:cubicBezTo>
                <a:cubicBezTo>
                  <a:pt x="0" y="4309"/>
                  <a:pt x="0" y="4309"/>
                  <a:pt x="0" y="4309"/>
                </a:cubicBezTo>
                <a:cubicBezTo>
                  <a:pt x="19" y="4328"/>
                  <a:pt x="19" y="4328"/>
                  <a:pt x="19" y="4328"/>
                </a:cubicBezTo>
                <a:cubicBezTo>
                  <a:pt x="25" y="4321"/>
                  <a:pt x="25" y="4321"/>
                  <a:pt x="25" y="4321"/>
                </a:cubicBezTo>
                <a:cubicBezTo>
                  <a:pt x="140" y="4089"/>
                  <a:pt x="140" y="4089"/>
                  <a:pt x="140" y="4089"/>
                </a:cubicBezTo>
                <a:cubicBezTo>
                  <a:pt x="140" y="4095"/>
                  <a:pt x="167" y="4103"/>
                  <a:pt x="221" y="4114"/>
                </a:cubicBezTo>
                <a:cubicBezTo>
                  <a:pt x="234" y="4096"/>
                  <a:pt x="257" y="4050"/>
                  <a:pt x="290" y="3978"/>
                </a:cubicBezTo>
                <a:cubicBezTo>
                  <a:pt x="352" y="3989"/>
                  <a:pt x="352" y="3989"/>
                  <a:pt x="352" y="3989"/>
                </a:cubicBezTo>
                <a:cubicBezTo>
                  <a:pt x="461" y="3773"/>
                  <a:pt x="461" y="3773"/>
                  <a:pt x="461" y="3773"/>
                </a:cubicBezTo>
                <a:cubicBezTo>
                  <a:pt x="520" y="3805"/>
                  <a:pt x="520" y="3805"/>
                  <a:pt x="520" y="3805"/>
                </a:cubicBezTo>
                <a:cubicBezTo>
                  <a:pt x="1747" y="1401"/>
                  <a:pt x="1747" y="1401"/>
                  <a:pt x="1747" y="1401"/>
                </a:cubicBezTo>
                <a:cubicBezTo>
                  <a:pt x="1779" y="1346"/>
                  <a:pt x="1779" y="1346"/>
                  <a:pt x="1779" y="1346"/>
                </a:cubicBezTo>
                <a:cubicBezTo>
                  <a:pt x="1796" y="1354"/>
                  <a:pt x="1796" y="1354"/>
                  <a:pt x="1796" y="1354"/>
                </a:cubicBezTo>
                <a:cubicBezTo>
                  <a:pt x="2169" y="621"/>
                  <a:pt x="2169" y="621"/>
                  <a:pt x="2169" y="621"/>
                </a:cubicBezTo>
                <a:cubicBezTo>
                  <a:pt x="2250" y="471"/>
                  <a:pt x="2250" y="471"/>
                  <a:pt x="2250" y="471"/>
                </a:cubicBezTo>
                <a:cubicBezTo>
                  <a:pt x="2263" y="480"/>
                  <a:pt x="2263" y="480"/>
                  <a:pt x="2263" y="480"/>
                </a:cubicBezTo>
                <a:cubicBezTo>
                  <a:pt x="1922" y="1143"/>
                  <a:pt x="1922" y="1143"/>
                  <a:pt x="1922" y="1143"/>
                </a:cubicBezTo>
                <a:cubicBezTo>
                  <a:pt x="1904" y="1173"/>
                  <a:pt x="1899" y="1192"/>
                  <a:pt x="1904" y="1201"/>
                </a:cubicBezTo>
                <a:cubicBezTo>
                  <a:pt x="1904" y="1207"/>
                  <a:pt x="1912" y="1208"/>
                  <a:pt x="1928" y="1205"/>
                </a:cubicBezTo>
                <a:cubicBezTo>
                  <a:pt x="1939" y="1196"/>
                  <a:pt x="1939" y="1196"/>
                  <a:pt x="1939" y="1196"/>
                </a:cubicBezTo>
                <a:cubicBezTo>
                  <a:pt x="2355" y="382"/>
                  <a:pt x="2355" y="382"/>
                  <a:pt x="2355" y="382"/>
                </a:cubicBezTo>
                <a:cubicBezTo>
                  <a:pt x="2360" y="368"/>
                  <a:pt x="2359" y="357"/>
                  <a:pt x="2350" y="350"/>
                </a:cubicBezTo>
                <a:cubicBezTo>
                  <a:pt x="2335" y="350"/>
                  <a:pt x="2323" y="347"/>
                  <a:pt x="2316" y="341"/>
                </a:cubicBezTo>
                <a:cubicBezTo>
                  <a:pt x="2316" y="333"/>
                  <a:pt x="2316" y="333"/>
                  <a:pt x="2316" y="333"/>
                </a:cubicBezTo>
                <a:cubicBezTo>
                  <a:pt x="2361" y="252"/>
                  <a:pt x="2361" y="252"/>
                  <a:pt x="2361" y="252"/>
                </a:cubicBezTo>
                <a:close/>
                <a:moveTo>
                  <a:pt x="1672" y="1438"/>
                </a:moveTo>
                <a:cubicBezTo>
                  <a:pt x="505" y="3724"/>
                  <a:pt x="505" y="3724"/>
                  <a:pt x="505" y="3724"/>
                </a:cubicBezTo>
                <a:cubicBezTo>
                  <a:pt x="504" y="3736"/>
                  <a:pt x="500" y="3740"/>
                  <a:pt x="492" y="3737"/>
                </a:cubicBezTo>
                <a:cubicBezTo>
                  <a:pt x="488" y="3728"/>
                  <a:pt x="392" y="3679"/>
                  <a:pt x="204" y="3590"/>
                </a:cubicBezTo>
                <a:cubicBezTo>
                  <a:pt x="204" y="3583"/>
                  <a:pt x="204" y="3583"/>
                  <a:pt x="204" y="3583"/>
                </a:cubicBezTo>
                <a:cubicBezTo>
                  <a:pt x="733" y="2560"/>
                  <a:pt x="996" y="2045"/>
                  <a:pt x="992" y="2041"/>
                </a:cubicBezTo>
                <a:cubicBezTo>
                  <a:pt x="1192" y="1661"/>
                  <a:pt x="1192" y="1661"/>
                  <a:pt x="1192" y="1661"/>
                </a:cubicBezTo>
                <a:cubicBezTo>
                  <a:pt x="1437" y="1175"/>
                  <a:pt x="1437" y="1175"/>
                  <a:pt x="1437" y="1175"/>
                </a:cubicBezTo>
                <a:cubicBezTo>
                  <a:pt x="1446" y="1175"/>
                  <a:pt x="1446" y="1175"/>
                  <a:pt x="1446" y="1175"/>
                </a:cubicBezTo>
                <a:cubicBezTo>
                  <a:pt x="1508" y="1211"/>
                  <a:pt x="1508" y="1211"/>
                  <a:pt x="1508" y="1211"/>
                </a:cubicBezTo>
                <a:cubicBezTo>
                  <a:pt x="1719" y="1316"/>
                  <a:pt x="1719" y="1316"/>
                  <a:pt x="1719" y="1316"/>
                </a:cubicBezTo>
                <a:cubicBezTo>
                  <a:pt x="1727" y="1317"/>
                  <a:pt x="1732" y="1322"/>
                  <a:pt x="1732" y="1329"/>
                </a:cubicBezTo>
                <a:cubicBezTo>
                  <a:pt x="1672" y="1438"/>
                  <a:pt x="1672" y="1438"/>
                  <a:pt x="1672" y="1438"/>
                </a:cubicBezTo>
                <a:close/>
                <a:moveTo>
                  <a:pt x="1781" y="1275"/>
                </a:moveTo>
                <a:cubicBezTo>
                  <a:pt x="1770" y="1288"/>
                  <a:pt x="1770" y="1288"/>
                  <a:pt x="1770" y="1288"/>
                </a:cubicBezTo>
                <a:cubicBezTo>
                  <a:pt x="1762" y="1280"/>
                  <a:pt x="1762" y="1280"/>
                  <a:pt x="1762" y="1280"/>
                </a:cubicBezTo>
                <a:cubicBezTo>
                  <a:pt x="1448" y="1122"/>
                  <a:pt x="1448" y="1122"/>
                  <a:pt x="1448" y="1122"/>
                </a:cubicBezTo>
                <a:cubicBezTo>
                  <a:pt x="1446" y="1118"/>
                  <a:pt x="1446" y="1118"/>
                  <a:pt x="1446" y="1118"/>
                </a:cubicBezTo>
                <a:cubicBezTo>
                  <a:pt x="1986" y="62"/>
                  <a:pt x="1986" y="62"/>
                  <a:pt x="1986" y="62"/>
                </a:cubicBezTo>
                <a:cubicBezTo>
                  <a:pt x="1994" y="62"/>
                  <a:pt x="1994" y="62"/>
                  <a:pt x="1994" y="62"/>
                </a:cubicBezTo>
                <a:cubicBezTo>
                  <a:pt x="2115" y="114"/>
                  <a:pt x="2220" y="169"/>
                  <a:pt x="2310" y="226"/>
                </a:cubicBezTo>
                <a:cubicBezTo>
                  <a:pt x="2312" y="239"/>
                  <a:pt x="2312" y="239"/>
                  <a:pt x="2312" y="239"/>
                </a:cubicBezTo>
                <a:cubicBezTo>
                  <a:pt x="1781" y="1275"/>
                  <a:pt x="1781" y="1275"/>
                  <a:pt x="1781" y="1275"/>
                </a:cubicBezTo>
                <a:close/>
              </a:path>
            </a:pathLst>
          </a:custGeom>
          <a:solidFill>
            <a:srgbClr val="1F212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 anchorCtr="1"/>
          <a:lstStyle/>
          <a:p>
            <a:endParaRPr lang="zh-CN" altLang="en-US" sz="1795"/>
          </a:p>
        </p:txBody>
      </p:sp>
      <p:sp>
        <p:nvSpPr>
          <p:cNvPr id="5" name="MH_Other_4"/>
          <p:cNvSpPr/>
          <p:nvPr userDrawn="1">
            <p:custDataLst>
              <p:tags r:id="rId4"/>
            </p:custDataLst>
          </p:nvPr>
        </p:nvSpPr>
        <p:spPr>
          <a:xfrm>
            <a:off x="234951" y="165089"/>
            <a:ext cx="417513" cy="415690"/>
          </a:xfrm>
          <a:prstGeom prst="ellipse">
            <a:avLst/>
          </a:prstGeom>
          <a:solidFill>
            <a:schemeClr val="accent2"/>
          </a:solidFill>
          <a:ln w="15875">
            <a:noFill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764" tIns="37880" rIns="75764" bIns="37880" anchor="ctr"/>
          <a:lstStyle/>
          <a:p>
            <a:pPr algn="ctr">
              <a:defRPr/>
            </a:pPr>
            <a:endParaRPr lang="en-US" sz="1795">
              <a:solidFill>
                <a:prstClr val="white"/>
              </a:solidFill>
              <a:sym typeface="+mn-lt"/>
            </a:endParaRPr>
          </a:p>
        </p:txBody>
      </p:sp>
      <p:sp>
        <p:nvSpPr>
          <p:cNvPr id="6" name="MH_Other_4"/>
          <p:cNvSpPr/>
          <p:nvPr userDrawn="1">
            <p:custDataLst>
              <p:tags r:id="rId5"/>
            </p:custDataLst>
          </p:nvPr>
        </p:nvSpPr>
        <p:spPr>
          <a:xfrm>
            <a:off x="-68263" y="504767"/>
            <a:ext cx="271463" cy="270792"/>
          </a:xfrm>
          <a:prstGeom prst="ellipse">
            <a:avLst/>
          </a:prstGeom>
          <a:solidFill>
            <a:schemeClr val="accent1"/>
          </a:solidFill>
          <a:ln w="15875">
            <a:noFill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764" tIns="37880" rIns="75764" bIns="37880" anchor="ctr"/>
          <a:lstStyle/>
          <a:p>
            <a:pPr algn="ctr">
              <a:defRPr/>
            </a:pPr>
            <a:endParaRPr lang="en-US" sz="1795">
              <a:solidFill>
                <a:prstClr val="white"/>
              </a:solidFill>
              <a:sym typeface="+mn-lt"/>
            </a:endParaRPr>
          </a:p>
        </p:txBody>
      </p:sp>
      <p:sp>
        <p:nvSpPr>
          <p:cNvPr id="7" name="椭圆 6"/>
          <p:cNvSpPr/>
          <p:nvPr userDrawn="1">
            <p:custDataLst>
              <p:tags r:id="rId6"/>
            </p:custDataLst>
          </p:nvPr>
        </p:nvSpPr>
        <p:spPr>
          <a:xfrm>
            <a:off x="585093" y="312292"/>
            <a:ext cx="324000" cy="323200"/>
          </a:xfrm>
          <a:prstGeom prst="ellipse">
            <a:avLst/>
          </a:prstGeom>
          <a:gradFill flip="none" rotWithShape="1">
            <a:gsLst>
              <a:gs pos="50000">
                <a:schemeClr val="bg1">
                  <a:lumMod val="95000"/>
                </a:schemeClr>
              </a:gs>
              <a:gs pos="100000">
                <a:schemeClr val="bg1">
                  <a:lumMod val="75000"/>
                </a:schemeClr>
              </a:gs>
              <a:gs pos="0">
                <a:schemeClr val="bg1"/>
              </a:gs>
            </a:gsLst>
            <a:lin ang="18900000" scaled="0"/>
          </a:gradFill>
          <a:ln w="9525">
            <a:gradFill>
              <a:gsLst>
                <a:gs pos="100000">
                  <a:schemeClr val="bg1">
                    <a:lumMod val="85000"/>
                  </a:schemeClr>
                </a:gs>
                <a:gs pos="0">
                  <a:schemeClr val="bg1"/>
                </a:gs>
              </a:gsLst>
              <a:lin ang="8100000" scaled="0"/>
            </a:gradFill>
          </a:ln>
          <a:effectLst>
            <a:outerShdw blurRad="444500" dist="2540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1795">
              <a:solidFill>
                <a:prstClr val="white"/>
              </a:solidFill>
            </a:endParaRPr>
          </a:p>
        </p:txBody>
      </p:sp>
      <p:sp>
        <p:nvSpPr>
          <p:cNvPr id="8" name="MH_Other_4"/>
          <p:cNvSpPr/>
          <p:nvPr userDrawn="1">
            <p:custDataLst>
              <p:tags r:id="rId7"/>
            </p:custDataLst>
          </p:nvPr>
        </p:nvSpPr>
        <p:spPr>
          <a:xfrm>
            <a:off x="158750" y="11877"/>
            <a:ext cx="153988" cy="153212"/>
          </a:xfrm>
          <a:prstGeom prst="ellipse">
            <a:avLst/>
          </a:prstGeom>
          <a:solidFill>
            <a:schemeClr val="accent1"/>
          </a:solidFill>
          <a:ln w="15875">
            <a:noFill/>
          </a:ln>
          <a:effectLst>
            <a:outerShdw blurRad="50800" dist="254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5764" tIns="37880" rIns="75764" bIns="37880" anchor="ctr"/>
          <a:lstStyle/>
          <a:p>
            <a:pPr algn="ctr">
              <a:defRPr/>
            </a:pPr>
            <a:endParaRPr lang="en-US" sz="1795">
              <a:solidFill>
                <a:prstClr val="white"/>
              </a:solidFill>
              <a:sym typeface="+mn-lt"/>
            </a:endParaRPr>
          </a:p>
        </p:txBody>
      </p:sp>
      <p:sp>
        <p:nvSpPr>
          <p:cNvPr id="9" name="矩形 3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1020128" y="385998"/>
            <a:ext cx="1757045" cy="212090"/>
          </a:xfrm>
          <a:prstGeom prst="rect">
            <a:avLst/>
          </a:prstGeom>
          <a:noFill/>
          <a:ln>
            <a:noFill/>
          </a:ln>
        </p:spPr>
        <p:txBody>
          <a:bodyPr wrap="none" lIns="51182" tIns="25591" rIns="51182" bIns="25591">
            <a:spAutoFit/>
          </a:bodyPr>
          <a:lstStyle>
            <a:lvl1pPr marL="342900" indent="-342900"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0" lvl="1" algn="ctr">
              <a:defRPr/>
            </a:pPr>
            <a:r>
              <a:rPr lang="en-US" altLang="zh-CN" sz="1045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Teaching Analysis</a:t>
            </a:r>
            <a:endParaRPr lang="zh-CN" altLang="en-US" sz="1045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 txBox="1"/>
          <p:nvPr userDrawn="1">
            <p:custDataLst>
              <p:tags r:id="rId9"/>
            </p:custDataLst>
          </p:nvPr>
        </p:nvSpPr>
        <p:spPr bwMode="auto">
          <a:xfrm>
            <a:off x="1074739" y="114700"/>
            <a:ext cx="863600" cy="281305"/>
          </a:xfrm>
          <a:prstGeom prst="rect">
            <a:avLst/>
          </a:prstGeom>
          <a:noFill/>
          <a:ln>
            <a:noFill/>
          </a:ln>
        </p:spPr>
        <p:txBody>
          <a:bodyPr wrap="none" lIns="51182" tIns="25591" rIns="51182" bIns="25591"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defRPr/>
            </a:pPr>
            <a:r>
              <a:rPr lang="zh-CN" altLang="en-US" sz="1495">
                <a:solidFill>
                  <a:srgbClr val="0D692C"/>
                </a:solidFill>
                <a:latin typeface="微软雅黑" panose="020B0503020204020204" charset="-122"/>
                <a:ea typeface="微软雅黑" panose="020B0503020204020204" charset="-122"/>
              </a:rPr>
              <a:t>教学分析</a:t>
            </a:r>
          </a:p>
        </p:txBody>
      </p:sp>
      <p:pic>
        <p:nvPicPr>
          <p:cNvPr id="11" name="图片 10"/>
          <p:cNvPicPr>
            <a:picLocks noChangeAspect="1" noChangeArrowheads="1"/>
          </p:cNvPicPr>
          <p:nvPr userDrawn="1">
            <p:custDataLst>
              <p:tags r:id="rId10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-2602"/>
          <a:stretch>
            <a:fillRect/>
          </a:stretch>
        </p:blipFill>
        <p:spPr bwMode="auto">
          <a:xfrm>
            <a:off x="8129588" y="4304171"/>
            <a:ext cx="1511300" cy="14204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28678" y="4755500"/>
            <a:ext cx="2057454" cy="273168"/>
          </a:xfrm>
        </p:spPr>
        <p:txBody>
          <a:bodyPr/>
          <a:lstStyle/>
          <a:p>
            <a:fld id="{81ABA338-C754-4EDE-B0F7-9C541DAB2653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2024/11/6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29030" y="4755500"/>
            <a:ext cx="3086180" cy="273168"/>
          </a:xfr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458123" y="4755500"/>
            <a:ext cx="2057454" cy="273168"/>
          </a:xfrm>
        </p:spPr>
        <p:txBody>
          <a:bodyPr/>
          <a:lstStyle/>
          <a:p>
            <a:fld id="{63FE5F2F-2341-4894-9DB8-674B4B2A6DE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栏目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7371019" y="-20192"/>
            <a:ext cx="1612956" cy="658009"/>
            <a:chOff x="11613" y="2237065"/>
            <a:chExt cx="1443037" cy="733424"/>
          </a:xfrm>
        </p:grpSpPr>
        <p:pic>
          <p:nvPicPr>
            <p:cNvPr id="3" name="图片 7"/>
            <p:cNvPicPr>
              <a:picLocks noChangeAspect="1" noChangeArrowheads="1"/>
            </p:cNvPicPr>
            <p:nvPr userDrawn="1">
              <p:custDataLst>
                <p:tags r:id="rId2"/>
              </p:custDataLst>
            </p:nvPr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1613" y="2237065"/>
              <a:ext cx="1443037" cy="733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9">
              <a:hlinkClick r:id="" action="ppaction://noaction"/>
            </p:cNvPr>
            <p:cNvSpPr txBox="1">
              <a:spLocks noChangeArrowheads="1"/>
            </p:cNvSpPr>
            <p:nvPr userDrawn="1">
              <p:custDataLst>
                <p:tags r:id="rId3"/>
              </p:custDataLst>
            </p:nvPr>
          </p:nvSpPr>
          <p:spPr bwMode="auto">
            <a:xfrm>
              <a:off x="60351" y="2460637"/>
              <a:ext cx="998729" cy="2816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045">
                  <a:solidFill>
                    <a:schemeClr val="bg1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课堂篇探究学习</a:t>
              </a:r>
            </a:p>
          </p:txBody>
        </p:sp>
      </p:grp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 rot="5400000">
            <a:off x="7495117" y="1368213"/>
            <a:ext cx="990600" cy="171027"/>
          </a:xfrm>
        </p:spPr>
        <p:txBody>
          <a:bodyPr/>
          <a:lstStyle/>
          <a:p>
            <a:pPr lvl="0" latinLnBrk="0"/>
            <a:fld id="{BB962C8B-B14F-4D97-AF65-F5344CB8AC3E}" type="datetime1">
              <a:rPr lang="en-US"/>
              <a:t>11/6/2024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 rot="5400000">
            <a:off x="6233584" y="2441881"/>
            <a:ext cx="3860800" cy="171027"/>
          </a:xfrm>
        </p:spPr>
        <p:txBody>
          <a:bodyPr/>
          <a:lstStyle/>
          <a:p>
            <a:pPr lvl="0" latinLnBrk="0"/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7766051" y="221701"/>
            <a:ext cx="628649" cy="574840"/>
          </a:xfrm>
        </p:spPr>
        <p:txBody>
          <a:bodyPr/>
          <a:lstStyle/>
          <a:p>
            <a:pPr lvl="0" latinLnBrk="0"/>
            <a:fld id="{9A0DB2DC-4C9A-4742-B13C-FB6460FD35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4"/>
            <p:custDataLst>
              <p:tags r:id="rId1"/>
            </p:custDataLst>
          </p:nvPr>
        </p:nvSpPr>
        <p:spPr>
          <a:xfrm flipH="1">
            <a:off x="4994308" y="1244287"/>
            <a:ext cx="2462286" cy="2995718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>
              <a:defRPr sz="2020">
                <a:latin typeface="三极准柔宋" panose="00000500000000000000" pitchFamily="2" charset="-122"/>
              </a:defRPr>
            </a:lvl1pPr>
          </a:lstStyle>
          <a:p>
            <a:endParaRPr lang="id-ID"/>
          </a:p>
        </p:txBody>
      </p:sp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4"/>
            <p:custDataLst>
              <p:tags r:id="rId1"/>
            </p:custDataLst>
          </p:nvPr>
        </p:nvSpPr>
        <p:spPr>
          <a:xfrm flipH="1">
            <a:off x="1076822" y="782804"/>
            <a:ext cx="2393171" cy="2109329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>
              <a:defRPr sz="2020">
                <a:latin typeface="三极准柔宋" panose="00000500000000000000" pitchFamily="2" charset="-122"/>
              </a:defRPr>
            </a:lvl1pPr>
          </a:lstStyle>
          <a:p>
            <a:endParaRPr lang="id-ID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 userDrawn="1">
            <p:custDataLst>
              <p:tags r:id="rId1"/>
            </p:custDataLst>
          </p:nvPr>
        </p:nvSpPr>
        <p:spPr>
          <a:xfrm>
            <a:off x="866958" y="356324"/>
            <a:ext cx="140394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95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新知探究</a:t>
            </a:r>
          </a:p>
        </p:txBody>
      </p:sp>
      <p:sp>
        <p:nvSpPr>
          <p:cNvPr id="7" name="箭头: 五边形 6"/>
          <p:cNvSpPr/>
          <p:nvPr userDrawn="1">
            <p:custDataLst>
              <p:tags r:id="rId2"/>
            </p:custDataLst>
          </p:nvPr>
        </p:nvSpPr>
        <p:spPr>
          <a:xfrm>
            <a:off x="407599" y="451769"/>
            <a:ext cx="329960" cy="303330"/>
          </a:xfrm>
          <a:prstGeom prst="homePlate">
            <a:avLst/>
          </a:prstGeom>
          <a:solidFill>
            <a:srgbClr val="107AA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箭头: V 形 7"/>
          <p:cNvSpPr/>
          <p:nvPr userDrawn="1">
            <p:custDataLst>
              <p:tags r:id="rId3"/>
            </p:custDataLst>
          </p:nvPr>
        </p:nvSpPr>
        <p:spPr>
          <a:xfrm>
            <a:off x="698739" y="451769"/>
            <a:ext cx="168215" cy="303329"/>
          </a:xfrm>
          <a:prstGeom prst="chevron">
            <a:avLst/>
          </a:prstGeom>
          <a:solidFill>
            <a:srgbClr val="107AA9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tx1"/>
              </a:solidFill>
            </a:endParaRPr>
          </a:p>
        </p:txBody>
      </p:sp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9144000" cy="354532"/>
          </a:xfrm>
          <a:prstGeom prst="rect">
            <a:avLst/>
          </a:prstGeom>
          <a:solidFill>
            <a:srgbClr val="107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0" y="4985111"/>
            <a:ext cx="9144000" cy="145594"/>
          </a:xfrm>
          <a:prstGeom prst="rect">
            <a:avLst/>
          </a:prstGeom>
          <a:solidFill>
            <a:srgbClr val="107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>
            <a:off x="1" y="290421"/>
            <a:ext cx="146050" cy="4714050"/>
          </a:xfrm>
          <a:prstGeom prst="rect">
            <a:avLst/>
          </a:prstGeom>
          <a:solidFill>
            <a:srgbClr val="107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3" name="矩形 12"/>
          <p:cNvSpPr/>
          <p:nvPr userDrawn="1">
            <p:custDataLst>
              <p:tags r:id="rId7"/>
            </p:custDataLst>
          </p:nvPr>
        </p:nvSpPr>
        <p:spPr>
          <a:xfrm>
            <a:off x="8997951" y="316235"/>
            <a:ext cx="146049" cy="4694689"/>
          </a:xfrm>
          <a:prstGeom prst="rect">
            <a:avLst/>
          </a:prstGeom>
          <a:solidFill>
            <a:srgbClr val="107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9144000" cy="354532"/>
          </a:xfrm>
          <a:prstGeom prst="rect">
            <a:avLst/>
          </a:prstGeom>
          <a:solidFill>
            <a:srgbClr val="107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4985111"/>
            <a:ext cx="9144000" cy="145594"/>
          </a:xfrm>
          <a:prstGeom prst="rect">
            <a:avLst/>
          </a:prstGeom>
          <a:solidFill>
            <a:srgbClr val="107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1" y="342051"/>
            <a:ext cx="146050" cy="4688234"/>
          </a:xfrm>
          <a:prstGeom prst="rect">
            <a:avLst/>
          </a:prstGeom>
          <a:solidFill>
            <a:srgbClr val="107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8997950" y="329144"/>
            <a:ext cx="146050" cy="4688234"/>
          </a:xfrm>
          <a:prstGeom prst="rect">
            <a:avLst/>
          </a:prstGeom>
          <a:solidFill>
            <a:srgbClr val="107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>
            <p:custDataLst>
              <p:tags r:id="rId1"/>
            </p:custDataLst>
          </p:nvPr>
        </p:nvGrpSpPr>
        <p:grpSpPr>
          <a:xfrm>
            <a:off x="7827645" y="4299421"/>
            <a:ext cx="1323975" cy="838505"/>
            <a:chOff x="754199" y="2594060"/>
            <a:chExt cx="5595801" cy="3552740"/>
          </a:xfrm>
        </p:grpSpPr>
        <p:sp>
          <p:nvSpPr>
            <p:cNvPr id="15" name="任意多边形 200"/>
            <p:cNvSpPr/>
            <p:nvPr>
              <p:custDataLst>
                <p:tags r:id="rId7"/>
              </p:custDataLst>
            </p:nvPr>
          </p:nvSpPr>
          <p:spPr bwMode="auto">
            <a:xfrm>
              <a:off x="754199" y="4513913"/>
              <a:ext cx="2581118" cy="1626650"/>
            </a:xfrm>
            <a:custGeom>
              <a:avLst/>
              <a:gdLst>
                <a:gd name="T0" fmla="*/ 1 w 796"/>
                <a:gd name="T1" fmla="*/ 502 h 502"/>
                <a:gd name="T2" fmla="*/ 0 w 796"/>
                <a:gd name="T3" fmla="*/ 471 h 502"/>
                <a:gd name="T4" fmla="*/ 91 w 796"/>
                <a:gd name="T5" fmla="*/ 404 h 502"/>
                <a:gd name="T6" fmla="*/ 128 w 796"/>
                <a:gd name="T7" fmla="*/ 416 h 502"/>
                <a:gd name="T8" fmla="*/ 206 w 796"/>
                <a:gd name="T9" fmla="*/ 391 h 502"/>
                <a:gd name="T10" fmla="*/ 291 w 796"/>
                <a:gd name="T11" fmla="*/ 276 h 502"/>
                <a:gd name="T12" fmla="*/ 399 w 796"/>
                <a:gd name="T13" fmla="*/ 272 h 502"/>
                <a:gd name="T14" fmla="*/ 458 w 796"/>
                <a:gd name="T15" fmla="*/ 340 h 502"/>
                <a:gd name="T16" fmla="*/ 577 w 796"/>
                <a:gd name="T17" fmla="*/ 318 h 502"/>
                <a:gd name="T18" fmla="*/ 661 w 796"/>
                <a:gd name="T19" fmla="*/ 74 h 502"/>
                <a:gd name="T20" fmla="*/ 796 w 796"/>
                <a:gd name="T21" fmla="*/ 97 h 502"/>
                <a:gd name="T22" fmla="*/ 796 w 796"/>
                <a:gd name="T23" fmla="*/ 498 h 502"/>
                <a:gd name="T24" fmla="*/ 1 w 796"/>
                <a:gd name="T25" fmla="*/ 502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96" h="502">
                  <a:moveTo>
                    <a:pt x="1" y="502"/>
                  </a:moveTo>
                  <a:cubicBezTo>
                    <a:pt x="0" y="471"/>
                    <a:pt x="0" y="471"/>
                    <a:pt x="0" y="471"/>
                  </a:cubicBezTo>
                  <a:cubicBezTo>
                    <a:pt x="0" y="423"/>
                    <a:pt x="46" y="389"/>
                    <a:pt x="91" y="404"/>
                  </a:cubicBezTo>
                  <a:cubicBezTo>
                    <a:pt x="128" y="416"/>
                    <a:pt x="128" y="416"/>
                    <a:pt x="128" y="416"/>
                  </a:cubicBezTo>
                  <a:cubicBezTo>
                    <a:pt x="157" y="425"/>
                    <a:pt x="188" y="415"/>
                    <a:pt x="206" y="391"/>
                  </a:cubicBezTo>
                  <a:cubicBezTo>
                    <a:pt x="291" y="276"/>
                    <a:pt x="291" y="276"/>
                    <a:pt x="291" y="276"/>
                  </a:cubicBezTo>
                  <a:cubicBezTo>
                    <a:pt x="317" y="240"/>
                    <a:pt x="370" y="238"/>
                    <a:pt x="399" y="272"/>
                  </a:cubicBezTo>
                  <a:cubicBezTo>
                    <a:pt x="458" y="340"/>
                    <a:pt x="458" y="340"/>
                    <a:pt x="458" y="340"/>
                  </a:cubicBezTo>
                  <a:cubicBezTo>
                    <a:pt x="493" y="381"/>
                    <a:pt x="559" y="368"/>
                    <a:pt x="577" y="318"/>
                  </a:cubicBezTo>
                  <a:cubicBezTo>
                    <a:pt x="661" y="74"/>
                    <a:pt x="661" y="74"/>
                    <a:pt x="661" y="74"/>
                  </a:cubicBezTo>
                  <a:cubicBezTo>
                    <a:pt x="687" y="0"/>
                    <a:pt x="796" y="19"/>
                    <a:pt x="796" y="97"/>
                  </a:cubicBezTo>
                  <a:cubicBezTo>
                    <a:pt x="796" y="498"/>
                    <a:pt x="796" y="498"/>
                    <a:pt x="796" y="498"/>
                  </a:cubicBezTo>
                  <a:lnTo>
                    <a:pt x="1" y="50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68410" tIns="34205" rIns="68410" bIns="34205" anchor="ctr">
              <a:normAutofit/>
            </a:bodyPr>
            <a:lstStyle/>
            <a:p>
              <a:pPr algn="ctr"/>
              <a:endParaRPr sz="1345">
                <a:latin typeface="Arial" panose="020B0604020202020204" pitchFamily="34" charset="0"/>
              </a:endParaRPr>
            </a:p>
          </p:txBody>
        </p:sp>
        <p:sp>
          <p:nvSpPr>
            <p:cNvPr id="16" name="任意多边形 201"/>
            <p:cNvSpPr/>
            <p:nvPr>
              <p:custDataLst>
                <p:tags r:id="rId8"/>
              </p:custDataLst>
            </p:nvPr>
          </p:nvSpPr>
          <p:spPr bwMode="auto">
            <a:xfrm>
              <a:off x="835297" y="2594060"/>
              <a:ext cx="5165354" cy="3549621"/>
            </a:xfrm>
            <a:custGeom>
              <a:avLst/>
              <a:gdLst>
                <a:gd name="T0" fmla="*/ 1592 w 1593"/>
                <a:gd name="T1" fmla="*/ 1095 h 1096"/>
                <a:gd name="T2" fmla="*/ 1593 w 1593"/>
                <a:gd name="T3" fmla="*/ 1095 h 1096"/>
                <a:gd name="T4" fmla="*/ 1591 w 1593"/>
                <a:gd name="T5" fmla="*/ 1094 h 1096"/>
                <a:gd name="T6" fmla="*/ 1279 w 1593"/>
                <a:gd name="T7" fmla="*/ 188 h 1096"/>
                <a:gd name="T8" fmla="*/ 1064 w 1593"/>
                <a:gd name="T9" fmla="*/ 0 h 1096"/>
                <a:gd name="T10" fmla="*/ 1066 w 1593"/>
                <a:gd name="T11" fmla="*/ 1 h 1096"/>
                <a:gd name="T12" fmla="*/ 849 w 1593"/>
                <a:gd name="T13" fmla="*/ 196 h 1096"/>
                <a:gd name="T14" fmla="*/ 652 w 1593"/>
                <a:gd name="T15" fmla="*/ 829 h 1096"/>
                <a:gd name="T16" fmla="*/ 605 w 1593"/>
                <a:gd name="T17" fmla="*/ 974 h 1096"/>
                <a:gd name="T18" fmla="*/ 541 w 1593"/>
                <a:gd name="T19" fmla="*/ 1001 h 1096"/>
                <a:gd name="T20" fmla="*/ 513 w 1593"/>
                <a:gd name="T21" fmla="*/ 987 h 1096"/>
                <a:gd name="T22" fmla="*/ 460 w 1593"/>
                <a:gd name="T23" fmla="*/ 995 h 1096"/>
                <a:gd name="T24" fmla="*/ 428 w 1593"/>
                <a:gd name="T25" fmla="*/ 1027 h 1096"/>
                <a:gd name="T26" fmla="*/ 358 w 1593"/>
                <a:gd name="T27" fmla="*/ 1021 h 1096"/>
                <a:gd name="T28" fmla="*/ 328 w 1593"/>
                <a:gd name="T29" fmla="*/ 977 h 1096"/>
                <a:gd name="T30" fmla="*/ 255 w 1593"/>
                <a:gd name="T31" fmla="*/ 973 h 1096"/>
                <a:gd name="T32" fmla="*/ 193 w 1593"/>
                <a:gd name="T33" fmla="*/ 1048 h 1096"/>
                <a:gd name="T34" fmla="*/ 147 w 1593"/>
                <a:gd name="T35" fmla="*/ 1063 h 1096"/>
                <a:gd name="T36" fmla="*/ 99 w 1593"/>
                <a:gd name="T37" fmla="*/ 1050 h 1096"/>
                <a:gd name="T38" fmla="*/ 64 w 1593"/>
                <a:gd name="T39" fmla="*/ 1056 h 1096"/>
                <a:gd name="T40" fmla="*/ 0 w 1593"/>
                <a:gd name="T41" fmla="*/ 1095 h 1096"/>
                <a:gd name="T42" fmla="*/ 1581 w 1593"/>
                <a:gd name="T43" fmla="*/ 1095 h 1096"/>
                <a:gd name="T44" fmla="*/ 1592 w 1593"/>
                <a:gd name="T45" fmla="*/ 1096 h 1096"/>
                <a:gd name="T46" fmla="*/ 1592 w 1593"/>
                <a:gd name="T47" fmla="*/ 1095 h 10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592" h="1096">
                  <a:moveTo>
                    <a:pt x="1592" y="1095"/>
                  </a:moveTo>
                  <a:cubicBezTo>
                    <a:pt x="1593" y="1095"/>
                    <a:pt x="1593" y="1095"/>
                    <a:pt x="1593" y="1095"/>
                  </a:cubicBezTo>
                  <a:cubicBezTo>
                    <a:pt x="1591" y="1094"/>
                    <a:pt x="1591" y="1094"/>
                    <a:pt x="1591" y="1094"/>
                  </a:cubicBezTo>
                  <a:cubicBezTo>
                    <a:pt x="1279" y="188"/>
                    <a:pt x="1279" y="188"/>
                    <a:pt x="1279" y="188"/>
                  </a:cubicBezTo>
                  <a:cubicBezTo>
                    <a:pt x="1247" y="97"/>
                    <a:pt x="1176" y="0"/>
                    <a:pt x="1064" y="0"/>
                  </a:cubicBezTo>
                  <a:cubicBezTo>
                    <a:pt x="1066" y="1"/>
                    <a:pt x="1066" y="1"/>
                    <a:pt x="1066" y="1"/>
                  </a:cubicBezTo>
                  <a:cubicBezTo>
                    <a:pt x="966" y="1"/>
                    <a:pt x="879" y="101"/>
                    <a:pt x="849" y="196"/>
                  </a:cubicBezTo>
                  <a:cubicBezTo>
                    <a:pt x="652" y="829"/>
                    <a:pt x="652" y="829"/>
                    <a:pt x="652" y="829"/>
                  </a:cubicBezTo>
                  <a:cubicBezTo>
                    <a:pt x="605" y="974"/>
                    <a:pt x="605" y="974"/>
                    <a:pt x="605" y="974"/>
                  </a:cubicBezTo>
                  <a:cubicBezTo>
                    <a:pt x="596" y="1000"/>
                    <a:pt x="566" y="1013"/>
                    <a:pt x="541" y="1001"/>
                  </a:cubicBezTo>
                  <a:cubicBezTo>
                    <a:pt x="513" y="987"/>
                    <a:pt x="513" y="987"/>
                    <a:pt x="513" y="987"/>
                  </a:cubicBezTo>
                  <a:cubicBezTo>
                    <a:pt x="495" y="978"/>
                    <a:pt x="474" y="981"/>
                    <a:pt x="460" y="995"/>
                  </a:cubicBezTo>
                  <a:cubicBezTo>
                    <a:pt x="428" y="1027"/>
                    <a:pt x="428" y="1027"/>
                    <a:pt x="428" y="1027"/>
                  </a:cubicBezTo>
                  <a:cubicBezTo>
                    <a:pt x="408" y="1048"/>
                    <a:pt x="374" y="1044"/>
                    <a:pt x="358" y="1021"/>
                  </a:cubicBezTo>
                  <a:cubicBezTo>
                    <a:pt x="328" y="977"/>
                    <a:pt x="328" y="977"/>
                    <a:pt x="328" y="977"/>
                  </a:cubicBezTo>
                  <a:cubicBezTo>
                    <a:pt x="311" y="952"/>
                    <a:pt x="275" y="950"/>
                    <a:pt x="255" y="973"/>
                  </a:cubicBezTo>
                  <a:cubicBezTo>
                    <a:pt x="193" y="1048"/>
                    <a:pt x="193" y="1048"/>
                    <a:pt x="193" y="1048"/>
                  </a:cubicBezTo>
                  <a:cubicBezTo>
                    <a:pt x="182" y="1061"/>
                    <a:pt x="164" y="1067"/>
                    <a:pt x="147" y="1063"/>
                  </a:cubicBezTo>
                  <a:cubicBezTo>
                    <a:pt x="99" y="1050"/>
                    <a:pt x="99" y="1050"/>
                    <a:pt x="99" y="1050"/>
                  </a:cubicBezTo>
                  <a:cubicBezTo>
                    <a:pt x="87" y="1047"/>
                    <a:pt x="74" y="1049"/>
                    <a:pt x="64" y="1056"/>
                  </a:cubicBezTo>
                  <a:cubicBezTo>
                    <a:pt x="0" y="1095"/>
                    <a:pt x="0" y="1095"/>
                    <a:pt x="0" y="1095"/>
                  </a:cubicBezTo>
                  <a:cubicBezTo>
                    <a:pt x="1581" y="1095"/>
                    <a:pt x="1581" y="1095"/>
                    <a:pt x="1581" y="1095"/>
                  </a:cubicBezTo>
                  <a:cubicBezTo>
                    <a:pt x="1592" y="1096"/>
                    <a:pt x="1592" y="1096"/>
                    <a:pt x="1592" y="1096"/>
                  </a:cubicBezTo>
                  <a:lnTo>
                    <a:pt x="1592" y="109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410" tIns="34205" rIns="68410" bIns="34205" numCol="1" spcCol="0" rtlCol="0" fromWordArt="0" anchor="ctr" anchorCtr="0" forceAA="0" compatLnSpc="1">
              <a:noAutofit/>
            </a:bodyPr>
            <a:lstStyle/>
            <a:p>
              <a:pPr algn="ctr"/>
              <a:endParaRPr sz="1345">
                <a:solidFill>
                  <a:schemeClr val="lt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任意多边形 202"/>
            <p:cNvSpPr/>
            <p:nvPr>
              <p:custDataLst>
                <p:tags r:id="rId9"/>
              </p:custDataLst>
            </p:nvPr>
          </p:nvSpPr>
          <p:spPr bwMode="auto">
            <a:xfrm>
              <a:off x="3438249" y="4290891"/>
              <a:ext cx="2911751" cy="1855909"/>
            </a:xfrm>
            <a:custGeom>
              <a:avLst/>
              <a:gdLst>
                <a:gd name="T0" fmla="*/ 626 w 898"/>
                <a:gd name="T1" fmla="*/ 128 h 573"/>
                <a:gd name="T2" fmla="*/ 577 w 898"/>
                <a:gd name="T3" fmla="*/ 388 h 573"/>
                <a:gd name="T4" fmla="*/ 459 w 898"/>
                <a:gd name="T5" fmla="*/ 410 h 573"/>
                <a:gd name="T6" fmla="*/ 400 w 898"/>
                <a:gd name="T7" fmla="*/ 341 h 573"/>
                <a:gd name="T8" fmla="*/ 292 w 898"/>
                <a:gd name="T9" fmla="*/ 345 h 573"/>
                <a:gd name="T10" fmla="*/ 206 w 898"/>
                <a:gd name="T11" fmla="*/ 461 h 573"/>
                <a:gd name="T12" fmla="*/ 129 w 898"/>
                <a:gd name="T13" fmla="*/ 486 h 573"/>
                <a:gd name="T14" fmla="*/ 92 w 898"/>
                <a:gd name="T15" fmla="*/ 474 h 573"/>
                <a:gd name="T16" fmla="*/ 1 w 898"/>
                <a:gd name="T17" fmla="*/ 541 h 573"/>
                <a:gd name="T18" fmla="*/ 1 w 898"/>
                <a:gd name="T19" fmla="*/ 568 h 573"/>
                <a:gd name="T20" fmla="*/ 898 w 898"/>
                <a:gd name="T21" fmla="*/ 573 h 573"/>
                <a:gd name="T22" fmla="*/ 765 w 898"/>
                <a:gd name="T23" fmla="*/ 124 h 573"/>
                <a:gd name="T24" fmla="*/ 626 w 898"/>
                <a:gd name="T25" fmla="*/ 128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8" h="573">
                  <a:moveTo>
                    <a:pt x="626" y="128"/>
                  </a:moveTo>
                  <a:cubicBezTo>
                    <a:pt x="577" y="388"/>
                    <a:pt x="577" y="388"/>
                    <a:pt x="577" y="388"/>
                  </a:cubicBezTo>
                  <a:cubicBezTo>
                    <a:pt x="560" y="438"/>
                    <a:pt x="494" y="451"/>
                    <a:pt x="459" y="410"/>
                  </a:cubicBezTo>
                  <a:cubicBezTo>
                    <a:pt x="400" y="341"/>
                    <a:pt x="400" y="341"/>
                    <a:pt x="400" y="341"/>
                  </a:cubicBezTo>
                  <a:cubicBezTo>
                    <a:pt x="371" y="307"/>
                    <a:pt x="318" y="310"/>
                    <a:pt x="292" y="345"/>
                  </a:cubicBezTo>
                  <a:cubicBezTo>
                    <a:pt x="206" y="461"/>
                    <a:pt x="206" y="461"/>
                    <a:pt x="206" y="461"/>
                  </a:cubicBezTo>
                  <a:cubicBezTo>
                    <a:pt x="189" y="485"/>
                    <a:pt x="157" y="495"/>
                    <a:pt x="129" y="486"/>
                  </a:cubicBezTo>
                  <a:cubicBezTo>
                    <a:pt x="92" y="474"/>
                    <a:pt x="92" y="474"/>
                    <a:pt x="92" y="474"/>
                  </a:cubicBezTo>
                  <a:cubicBezTo>
                    <a:pt x="47" y="459"/>
                    <a:pt x="0" y="493"/>
                    <a:pt x="1" y="541"/>
                  </a:cubicBezTo>
                  <a:cubicBezTo>
                    <a:pt x="1" y="568"/>
                    <a:pt x="1" y="568"/>
                    <a:pt x="1" y="568"/>
                  </a:cubicBezTo>
                  <a:cubicBezTo>
                    <a:pt x="898" y="573"/>
                    <a:pt x="898" y="573"/>
                    <a:pt x="898" y="573"/>
                  </a:cubicBezTo>
                  <a:cubicBezTo>
                    <a:pt x="765" y="124"/>
                    <a:pt x="765" y="124"/>
                    <a:pt x="765" y="124"/>
                  </a:cubicBezTo>
                  <a:cubicBezTo>
                    <a:pt x="733" y="0"/>
                    <a:pt x="625" y="56"/>
                    <a:pt x="626" y="1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68410" tIns="34205" rIns="68410" bIns="34205" anchor="ctr">
              <a:normAutofit/>
            </a:bodyPr>
            <a:lstStyle/>
            <a:p>
              <a:pPr algn="ctr"/>
              <a:endParaRPr sz="1345">
                <a:latin typeface="Arial" panose="020B0604020202020204" pitchFamily="34" charset="0"/>
              </a:endParaRPr>
            </a:p>
          </p:txBody>
        </p:sp>
      </p:grpSp>
      <p:sp>
        <p:nvSpPr>
          <p:cNvPr id="14" name="任意多边形 193"/>
          <p:cNvSpPr/>
          <p:nvPr>
            <p:custDataLst>
              <p:tags r:id="rId2"/>
            </p:custDataLst>
          </p:nvPr>
        </p:nvSpPr>
        <p:spPr bwMode="auto">
          <a:xfrm>
            <a:off x="97155" y="122570"/>
            <a:ext cx="405289" cy="209033"/>
          </a:xfrm>
          <a:custGeom>
            <a:avLst/>
            <a:gdLst>
              <a:gd name="T0" fmla="*/ 0 w 262"/>
              <a:gd name="T1" fmla="*/ 94 h 135"/>
              <a:gd name="T2" fmla="*/ 41 w 262"/>
              <a:gd name="T3" fmla="*/ 52 h 135"/>
              <a:gd name="T4" fmla="*/ 56 w 262"/>
              <a:gd name="T5" fmla="*/ 55 h 135"/>
              <a:gd name="T6" fmla="*/ 87 w 262"/>
              <a:gd name="T7" fmla="*/ 27 h 135"/>
              <a:gd name="T8" fmla="*/ 109 w 262"/>
              <a:gd name="T9" fmla="*/ 36 h 135"/>
              <a:gd name="T10" fmla="*/ 153 w 262"/>
              <a:gd name="T11" fmla="*/ 0 h 135"/>
              <a:gd name="T12" fmla="*/ 198 w 262"/>
              <a:gd name="T13" fmla="*/ 46 h 135"/>
              <a:gd name="T14" fmla="*/ 198 w 262"/>
              <a:gd name="T15" fmla="*/ 49 h 135"/>
              <a:gd name="T16" fmla="*/ 216 w 262"/>
              <a:gd name="T17" fmla="*/ 45 h 135"/>
              <a:gd name="T18" fmla="*/ 262 w 262"/>
              <a:gd name="T19" fmla="*/ 90 h 135"/>
              <a:gd name="T20" fmla="*/ 223 w 262"/>
              <a:gd name="T21" fmla="*/ 135 h 135"/>
              <a:gd name="T22" fmla="*/ 223 w 262"/>
              <a:gd name="T23" fmla="*/ 135 h 135"/>
              <a:gd name="T24" fmla="*/ 34 w 262"/>
              <a:gd name="T25" fmla="*/ 135 h 135"/>
              <a:gd name="T26" fmla="*/ 34 w 262"/>
              <a:gd name="T27" fmla="*/ 135 h 135"/>
              <a:gd name="T28" fmla="*/ 0 w 262"/>
              <a:gd name="T29" fmla="*/ 94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2" h="135">
                <a:moveTo>
                  <a:pt x="0" y="94"/>
                </a:moveTo>
                <a:cubicBezTo>
                  <a:pt x="0" y="71"/>
                  <a:pt x="18" y="52"/>
                  <a:pt x="41" y="52"/>
                </a:cubicBezTo>
                <a:cubicBezTo>
                  <a:pt x="46" y="52"/>
                  <a:pt x="51" y="53"/>
                  <a:pt x="56" y="55"/>
                </a:cubicBezTo>
                <a:cubicBezTo>
                  <a:pt x="58" y="39"/>
                  <a:pt x="71" y="27"/>
                  <a:pt x="87" y="27"/>
                </a:cubicBezTo>
                <a:cubicBezTo>
                  <a:pt x="95" y="27"/>
                  <a:pt x="103" y="30"/>
                  <a:pt x="109" y="36"/>
                </a:cubicBezTo>
                <a:cubicBezTo>
                  <a:pt x="113" y="15"/>
                  <a:pt x="131" y="0"/>
                  <a:pt x="153" y="0"/>
                </a:cubicBezTo>
                <a:cubicBezTo>
                  <a:pt x="178" y="0"/>
                  <a:pt x="198" y="21"/>
                  <a:pt x="198" y="46"/>
                </a:cubicBezTo>
                <a:cubicBezTo>
                  <a:pt x="198" y="47"/>
                  <a:pt x="198" y="48"/>
                  <a:pt x="198" y="49"/>
                </a:cubicBezTo>
                <a:cubicBezTo>
                  <a:pt x="203" y="46"/>
                  <a:pt x="210" y="45"/>
                  <a:pt x="216" y="45"/>
                </a:cubicBezTo>
                <a:cubicBezTo>
                  <a:pt x="241" y="45"/>
                  <a:pt x="262" y="65"/>
                  <a:pt x="262" y="90"/>
                </a:cubicBezTo>
                <a:cubicBezTo>
                  <a:pt x="262" y="113"/>
                  <a:pt x="245" y="131"/>
                  <a:pt x="223" y="135"/>
                </a:cubicBezTo>
                <a:cubicBezTo>
                  <a:pt x="223" y="135"/>
                  <a:pt x="223" y="135"/>
                  <a:pt x="223" y="135"/>
                </a:cubicBezTo>
                <a:cubicBezTo>
                  <a:pt x="34" y="135"/>
                  <a:pt x="34" y="135"/>
                  <a:pt x="34" y="135"/>
                </a:cubicBezTo>
                <a:cubicBezTo>
                  <a:pt x="34" y="135"/>
                  <a:pt x="34" y="135"/>
                  <a:pt x="34" y="135"/>
                </a:cubicBezTo>
                <a:cubicBezTo>
                  <a:pt x="15" y="131"/>
                  <a:pt x="0" y="114"/>
                  <a:pt x="0" y="94"/>
                </a:cubicBezTo>
                <a:close/>
              </a:path>
            </a:pathLst>
          </a:custGeom>
          <a:gradFill>
            <a:gsLst>
              <a:gs pos="0">
                <a:schemeClr val="accent3"/>
              </a:gs>
              <a:gs pos="100000">
                <a:schemeClr val="accent1"/>
              </a:gs>
            </a:gsLst>
            <a:lin ang="2700000" scaled="0"/>
          </a:gradFill>
          <a:ln>
            <a:noFill/>
          </a:ln>
        </p:spPr>
        <p:txBody>
          <a:bodyPr wrap="square" lIns="68410" tIns="34205" rIns="68410" bIns="34205" anchor="ctr">
            <a:normAutofit fontScale="85000" lnSpcReduction="20000"/>
          </a:bodyPr>
          <a:lstStyle/>
          <a:p>
            <a:pPr algn="ctr"/>
            <a:endParaRPr sz="1345">
              <a:latin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/>
          </a:bodyPr>
          <a:lstStyle>
            <a:lvl1pPr>
              <a:defRPr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4750616"/>
            <a:ext cx="2025000" cy="23701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4750616"/>
            <a:ext cx="2970000" cy="237013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4750616"/>
            <a:ext cx="2025000" cy="237013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【正文】一部分">
    <p:bg>
      <p:bgPr>
        <a:solidFill>
          <a:srgbClr val="FFF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直接箭头连接符 79"/>
          <p:cNvCxnSpPr/>
          <p:nvPr userDrawn="1">
            <p:custDataLst>
              <p:tags r:id="rId1"/>
            </p:custDataLst>
          </p:nvPr>
        </p:nvCxnSpPr>
        <p:spPr bwMode="auto">
          <a:xfrm>
            <a:off x="3760794" y="305982"/>
            <a:ext cx="5183445" cy="1776"/>
          </a:xfrm>
          <a:prstGeom prst="straightConnector1">
            <a:avLst/>
          </a:prstGeom>
          <a:ln w="6350">
            <a:solidFill>
              <a:srgbClr val="C0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 userDrawn="1">
            <p:custDataLst>
              <p:tags r:id="rId2"/>
            </p:custDataLst>
          </p:nvPr>
        </p:nvCxnSpPr>
        <p:spPr>
          <a:xfrm>
            <a:off x="263155" y="4925041"/>
            <a:ext cx="566204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2859" y="0"/>
            <a:ext cx="721379" cy="307757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/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628650" y="1365838"/>
            <a:ext cx="3886200" cy="325544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4629150" y="1365838"/>
            <a:ext cx="3886200" cy="325544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628650" y="1365838"/>
            <a:ext cx="3886200" cy="325544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  <p:custDataLst>
              <p:tags r:id="rId3"/>
            </p:custDataLst>
          </p:nvPr>
        </p:nvSpPr>
        <p:spPr>
          <a:xfrm>
            <a:off x="4629150" y="1365839"/>
            <a:ext cx="3886200" cy="157012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  <p:custDataLst>
              <p:tags r:id="rId4"/>
            </p:custDataLst>
          </p:nvPr>
        </p:nvSpPr>
        <p:spPr>
          <a:xfrm>
            <a:off x="4629150" y="3049976"/>
            <a:ext cx="3886200" cy="157130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3000">
        <p:random/>
      </p:transition>
    </mc:Choice>
    <mc:Fallback xmlns="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p15="http://schemas.microsoft.com/office/powerpoint/2012/main" xmlns:p159="http://schemas.microsoft.com/office/powerpoint/2015/09/main">
      <p:transition spd="slow" advTm="3000">
        <p:random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  <p:custDataLst>
              <p:tags r:id="rId2"/>
            </p:custDataLst>
          </p:nvPr>
        </p:nvSpPr>
        <p:spPr>
          <a:xfrm>
            <a:off x="628650" y="1365839"/>
            <a:ext cx="3886200" cy="157012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  <p:custDataLst>
              <p:tags r:id="rId3"/>
            </p:custDataLst>
          </p:nvPr>
        </p:nvSpPr>
        <p:spPr>
          <a:xfrm>
            <a:off x="4629150" y="1365839"/>
            <a:ext cx="3886200" cy="157012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  <p:custDataLst>
              <p:tags r:id="rId4"/>
            </p:custDataLst>
          </p:nvPr>
        </p:nvSpPr>
        <p:spPr>
          <a:xfrm>
            <a:off x="628650" y="3049976"/>
            <a:ext cx="3886200" cy="157130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4629150" y="3049976"/>
            <a:ext cx="3886200" cy="157130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10957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57200" y="4755493"/>
            <a:ext cx="2133600" cy="273168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页脚占位符 10957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124200" y="4755493"/>
            <a:ext cx="2895600" cy="273168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10957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6553200" y="4755493"/>
            <a:ext cx="2133600" cy="273168"/>
          </a:xfrm>
        </p:spPr>
        <p:txBody>
          <a:bodyPr/>
          <a:lstStyle>
            <a:lvl1pPr>
              <a:defRPr/>
            </a:lvl1pPr>
          </a:lstStyle>
          <a:p>
            <a:fld id="{4A9B5396-02FD-4ADB-99D0-0FA04D6FF8A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 spd="slow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28650" y="4755491"/>
            <a:ext cx="2057400" cy="273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28950" y="4755491"/>
            <a:ext cx="3086100" cy="273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457950" y="4755491"/>
            <a:ext cx="2057400" cy="27316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5B402A-A238-4AA1-A35B-A9BE51A8D4F9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>
    <p:checker dir="vert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05470"/>
            <a:ext cx="8229600" cy="85513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  <p:custDataLst>
              <p:tags r:id="rId2"/>
            </p:custDataLst>
          </p:nvPr>
        </p:nvSpPr>
        <p:spPr>
          <a:xfrm>
            <a:off x="457200" y="1197187"/>
            <a:ext cx="4038600" cy="338609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联机映像占位符 3"/>
          <p:cNvSpPr>
            <a:spLocks noGrp="1"/>
          </p:cNvSpPr>
          <p:nvPr>
            <p:ph type="clipArt" sz="half" idx="2"/>
            <p:custDataLst>
              <p:tags r:id="rId3"/>
            </p:custDataLst>
          </p:nvPr>
        </p:nvSpPr>
        <p:spPr>
          <a:xfrm>
            <a:off x="4648200" y="1197187"/>
            <a:ext cx="4038600" cy="3386091"/>
          </a:xfrm>
        </p:spPr>
        <p:txBody>
          <a:bodyPr vert="horz" lIns="91440" tIns="45720" rIns="91440" bIns="45720" rtlCol="0">
            <a:normAutofit/>
          </a:bodyPr>
          <a:lstStyle/>
          <a:p>
            <a:pPr marL="171450" marR="0" lvl="0" indent="-17145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  <p:custDataLst>
              <p:tags r:id="rId4"/>
            </p:custDataLst>
          </p:nvPr>
        </p:nvSpPr>
        <p:spPr>
          <a:xfrm>
            <a:off x="457200" y="4672354"/>
            <a:ext cx="2133600" cy="356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  <p:custDataLst>
              <p:tags r:id="rId5"/>
            </p:custDataLst>
          </p:nvPr>
        </p:nvSpPr>
        <p:spPr>
          <a:xfrm>
            <a:off x="3124200" y="4672354"/>
            <a:ext cx="2895600" cy="356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  <p:custDataLst>
              <p:tags r:id="rId6"/>
            </p:custDataLst>
          </p:nvPr>
        </p:nvSpPr>
        <p:spPr>
          <a:xfrm>
            <a:off x="6553200" y="4672354"/>
            <a:ext cx="2133600" cy="3563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E27E300-DFF0-4B52-9D6E-D6440329A3BA}" type="slidenum">
              <a:rPr kumimoji="0" lang="en-US" altLang="zh-CN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180501" y="-1"/>
            <a:ext cx="8963499" cy="5130801"/>
            <a:chOff x="240668" y="-1"/>
            <a:chExt cx="11951332" cy="6858001"/>
          </a:xfrm>
        </p:grpSpPr>
        <p:sp>
          <p:nvSpPr>
            <p:cNvPr id="13" name="矩形 12"/>
            <p:cNvSpPr/>
            <p:nvPr userDrawn="1">
              <p:custDataLst>
                <p:tags r:id="rId7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345" baseline="0"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grpSp>
          <p:nvGrpSpPr>
            <p:cNvPr id="6" name="组合 5"/>
            <p:cNvGrpSpPr/>
            <p:nvPr userDrawn="1">
              <p:custDataLst>
                <p:tags r:id="rId8"/>
              </p:custDataLst>
            </p:nvPr>
          </p:nvGrpSpPr>
          <p:grpSpPr>
            <a:xfrm>
              <a:off x="240668" y="-1"/>
              <a:ext cx="11951332" cy="6858001"/>
              <a:chOff x="240668" y="-1"/>
              <a:chExt cx="11951332" cy="6858001"/>
            </a:xfrm>
          </p:grpSpPr>
          <p:sp>
            <p:nvSpPr>
              <p:cNvPr id="10" name="三角形 6"/>
              <p:cNvSpPr/>
              <p:nvPr userDrawn="1">
                <p:custDataLst>
                  <p:tags r:id="rId9"/>
                </p:custDataLst>
              </p:nvPr>
            </p:nvSpPr>
            <p:spPr>
              <a:xfrm rot="10800000">
                <a:off x="240668" y="-1"/>
                <a:ext cx="1268817" cy="825335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"/>
              </a:p>
            </p:txBody>
          </p:sp>
          <p:sp>
            <p:nvSpPr>
              <p:cNvPr id="11" name="三角形 7"/>
              <p:cNvSpPr/>
              <p:nvPr userDrawn="1">
                <p:custDataLst>
                  <p:tags r:id="rId10"/>
                </p:custDataLst>
              </p:nvPr>
            </p:nvSpPr>
            <p:spPr>
              <a:xfrm>
                <a:off x="10157543" y="5823322"/>
                <a:ext cx="1449070" cy="1030125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"/>
              </a:p>
            </p:txBody>
          </p:sp>
          <p:sp>
            <p:nvSpPr>
              <p:cNvPr id="12" name="三角形 8"/>
              <p:cNvSpPr/>
              <p:nvPr userDrawn="1">
                <p:custDataLst>
                  <p:tags r:id="rId11"/>
                </p:custDataLst>
              </p:nvPr>
            </p:nvSpPr>
            <p:spPr>
              <a:xfrm>
                <a:off x="11200681" y="6153284"/>
                <a:ext cx="991319" cy="704716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zh-CN" altLang="en-US" sz="100"/>
                  <a:t> </a:t>
                </a: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961200" y="934587"/>
            <a:ext cx="7219800" cy="541360"/>
          </a:xfrm>
        </p:spPr>
        <p:txBody>
          <a:bodyPr anchor="ctr"/>
          <a:lstStyle>
            <a:lvl1pPr>
              <a:defRPr sz="2395" b="1" spc="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3"/>
            </p:custDataLst>
          </p:nvPr>
        </p:nvSpPr>
        <p:spPr>
          <a:xfrm>
            <a:off x="960835" y="1618693"/>
            <a:ext cx="7219950" cy="2577520"/>
          </a:xfrm>
        </p:spPr>
        <p:txBody>
          <a:bodyPr>
            <a:normAutofit/>
          </a:bodyPr>
          <a:lstStyle>
            <a:lvl1pPr marL="0" indent="0">
              <a:buNone/>
              <a:defRPr sz="1195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4750616"/>
            <a:ext cx="2025000" cy="237013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4750616"/>
            <a:ext cx="2025000" cy="237013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4750616"/>
            <a:ext cx="2970000" cy="237013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 userDrawn="1">
            <p:custDataLst>
              <p:tags r:id="rId1"/>
            </p:custDataLst>
          </p:nvPr>
        </p:nvGrpSpPr>
        <p:grpSpPr>
          <a:xfrm>
            <a:off x="-1191" y="640460"/>
            <a:ext cx="9145191" cy="3849787"/>
            <a:chOff x="-1588" y="-1587"/>
            <a:chExt cx="12193588" cy="6861007"/>
          </a:xfrm>
        </p:grpSpPr>
        <p:sp>
          <p:nvSpPr>
            <p:cNvPr id="18" name="矩形 17"/>
            <p:cNvSpPr/>
            <p:nvPr userDrawn="1">
              <p:custDataLst>
                <p:tags r:id="rId7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9" name="组合 18"/>
            <p:cNvGrpSpPr/>
            <p:nvPr userDrawn="1">
              <p:custDataLst>
                <p:tags r:id="rId8"/>
              </p:custDataLst>
            </p:nvPr>
          </p:nvGrpSpPr>
          <p:grpSpPr>
            <a:xfrm>
              <a:off x="-1588" y="-1587"/>
              <a:ext cx="1498522" cy="1250788"/>
              <a:chOff x="-1588" y="-1587"/>
              <a:chExt cx="1498522" cy="1250788"/>
            </a:xfrm>
          </p:grpSpPr>
          <p:sp>
            <p:nvSpPr>
              <p:cNvPr id="34" name="Freeform 10"/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-1588" y="-1587"/>
                <a:ext cx="995543" cy="1250788"/>
              </a:xfrm>
              <a:custGeom>
                <a:avLst/>
                <a:gdLst>
                  <a:gd name="T0" fmla="*/ 0 w 1135"/>
                  <a:gd name="T1" fmla="*/ 0 h 1426"/>
                  <a:gd name="T2" fmla="*/ 1135 w 1135"/>
                  <a:gd name="T3" fmla="*/ 0 h 1426"/>
                  <a:gd name="T4" fmla="*/ 0 w 1135"/>
                  <a:gd name="T5" fmla="*/ 1426 h 1426"/>
                  <a:gd name="T6" fmla="*/ 0 w 1135"/>
                  <a:gd name="T7" fmla="*/ 0 h 1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35" h="1426">
                    <a:moveTo>
                      <a:pt x="0" y="0"/>
                    </a:moveTo>
                    <a:lnTo>
                      <a:pt x="1135" y="0"/>
                    </a:lnTo>
                    <a:lnTo>
                      <a:pt x="0" y="1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51307" tIns="25653" rIns="51307" bIns="25653" numCol="1" anchor="t" anchorCtr="0" compatLnSpc="1"/>
              <a:lstStyle/>
              <a:p>
                <a:endParaRPr lang="zh-CN" altLang="en-US" sz="1010" baseline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5" name="任意多边形: 形状 34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742657" y="-1587"/>
                <a:ext cx="502596" cy="316915"/>
              </a:xfrm>
              <a:custGeom>
                <a:avLst/>
                <a:gdLst>
                  <a:gd name="connsiteX0" fmla="*/ 252562 w 502596"/>
                  <a:gd name="connsiteY0" fmla="*/ 0 h 316915"/>
                  <a:gd name="connsiteX1" fmla="*/ 502596 w 502596"/>
                  <a:gd name="connsiteY1" fmla="*/ 0 h 316915"/>
                  <a:gd name="connsiteX2" fmla="*/ 502596 w 502596"/>
                  <a:gd name="connsiteY2" fmla="*/ 316915 h 316915"/>
                  <a:gd name="connsiteX3" fmla="*/ 0 w 502596"/>
                  <a:gd name="connsiteY3" fmla="*/ 316915 h 316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2595" h="316915">
                    <a:moveTo>
                      <a:pt x="252562" y="0"/>
                    </a:moveTo>
                    <a:lnTo>
                      <a:pt x="502596" y="0"/>
                    </a:lnTo>
                    <a:lnTo>
                      <a:pt x="502596" y="316915"/>
                    </a:lnTo>
                    <a:lnTo>
                      <a:pt x="0" y="316915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51307" tIns="25653" rIns="51307" bIns="25653" numCol="1" anchor="t" anchorCtr="0" compatLnSpc="1">
                <a:noAutofit/>
              </a:bodyPr>
              <a:lstStyle/>
              <a:p>
                <a:endParaRPr lang="zh-CN" altLang="en-US" sz="1010" baseline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6" name="任意多边形: 形状 35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1245253" y="-1587"/>
                <a:ext cx="251681" cy="316915"/>
              </a:xfrm>
              <a:custGeom>
                <a:avLst/>
                <a:gdLst>
                  <a:gd name="connsiteX0" fmla="*/ 0 w 251681"/>
                  <a:gd name="connsiteY0" fmla="*/ 0 h 316915"/>
                  <a:gd name="connsiteX1" fmla="*/ 251681 w 251681"/>
                  <a:gd name="connsiteY1" fmla="*/ 0 h 316915"/>
                  <a:gd name="connsiteX2" fmla="*/ 0 w 251681"/>
                  <a:gd name="connsiteY2" fmla="*/ 316915 h 316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1681" h="316915">
                    <a:moveTo>
                      <a:pt x="0" y="0"/>
                    </a:moveTo>
                    <a:lnTo>
                      <a:pt x="251681" y="0"/>
                    </a:lnTo>
                    <a:lnTo>
                      <a:pt x="0" y="31691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51307" tIns="25653" rIns="51307" bIns="25653" numCol="1" anchor="t" anchorCtr="0" compatLnSpc="1">
                <a:noAutofit/>
              </a:bodyPr>
              <a:lstStyle/>
              <a:p>
                <a:endParaRPr lang="zh-CN" altLang="en-US" sz="1010" baseline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20" name="组合 19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10694607" y="5608632"/>
              <a:ext cx="1497393" cy="1250788"/>
              <a:chOff x="10694607" y="5608632"/>
              <a:chExt cx="1497393" cy="1250788"/>
            </a:xfrm>
          </p:grpSpPr>
          <p:sp>
            <p:nvSpPr>
              <p:cNvPr id="31" name="Freeform 10"/>
              <p:cNvSpPr/>
              <p:nvPr>
                <p:custDataLst>
                  <p:tags r:id="rId10"/>
                </p:custDataLst>
              </p:nvPr>
            </p:nvSpPr>
            <p:spPr bwMode="auto">
              <a:xfrm rot="10800000">
                <a:off x="11196457" y="5608632"/>
                <a:ext cx="995543" cy="1250788"/>
              </a:xfrm>
              <a:custGeom>
                <a:avLst/>
                <a:gdLst>
                  <a:gd name="T0" fmla="*/ 0 w 1135"/>
                  <a:gd name="T1" fmla="*/ 0 h 1426"/>
                  <a:gd name="T2" fmla="*/ 1135 w 1135"/>
                  <a:gd name="T3" fmla="*/ 0 h 1426"/>
                  <a:gd name="T4" fmla="*/ 0 w 1135"/>
                  <a:gd name="T5" fmla="*/ 1426 h 1426"/>
                  <a:gd name="T6" fmla="*/ 0 w 1135"/>
                  <a:gd name="T7" fmla="*/ 0 h 14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35" h="1426">
                    <a:moveTo>
                      <a:pt x="0" y="0"/>
                    </a:moveTo>
                    <a:lnTo>
                      <a:pt x="1135" y="0"/>
                    </a:lnTo>
                    <a:lnTo>
                      <a:pt x="0" y="142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51307" tIns="25653" rIns="51307" bIns="25653" numCol="1" anchor="t" anchorCtr="0" compatLnSpc="1"/>
              <a:lstStyle/>
              <a:p>
                <a:endParaRPr lang="zh-CN" altLang="en-US" sz="1010" baseline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任意多边形: 形状 31"/>
              <p:cNvSpPr/>
              <p:nvPr>
                <p:custDataLst>
                  <p:tags r:id="rId11"/>
                </p:custDataLst>
              </p:nvPr>
            </p:nvSpPr>
            <p:spPr bwMode="auto">
              <a:xfrm rot="10800000">
                <a:off x="10945159" y="6542505"/>
                <a:ext cx="502596" cy="315495"/>
              </a:xfrm>
              <a:custGeom>
                <a:avLst/>
                <a:gdLst>
                  <a:gd name="connsiteX0" fmla="*/ 502596 w 502596"/>
                  <a:gd name="connsiteY0" fmla="*/ 315495 h 315495"/>
                  <a:gd name="connsiteX1" fmla="*/ 0 w 502596"/>
                  <a:gd name="connsiteY1" fmla="*/ 315495 h 315495"/>
                  <a:gd name="connsiteX2" fmla="*/ 251431 w 502596"/>
                  <a:gd name="connsiteY2" fmla="*/ 0 h 315495"/>
                  <a:gd name="connsiteX3" fmla="*/ 502596 w 502596"/>
                  <a:gd name="connsiteY3" fmla="*/ 0 h 315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2595" h="315495">
                    <a:moveTo>
                      <a:pt x="502596" y="315495"/>
                    </a:moveTo>
                    <a:lnTo>
                      <a:pt x="0" y="315495"/>
                    </a:lnTo>
                    <a:lnTo>
                      <a:pt x="251431" y="0"/>
                    </a:lnTo>
                    <a:lnTo>
                      <a:pt x="502596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51307" tIns="25653" rIns="51307" bIns="25653" numCol="1" anchor="t" anchorCtr="0" compatLnSpc="1">
                <a:noAutofit/>
              </a:bodyPr>
              <a:lstStyle/>
              <a:p>
                <a:endParaRPr lang="zh-CN" altLang="en-US" sz="1010" baseline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3" name="任意多边形: 形状 32"/>
              <p:cNvSpPr/>
              <p:nvPr>
                <p:custDataLst>
                  <p:tags r:id="rId12"/>
                </p:custDataLst>
              </p:nvPr>
            </p:nvSpPr>
            <p:spPr bwMode="auto">
              <a:xfrm rot="10800000">
                <a:off x="10694607" y="6542505"/>
                <a:ext cx="250553" cy="315495"/>
              </a:xfrm>
              <a:custGeom>
                <a:avLst/>
                <a:gdLst>
                  <a:gd name="connsiteX0" fmla="*/ 0 w 250553"/>
                  <a:gd name="connsiteY0" fmla="*/ 315495 h 315495"/>
                  <a:gd name="connsiteX1" fmla="*/ 0 w 250553"/>
                  <a:gd name="connsiteY1" fmla="*/ 0 h 315495"/>
                  <a:gd name="connsiteX2" fmla="*/ 250553 w 250553"/>
                  <a:gd name="connsiteY2" fmla="*/ 0 h 3154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0553" h="315495">
                    <a:moveTo>
                      <a:pt x="0" y="315495"/>
                    </a:moveTo>
                    <a:lnTo>
                      <a:pt x="0" y="0"/>
                    </a:lnTo>
                    <a:lnTo>
                      <a:pt x="2505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51307" tIns="25653" rIns="51307" bIns="25653" numCol="1" anchor="t" anchorCtr="0" compatLnSpc="1">
                <a:noAutofit/>
              </a:bodyPr>
              <a:lstStyle/>
              <a:p>
                <a:endParaRPr lang="zh-CN" altLang="en-US" sz="1010" baseline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7928351" y="1175813"/>
            <a:ext cx="713238" cy="3023775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kumimoji="0" lang="zh-CN" altLang="en-US" sz="1345" b="1" i="0" u="none" strike="noStrike" kern="1200" cap="none" spc="20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502444" y="1175808"/>
            <a:ext cx="7371076" cy="3023775"/>
          </a:xfrm>
        </p:spPr>
        <p:txBody>
          <a:bodyPr vert="eaVert"/>
          <a:lstStyle>
            <a:lvl1pPr indent="0" eaLnBrk="1" fontAlgn="auto" latinLnBrk="0" hangingPunct="1">
              <a:defRPr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59807" y="4204312"/>
            <a:ext cx="2025000" cy="177760"/>
          </a:xfrm>
        </p:spPr>
        <p:txBody>
          <a:bodyPr/>
          <a:lstStyle>
            <a:lvl1pPr>
              <a:defRPr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2024/11/6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3087000" y="4204312"/>
            <a:ext cx="2970000" cy="177760"/>
          </a:xfrm>
        </p:spPr>
        <p:txBody>
          <a:bodyPr/>
          <a:lstStyle>
            <a:lvl1pPr>
              <a:defRPr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6457950" y="4204312"/>
            <a:ext cx="2025000" cy="177760"/>
          </a:xfrm>
        </p:spPr>
        <p:txBody>
          <a:bodyPr/>
          <a:lstStyle>
            <a:lvl1pPr>
              <a:defRPr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ags" Target="../tags/tag3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file:///D:\qq&#25991;&#20214;\712321467\Image\C2C\Image2\%7b75232B38-A165-1FB7-499C-2E1C792CACB5%7d.png" TargetMode="Externa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40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  <p:custDataLst>
              <p:tags r:id="rId38"/>
            </p:custDataLst>
          </p:nvPr>
        </p:nvSpPr>
        <p:spPr>
          <a:xfrm>
            <a:off x="628650" y="273050"/>
            <a:ext cx="7886700" cy="1095375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pPr lvl="0">
              <a:defRPr sz="1800"/>
            </a:pPr>
            <a:r>
              <a:rPr sz="4400"/>
              <a:t>标题文本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  <p:custDataLst>
              <p:tags r:id="rId39"/>
            </p:custDataLst>
          </p:nvPr>
        </p:nvSpPr>
        <p:spPr>
          <a:xfrm>
            <a:off x="628650" y="1368425"/>
            <a:ext cx="7886700" cy="3762375"/>
          </a:xfrm>
          <a:prstGeom prst="rect">
            <a:avLst/>
          </a:prstGeom>
          <a:ln w="12700">
            <a:miter lim="400000"/>
          </a:ln>
        </p:spPr>
        <p:txBody>
          <a:bodyPr lIns="45719" rIns="45719"/>
          <a:lstStyle/>
          <a:p>
            <a:pPr lvl="0">
              <a:defRPr sz="1800"/>
            </a:pPr>
            <a:r>
              <a:rPr sz="3200"/>
              <a:t>正文级别 1</a:t>
            </a:r>
          </a:p>
          <a:p>
            <a:pPr lvl="1">
              <a:defRPr sz="1800"/>
            </a:pPr>
            <a:r>
              <a:rPr sz="3200"/>
              <a:t>正文级别 2</a:t>
            </a:r>
          </a:p>
          <a:p>
            <a:pPr lvl="2">
              <a:defRPr sz="1800"/>
            </a:pPr>
            <a:r>
              <a:rPr sz="3200"/>
              <a:t>正文级别 3</a:t>
            </a:r>
          </a:p>
          <a:p>
            <a:pPr lvl="3">
              <a:defRPr sz="1800"/>
            </a:pPr>
            <a:r>
              <a:rPr sz="3200"/>
              <a:t>正文级别 4</a:t>
            </a:r>
          </a:p>
          <a:p>
            <a:pPr lvl="4">
              <a:defRPr sz="1800"/>
            </a:pPr>
            <a:r>
              <a:rPr sz="3200"/>
              <a:t>正文级别 5</a:t>
            </a:r>
          </a:p>
        </p:txBody>
      </p:sp>
      <p:pic>
        <p:nvPicPr>
          <p:cNvPr id="10" name="图片 1073743875" descr="学科网 zxxk.com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 r:link="rId42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transition spd="med"/>
  <p:txStyles>
    <p:titleStyle>
      <a:lvl1pPr algn="ctr">
        <a:defRPr sz="4400">
          <a:latin typeface="Arial"/>
          <a:ea typeface="Arial"/>
          <a:cs typeface="Arial"/>
          <a:sym typeface="Arial"/>
        </a:defRPr>
      </a:lvl1pPr>
      <a:lvl2pPr algn="ctr">
        <a:defRPr sz="4400">
          <a:latin typeface="Arial"/>
          <a:ea typeface="Arial"/>
          <a:cs typeface="Arial"/>
          <a:sym typeface="Arial"/>
        </a:defRPr>
      </a:lvl2pPr>
      <a:lvl3pPr algn="ctr">
        <a:defRPr sz="4400">
          <a:latin typeface="Arial"/>
          <a:ea typeface="Arial"/>
          <a:cs typeface="Arial"/>
          <a:sym typeface="Arial"/>
        </a:defRPr>
      </a:lvl3pPr>
      <a:lvl4pPr algn="ctr">
        <a:defRPr sz="4400">
          <a:latin typeface="Arial"/>
          <a:ea typeface="Arial"/>
          <a:cs typeface="Arial"/>
          <a:sym typeface="Arial"/>
        </a:defRPr>
      </a:lvl4pPr>
      <a:lvl5pPr algn="ctr">
        <a:defRPr sz="4400">
          <a:latin typeface="Arial"/>
          <a:ea typeface="Arial"/>
          <a:cs typeface="Arial"/>
          <a:sym typeface="Arial"/>
        </a:defRPr>
      </a:lvl5pPr>
      <a:lvl6pPr indent="457200" algn="ctr">
        <a:defRPr sz="4400">
          <a:latin typeface="Arial"/>
          <a:ea typeface="Arial"/>
          <a:cs typeface="Arial"/>
          <a:sym typeface="Arial"/>
        </a:defRPr>
      </a:lvl6pPr>
      <a:lvl7pPr indent="914400" algn="ctr">
        <a:defRPr sz="4400">
          <a:latin typeface="Arial"/>
          <a:ea typeface="Arial"/>
          <a:cs typeface="Arial"/>
          <a:sym typeface="Arial"/>
        </a:defRPr>
      </a:lvl7pPr>
      <a:lvl8pPr indent="1371600" algn="ctr">
        <a:defRPr sz="4400">
          <a:latin typeface="Arial"/>
          <a:ea typeface="Arial"/>
          <a:cs typeface="Arial"/>
          <a:sym typeface="Arial"/>
        </a:defRPr>
      </a:lvl8pPr>
      <a:lvl9pPr indent="1828800" algn="ctr">
        <a:defRPr sz="4400">
          <a:latin typeface="Arial"/>
          <a:ea typeface="Arial"/>
          <a:cs typeface="Arial"/>
          <a:sym typeface="Arial"/>
        </a:defRPr>
      </a:lvl9pPr>
    </p:titleStyle>
    <p:bodyStyle>
      <a:lvl1pPr marL="342900" indent="-342900">
        <a:spcBef>
          <a:spcPts val="700"/>
        </a:spcBef>
        <a:buSzTx/>
        <a:buChar char="•"/>
        <a:defRPr sz="3200">
          <a:latin typeface="Arial"/>
          <a:ea typeface="Arial"/>
          <a:cs typeface="Arial"/>
          <a:sym typeface="Arial"/>
        </a:defRPr>
      </a:lvl1pPr>
      <a:lvl2pPr marL="783590" indent="-326390">
        <a:spcBef>
          <a:spcPts val="700"/>
        </a:spcBef>
        <a:buSzTx/>
        <a:buChar char="–"/>
        <a:defRPr sz="3200">
          <a:latin typeface="Arial"/>
          <a:ea typeface="Arial"/>
          <a:cs typeface="Arial"/>
          <a:sym typeface="Arial"/>
        </a:defRPr>
      </a:lvl2pPr>
      <a:lvl3pPr marL="1219200" indent="-304800">
        <a:spcBef>
          <a:spcPts val="700"/>
        </a:spcBef>
        <a:buSzTx/>
        <a:buChar char="•"/>
        <a:defRPr sz="3200">
          <a:latin typeface="Arial"/>
          <a:ea typeface="Arial"/>
          <a:cs typeface="Arial"/>
          <a:sym typeface="Arial"/>
        </a:defRPr>
      </a:lvl3pPr>
      <a:lvl4pPr marL="1737360" indent="-365760">
        <a:spcBef>
          <a:spcPts val="700"/>
        </a:spcBef>
        <a:buSzTx/>
        <a:buChar char="–"/>
        <a:defRPr sz="3200">
          <a:latin typeface="Arial"/>
          <a:ea typeface="Arial"/>
          <a:cs typeface="Arial"/>
          <a:sym typeface="Arial"/>
        </a:defRPr>
      </a:lvl4pPr>
      <a:lvl5pPr marL="2194560" indent="-365760">
        <a:spcBef>
          <a:spcPts val="700"/>
        </a:spcBef>
        <a:buSzTx/>
        <a:buChar char="»"/>
        <a:defRPr sz="3200">
          <a:latin typeface="Arial"/>
          <a:ea typeface="Arial"/>
          <a:cs typeface="Arial"/>
          <a:sym typeface="Arial"/>
        </a:defRPr>
      </a:lvl5pPr>
      <a:lvl6pPr marL="2692400" indent="-406400">
        <a:spcBef>
          <a:spcPts val="700"/>
        </a:spcBef>
        <a:buSzTx/>
        <a:buChar char="•"/>
        <a:defRPr sz="3200">
          <a:latin typeface="Arial"/>
          <a:ea typeface="Arial"/>
          <a:cs typeface="Arial"/>
          <a:sym typeface="Arial"/>
        </a:defRPr>
      </a:lvl6pPr>
      <a:lvl7pPr marL="3149600" indent="-406400">
        <a:spcBef>
          <a:spcPts val="700"/>
        </a:spcBef>
        <a:buSzTx/>
        <a:buChar char="•"/>
        <a:defRPr sz="3200">
          <a:latin typeface="Arial"/>
          <a:ea typeface="Arial"/>
          <a:cs typeface="Arial"/>
          <a:sym typeface="Arial"/>
        </a:defRPr>
      </a:lvl7pPr>
      <a:lvl8pPr marL="3606800" indent="-406400">
        <a:spcBef>
          <a:spcPts val="700"/>
        </a:spcBef>
        <a:buSzTx/>
        <a:buChar char="•"/>
        <a:defRPr sz="3200">
          <a:latin typeface="Arial"/>
          <a:ea typeface="Arial"/>
          <a:cs typeface="Arial"/>
          <a:sym typeface="Arial"/>
        </a:defRPr>
      </a:lvl8pPr>
      <a:lvl9pPr marL="4064000" indent="-406400">
        <a:spcBef>
          <a:spcPts val="700"/>
        </a:spcBef>
        <a:buSzTx/>
        <a:buChar char="•"/>
        <a:defRPr sz="3200">
          <a:latin typeface="Arial"/>
          <a:ea typeface="Arial"/>
          <a:cs typeface="Arial"/>
          <a:sym typeface="Arial"/>
        </a:defRPr>
      </a:lvl9pPr>
    </p:bodyStyle>
    <p:otherStyle>
      <a:lvl1pPr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 indent="4572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 indent="9144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 indent="13716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 indent="18288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 indent="22860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6pPr>
      <a:lvl7pPr indent="27432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7pPr>
      <a:lvl8pPr indent="32004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8pPr>
      <a:lvl9pPr indent="3657600" algn="r">
        <a:defRPr sz="1200">
          <a:solidFill>
            <a:schemeClr val="tx1"/>
          </a:solid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6.xml"/><Relationship Id="rId4" Type="http://schemas.openxmlformats.org/officeDocument/2006/relationships/tags" Target="../tags/tag14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48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slideLayout" Target="../slideLayouts/slideLayout6.xml"/><Relationship Id="rId5" Type="http://schemas.openxmlformats.org/officeDocument/2006/relationships/tags" Target="../tags/tag150.xml"/><Relationship Id="rId4" Type="http://schemas.openxmlformats.org/officeDocument/2006/relationships/tags" Target="../tags/tag14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59.xml"/><Relationship Id="rId13" Type="http://schemas.openxmlformats.org/officeDocument/2006/relationships/tags" Target="../tags/tag164.xml"/><Relationship Id="rId18" Type="http://schemas.openxmlformats.org/officeDocument/2006/relationships/tags" Target="../tags/tag169.xml"/><Relationship Id="rId26" Type="http://schemas.openxmlformats.org/officeDocument/2006/relationships/slideLayout" Target="../slideLayouts/slideLayout6.xml"/><Relationship Id="rId3" Type="http://schemas.openxmlformats.org/officeDocument/2006/relationships/tags" Target="../tags/tag154.xml"/><Relationship Id="rId21" Type="http://schemas.openxmlformats.org/officeDocument/2006/relationships/tags" Target="../tags/tag172.xml"/><Relationship Id="rId7" Type="http://schemas.openxmlformats.org/officeDocument/2006/relationships/tags" Target="../tags/tag158.xml"/><Relationship Id="rId12" Type="http://schemas.openxmlformats.org/officeDocument/2006/relationships/tags" Target="../tags/tag163.xml"/><Relationship Id="rId17" Type="http://schemas.openxmlformats.org/officeDocument/2006/relationships/tags" Target="../tags/tag168.xml"/><Relationship Id="rId25" Type="http://schemas.openxmlformats.org/officeDocument/2006/relationships/tags" Target="../tags/tag176.xml"/><Relationship Id="rId2" Type="http://schemas.openxmlformats.org/officeDocument/2006/relationships/tags" Target="../tags/tag153.xml"/><Relationship Id="rId16" Type="http://schemas.openxmlformats.org/officeDocument/2006/relationships/tags" Target="../tags/tag167.xml"/><Relationship Id="rId20" Type="http://schemas.openxmlformats.org/officeDocument/2006/relationships/tags" Target="../tags/tag171.xml"/><Relationship Id="rId1" Type="http://schemas.openxmlformats.org/officeDocument/2006/relationships/tags" Target="../tags/tag152.xml"/><Relationship Id="rId6" Type="http://schemas.openxmlformats.org/officeDocument/2006/relationships/tags" Target="../tags/tag157.xml"/><Relationship Id="rId11" Type="http://schemas.openxmlformats.org/officeDocument/2006/relationships/tags" Target="../tags/tag162.xml"/><Relationship Id="rId24" Type="http://schemas.openxmlformats.org/officeDocument/2006/relationships/tags" Target="../tags/tag175.xml"/><Relationship Id="rId5" Type="http://schemas.openxmlformats.org/officeDocument/2006/relationships/tags" Target="../tags/tag156.xml"/><Relationship Id="rId15" Type="http://schemas.openxmlformats.org/officeDocument/2006/relationships/tags" Target="../tags/tag166.xml"/><Relationship Id="rId23" Type="http://schemas.openxmlformats.org/officeDocument/2006/relationships/tags" Target="../tags/tag174.xml"/><Relationship Id="rId10" Type="http://schemas.openxmlformats.org/officeDocument/2006/relationships/tags" Target="../tags/tag161.xml"/><Relationship Id="rId19" Type="http://schemas.openxmlformats.org/officeDocument/2006/relationships/tags" Target="../tags/tag170.xml"/><Relationship Id="rId4" Type="http://schemas.openxmlformats.org/officeDocument/2006/relationships/tags" Target="../tags/tag155.xml"/><Relationship Id="rId9" Type="http://schemas.openxmlformats.org/officeDocument/2006/relationships/tags" Target="../tags/tag160.xml"/><Relationship Id="rId14" Type="http://schemas.openxmlformats.org/officeDocument/2006/relationships/tags" Target="../tags/tag165.xml"/><Relationship Id="rId22" Type="http://schemas.openxmlformats.org/officeDocument/2006/relationships/tags" Target="../tags/tag17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179.xml"/><Relationship Id="rId7" Type="http://schemas.openxmlformats.org/officeDocument/2006/relationships/tags" Target="../tags/tag183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209.xml"/><Relationship Id="rId117" Type="http://schemas.openxmlformats.org/officeDocument/2006/relationships/tags" Target="../tags/tag2810.xml"/><Relationship Id="rId21" Type="http://schemas.openxmlformats.org/officeDocument/2006/relationships/tags" Target="../tags/tag204.xml"/><Relationship Id="rId42" Type="http://schemas.openxmlformats.org/officeDocument/2006/relationships/tags" Target="../tags/tag225.xml"/><Relationship Id="rId47" Type="http://schemas.openxmlformats.org/officeDocument/2006/relationships/tags" Target="../tags/tag230.xml"/><Relationship Id="rId63" Type="http://schemas.openxmlformats.org/officeDocument/2006/relationships/tags" Target="../tags/tag246.xml"/><Relationship Id="rId68" Type="http://schemas.openxmlformats.org/officeDocument/2006/relationships/tags" Target="../tags/tag251.xml"/><Relationship Id="rId84" Type="http://schemas.openxmlformats.org/officeDocument/2006/relationships/tags" Target="../tags/tag267.xml"/><Relationship Id="rId89" Type="http://schemas.openxmlformats.org/officeDocument/2006/relationships/tags" Target="../tags/tag272.xml"/><Relationship Id="rId112" Type="http://schemas.openxmlformats.org/officeDocument/2006/relationships/tags" Target="../tags/tag2480.xml"/><Relationship Id="rId16" Type="http://schemas.openxmlformats.org/officeDocument/2006/relationships/tags" Target="../tags/tag199.xml"/><Relationship Id="rId107" Type="http://schemas.openxmlformats.org/officeDocument/2006/relationships/tags" Target="../tags/tag290.xml"/><Relationship Id="rId11" Type="http://schemas.openxmlformats.org/officeDocument/2006/relationships/tags" Target="../tags/tag194.xml"/><Relationship Id="rId32" Type="http://schemas.openxmlformats.org/officeDocument/2006/relationships/tags" Target="../tags/tag215.xml"/><Relationship Id="rId37" Type="http://schemas.openxmlformats.org/officeDocument/2006/relationships/tags" Target="../tags/tag220.xml"/><Relationship Id="rId53" Type="http://schemas.openxmlformats.org/officeDocument/2006/relationships/tags" Target="../tags/tag236.xml"/><Relationship Id="rId58" Type="http://schemas.openxmlformats.org/officeDocument/2006/relationships/tags" Target="../tags/tag241.xml"/><Relationship Id="rId74" Type="http://schemas.openxmlformats.org/officeDocument/2006/relationships/tags" Target="../tags/tag257.xml"/><Relationship Id="rId79" Type="http://schemas.openxmlformats.org/officeDocument/2006/relationships/tags" Target="../tags/tag262.xml"/><Relationship Id="rId102" Type="http://schemas.openxmlformats.org/officeDocument/2006/relationships/tags" Target="../tags/tag285.xml"/><Relationship Id="rId123" Type="http://schemas.openxmlformats.org/officeDocument/2006/relationships/image" Target="../media/image12.png"/><Relationship Id="rId128" Type="http://schemas.openxmlformats.org/officeDocument/2006/relationships/tags" Target="../tags/tag347.xml"/><Relationship Id="rId5" Type="http://schemas.openxmlformats.org/officeDocument/2006/relationships/tags" Target="../tags/tag188.xml"/><Relationship Id="rId90" Type="http://schemas.openxmlformats.org/officeDocument/2006/relationships/tags" Target="../tags/tag273.xml"/><Relationship Id="rId95" Type="http://schemas.openxmlformats.org/officeDocument/2006/relationships/tags" Target="../tags/tag278.xml"/><Relationship Id="rId19" Type="http://schemas.openxmlformats.org/officeDocument/2006/relationships/tags" Target="../tags/tag202.xml"/><Relationship Id="rId14" Type="http://schemas.openxmlformats.org/officeDocument/2006/relationships/tags" Target="../tags/tag197.xml"/><Relationship Id="rId22" Type="http://schemas.openxmlformats.org/officeDocument/2006/relationships/tags" Target="../tags/tag205.xml"/><Relationship Id="rId27" Type="http://schemas.openxmlformats.org/officeDocument/2006/relationships/tags" Target="../tags/tag210.xml"/><Relationship Id="rId30" Type="http://schemas.openxmlformats.org/officeDocument/2006/relationships/tags" Target="../tags/tag213.xml"/><Relationship Id="rId35" Type="http://schemas.openxmlformats.org/officeDocument/2006/relationships/tags" Target="../tags/tag218.xml"/><Relationship Id="rId43" Type="http://schemas.openxmlformats.org/officeDocument/2006/relationships/tags" Target="../tags/tag226.xml"/><Relationship Id="rId48" Type="http://schemas.openxmlformats.org/officeDocument/2006/relationships/tags" Target="../tags/tag231.xml"/><Relationship Id="rId56" Type="http://schemas.openxmlformats.org/officeDocument/2006/relationships/tags" Target="../tags/tag239.xml"/><Relationship Id="rId64" Type="http://schemas.openxmlformats.org/officeDocument/2006/relationships/tags" Target="../tags/tag247.xml"/><Relationship Id="rId69" Type="http://schemas.openxmlformats.org/officeDocument/2006/relationships/tags" Target="../tags/tag252.xml"/><Relationship Id="rId77" Type="http://schemas.openxmlformats.org/officeDocument/2006/relationships/tags" Target="../tags/tag260.xml"/><Relationship Id="rId100" Type="http://schemas.openxmlformats.org/officeDocument/2006/relationships/tags" Target="../tags/tag283.xml"/><Relationship Id="rId105" Type="http://schemas.openxmlformats.org/officeDocument/2006/relationships/tags" Target="../tags/tag288.xml"/><Relationship Id="rId113" Type="http://schemas.openxmlformats.org/officeDocument/2006/relationships/image" Target="../media/image9.png"/><Relationship Id="rId118" Type="http://schemas.openxmlformats.org/officeDocument/2006/relationships/tags" Target="../tags/tag297.xml"/><Relationship Id="rId126" Type="http://schemas.openxmlformats.org/officeDocument/2006/relationships/tags" Target="../tags/tag335.xml"/><Relationship Id="rId8" Type="http://schemas.openxmlformats.org/officeDocument/2006/relationships/tags" Target="../tags/tag191.xml"/><Relationship Id="rId51" Type="http://schemas.openxmlformats.org/officeDocument/2006/relationships/tags" Target="../tags/tag234.xml"/><Relationship Id="rId72" Type="http://schemas.openxmlformats.org/officeDocument/2006/relationships/tags" Target="../tags/tag255.xml"/><Relationship Id="rId80" Type="http://schemas.openxmlformats.org/officeDocument/2006/relationships/tags" Target="../tags/tag263.xml"/><Relationship Id="rId85" Type="http://schemas.openxmlformats.org/officeDocument/2006/relationships/tags" Target="../tags/tag268.xml"/><Relationship Id="rId93" Type="http://schemas.openxmlformats.org/officeDocument/2006/relationships/tags" Target="../tags/tag276.xml"/><Relationship Id="rId98" Type="http://schemas.openxmlformats.org/officeDocument/2006/relationships/tags" Target="../tags/tag281.xml"/><Relationship Id="rId121" Type="http://schemas.openxmlformats.org/officeDocument/2006/relationships/tags" Target="../tags/tag308.xml"/><Relationship Id="rId3" Type="http://schemas.openxmlformats.org/officeDocument/2006/relationships/tags" Target="../tags/tag186.xml"/><Relationship Id="rId12" Type="http://schemas.openxmlformats.org/officeDocument/2006/relationships/tags" Target="../tags/tag195.xml"/><Relationship Id="rId17" Type="http://schemas.openxmlformats.org/officeDocument/2006/relationships/tags" Target="../tags/tag200.xml"/><Relationship Id="rId25" Type="http://schemas.openxmlformats.org/officeDocument/2006/relationships/tags" Target="../tags/tag208.xml"/><Relationship Id="rId33" Type="http://schemas.openxmlformats.org/officeDocument/2006/relationships/tags" Target="../tags/tag216.xml"/><Relationship Id="rId38" Type="http://schemas.openxmlformats.org/officeDocument/2006/relationships/tags" Target="../tags/tag221.xml"/><Relationship Id="rId46" Type="http://schemas.openxmlformats.org/officeDocument/2006/relationships/tags" Target="../tags/tag229.xml"/><Relationship Id="rId59" Type="http://schemas.openxmlformats.org/officeDocument/2006/relationships/tags" Target="../tags/tag242.xml"/><Relationship Id="rId67" Type="http://schemas.openxmlformats.org/officeDocument/2006/relationships/tags" Target="../tags/tag250.xml"/><Relationship Id="rId103" Type="http://schemas.openxmlformats.org/officeDocument/2006/relationships/tags" Target="../tags/tag286.xml"/><Relationship Id="rId108" Type="http://schemas.openxmlformats.org/officeDocument/2006/relationships/tags" Target="../tags/tag291.xml"/><Relationship Id="rId116" Type="http://schemas.openxmlformats.org/officeDocument/2006/relationships/tags" Target="../tags/tag2750.xml"/><Relationship Id="rId124" Type="http://schemas.openxmlformats.org/officeDocument/2006/relationships/tags" Target="../tags/tag329.xml"/><Relationship Id="rId129" Type="http://schemas.openxmlformats.org/officeDocument/2006/relationships/image" Target="../media/image14.png"/><Relationship Id="rId20" Type="http://schemas.openxmlformats.org/officeDocument/2006/relationships/tags" Target="../tags/tag203.xml"/><Relationship Id="rId41" Type="http://schemas.openxmlformats.org/officeDocument/2006/relationships/tags" Target="../tags/tag224.xml"/><Relationship Id="rId54" Type="http://schemas.openxmlformats.org/officeDocument/2006/relationships/tags" Target="../tags/tag237.xml"/><Relationship Id="rId62" Type="http://schemas.openxmlformats.org/officeDocument/2006/relationships/tags" Target="../tags/tag245.xml"/><Relationship Id="rId70" Type="http://schemas.openxmlformats.org/officeDocument/2006/relationships/tags" Target="../tags/tag253.xml"/><Relationship Id="rId75" Type="http://schemas.openxmlformats.org/officeDocument/2006/relationships/tags" Target="../tags/tag258.xml"/><Relationship Id="rId83" Type="http://schemas.openxmlformats.org/officeDocument/2006/relationships/tags" Target="../tags/tag266.xml"/><Relationship Id="rId88" Type="http://schemas.openxmlformats.org/officeDocument/2006/relationships/tags" Target="../tags/tag271.xml"/><Relationship Id="rId91" Type="http://schemas.openxmlformats.org/officeDocument/2006/relationships/tags" Target="../tags/tag274.xml"/><Relationship Id="rId96" Type="http://schemas.openxmlformats.org/officeDocument/2006/relationships/tags" Target="../tags/tag279.xml"/><Relationship Id="rId111" Type="http://schemas.openxmlformats.org/officeDocument/2006/relationships/slideLayout" Target="../slideLayouts/slideLayout6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5" Type="http://schemas.openxmlformats.org/officeDocument/2006/relationships/tags" Target="../tags/tag198.xml"/><Relationship Id="rId23" Type="http://schemas.openxmlformats.org/officeDocument/2006/relationships/tags" Target="../tags/tag206.xml"/><Relationship Id="rId28" Type="http://schemas.openxmlformats.org/officeDocument/2006/relationships/tags" Target="../tags/tag211.xml"/><Relationship Id="rId36" Type="http://schemas.openxmlformats.org/officeDocument/2006/relationships/tags" Target="../tags/tag219.xml"/><Relationship Id="rId49" Type="http://schemas.openxmlformats.org/officeDocument/2006/relationships/tags" Target="../tags/tag232.xml"/><Relationship Id="rId57" Type="http://schemas.openxmlformats.org/officeDocument/2006/relationships/tags" Target="../tags/tag240.xml"/><Relationship Id="rId106" Type="http://schemas.openxmlformats.org/officeDocument/2006/relationships/tags" Target="../tags/tag289.xml"/><Relationship Id="rId114" Type="http://schemas.openxmlformats.org/officeDocument/2006/relationships/tags" Target="../tags/tag2540.xml"/><Relationship Id="rId119" Type="http://schemas.openxmlformats.org/officeDocument/2006/relationships/image" Target="../media/image11.png"/><Relationship Id="rId127" Type="http://schemas.openxmlformats.org/officeDocument/2006/relationships/tags" Target="../tags/tag341.xml"/><Relationship Id="rId10" Type="http://schemas.openxmlformats.org/officeDocument/2006/relationships/tags" Target="../tags/tag193.xml"/><Relationship Id="rId31" Type="http://schemas.openxmlformats.org/officeDocument/2006/relationships/tags" Target="../tags/tag214.xml"/><Relationship Id="rId44" Type="http://schemas.openxmlformats.org/officeDocument/2006/relationships/tags" Target="../tags/tag227.xml"/><Relationship Id="rId52" Type="http://schemas.openxmlformats.org/officeDocument/2006/relationships/tags" Target="../tags/tag235.xml"/><Relationship Id="rId60" Type="http://schemas.openxmlformats.org/officeDocument/2006/relationships/tags" Target="../tags/tag243.xml"/><Relationship Id="rId65" Type="http://schemas.openxmlformats.org/officeDocument/2006/relationships/tags" Target="../tags/tag248.xml"/><Relationship Id="rId73" Type="http://schemas.openxmlformats.org/officeDocument/2006/relationships/tags" Target="../tags/tag256.xml"/><Relationship Id="rId78" Type="http://schemas.openxmlformats.org/officeDocument/2006/relationships/tags" Target="../tags/tag261.xml"/><Relationship Id="rId81" Type="http://schemas.openxmlformats.org/officeDocument/2006/relationships/tags" Target="../tags/tag264.xml"/><Relationship Id="rId86" Type="http://schemas.openxmlformats.org/officeDocument/2006/relationships/tags" Target="../tags/tag269.xml"/><Relationship Id="rId94" Type="http://schemas.openxmlformats.org/officeDocument/2006/relationships/tags" Target="../tags/tag277.xml"/><Relationship Id="rId99" Type="http://schemas.openxmlformats.org/officeDocument/2006/relationships/tags" Target="../tags/tag282.xml"/><Relationship Id="rId101" Type="http://schemas.openxmlformats.org/officeDocument/2006/relationships/tags" Target="../tags/tag284.xml"/><Relationship Id="rId122" Type="http://schemas.openxmlformats.org/officeDocument/2006/relationships/tags" Target="../tags/tag314.xml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3" Type="http://schemas.openxmlformats.org/officeDocument/2006/relationships/tags" Target="../tags/tag196.xml"/><Relationship Id="rId18" Type="http://schemas.openxmlformats.org/officeDocument/2006/relationships/tags" Target="../tags/tag201.xml"/><Relationship Id="rId39" Type="http://schemas.openxmlformats.org/officeDocument/2006/relationships/tags" Target="../tags/tag222.xml"/><Relationship Id="rId109" Type="http://schemas.openxmlformats.org/officeDocument/2006/relationships/tags" Target="../tags/tag292.xml"/><Relationship Id="rId34" Type="http://schemas.openxmlformats.org/officeDocument/2006/relationships/tags" Target="../tags/tag217.xml"/><Relationship Id="rId50" Type="http://schemas.openxmlformats.org/officeDocument/2006/relationships/tags" Target="../tags/tag233.xml"/><Relationship Id="rId55" Type="http://schemas.openxmlformats.org/officeDocument/2006/relationships/tags" Target="../tags/tag238.xml"/><Relationship Id="rId76" Type="http://schemas.openxmlformats.org/officeDocument/2006/relationships/tags" Target="../tags/tag259.xml"/><Relationship Id="rId97" Type="http://schemas.openxmlformats.org/officeDocument/2006/relationships/tags" Target="../tags/tag280.xml"/><Relationship Id="rId104" Type="http://schemas.openxmlformats.org/officeDocument/2006/relationships/tags" Target="../tags/tag287.xml"/><Relationship Id="rId120" Type="http://schemas.openxmlformats.org/officeDocument/2006/relationships/tags" Target="../tags/tag302.xml"/><Relationship Id="rId125" Type="http://schemas.openxmlformats.org/officeDocument/2006/relationships/image" Target="../media/image13.png"/><Relationship Id="rId7" Type="http://schemas.openxmlformats.org/officeDocument/2006/relationships/tags" Target="../tags/tag190.xml"/><Relationship Id="rId71" Type="http://schemas.openxmlformats.org/officeDocument/2006/relationships/tags" Target="../tags/tag254.xml"/><Relationship Id="rId92" Type="http://schemas.openxmlformats.org/officeDocument/2006/relationships/tags" Target="../tags/tag275.xml"/><Relationship Id="rId2" Type="http://schemas.openxmlformats.org/officeDocument/2006/relationships/tags" Target="../tags/tag185.xml"/><Relationship Id="rId29" Type="http://schemas.openxmlformats.org/officeDocument/2006/relationships/tags" Target="../tags/tag212.xml"/><Relationship Id="rId24" Type="http://schemas.openxmlformats.org/officeDocument/2006/relationships/tags" Target="../tags/tag207.xml"/><Relationship Id="rId40" Type="http://schemas.openxmlformats.org/officeDocument/2006/relationships/tags" Target="../tags/tag223.xml"/><Relationship Id="rId45" Type="http://schemas.openxmlformats.org/officeDocument/2006/relationships/tags" Target="../tags/tag228.xml"/><Relationship Id="rId66" Type="http://schemas.openxmlformats.org/officeDocument/2006/relationships/tags" Target="../tags/tag249.xml"/><Relationship Id="rId87" Type="http://schemas.openxmlformats.org/officeDocument/2006/relationships/tags" Target="../tags/tag270.xml"/><Relationship Id="rId110" Type="http://schemas.openxmlformats.org/officeDocument/2006/relationships/tags" Target="../tags/tag293.xml"/><Relationship Id="rId115" Type="http://schemas.openxmlformats.org/officeDocument/2006/relationships/image" Target="../media/image10.png"/><Relationship Id="rId61" Type="http://schemas.openxmlformats.org/officeDocument/2006/relationships/tags" Target="../tags/tag244.xml"/><Relationship Id="rId82" Type="http://schemas.openxmlformats.org/officeDocument/2006/relationships/tags" Target="../tags/tag265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tags" Target="../tags/tag323.xml"/><Relationship Id="rId117" Type="http://schemas.openxmlformats.org/officeDocument/2006/relationships/image" Target="../media/image12.png"/><Relationship Id="rId21" Type="http://schemas.openxmlformats.org/officeDocument/2006/relationships/tags" Target="../tags/tag318.xml"/><Relationship Id="rId42" Type="http://schemas.openxmlformats.org/officeDocument/2006/relationships/tags" Target="../tags/tag342.xml"/><Relationship Id="rId47" Type="http://schemas.openxmlformats.org/officeDocument/2006/relationships/tags" Target="../tags/tag348.xml"/><Relationship Id="rId63" Type="http://schemas.openxmlformats.org/officeDocument/2006/relationships/tags" Target="../tags/tag364.xml"/><Relationship Id="rId68" Type="http://schemas.openxmlformats.org/officeDocument/2006/relationships/tags" Target="../tags/tag369.xml"/><Relationship Id="rId84" Type="http://schemas.openxmlformats.org/officeDocument/2006/relationships/tags" Target="../tags/tag385.xml"/><Relationship Id="rId89" Type="http://schemas.openxmlformats.org/officeDocument/2006/relationships/tags" Target="../tags/tag390.xml"/><Relationship Id="rId112" Type="http://schemas.openxmlformats.org/officeDocument/2006/relationships/tags" Target="../tags/tag440.xml"/><Relationship Id="rId16" Type="http://schemas.openxmlformats.org/officeDocument/2006/relationships/tags" Target="../tags/tag312.xml"/><Relationship Id="rId107" Type="http://schemas.openxmlformats.org/officeDocument/2006/relationships/tags" Target="../tags/tag407.xml"/><Relationship Id="rId11" Type="http://schemas.openxmlformats.org/officeDocument/2006/relationships/tags" Target="../tags/tag306.xml"/><Relationship Id="rId24" Type="http://schemas.openxmlformats.org/officeDocument/2006/relationships/tags" Target="../tags/tag321.xml"/><Relationship Id="rId32" Type="http://schemas.openxmlformats.org/officeDocument/2006/relationships/tags" Target="../tags/tag330.xml"/><Relationship Id="rId37" Type="http://schemas.openxmlformats.org/officeDocument/2006/relationships/tags" Target="../tags/tag336.xml"/><Relationship Id="rId40" Type="http://schemas.openxmlformats.org/officeDocument/2006/relationships/tags" Target="../tags/tag339.xml"/><Relationship Id="rId45" Type="http://schemas.openxmlformats.org/officeDocument/2006/relationships/tags" Target="../tags/tag345.xml"/><Relationship Id="rId53" Type="http://schemas.openxmlformats.org/officeDocument/2006/relationships/tags" Target="../tags/tag354.xml"/><Relationship Id="rId58" Type="http://schemas.openxmlformats.org/officeDocument/2006/relationships/tags" Target="../tags/tag359.xml"/><Relationship Id="rId66" Type="http://schemas.openxmlformats.org/officeDocument/2006/relationships/tags" Target="../tags/tag367.xml"/><Relationship Id="rId74" Type="http://schemas.openxmlformats.org/officeDocument/2006/relationships/tags" Target="../tags/tag375.xml"/><Relationship Id="rId79" Type="http://schemas.openxmlformats.org/officeDocument/2006/relationships/tags" Target="../tags/tag380.xml"/><Relationship Id="rId87" Type="http://schemas.openxmlformats.org/officeDocument/2006/relationships/tags" Target="../tags/tag388.xml"/><Relationship Id="rId102" Type="http://schemas.openxmlformats.org/officeDocument/2006/relationships/tags" Target="../tags/tag3810.xml"/><Relationship Id="rId110" Type="http://schemas.openxmlformats.org/officeDocument/2006/relationships/image" Target="../media/image17.png"/><Relationship Id="rId115" Type="http://schemas.openxmlformats.org/officeDocument/2006/relationships/image" Target="../media/image18.png"/><Relationship Id="rId5" Type="http://schemas.openxmlformats.org/officeDocument/2006/relationships/tags" Target="../tags/tag299.xml"/><Relationship Id="rId61" Type="http://schemas.openxmlformats.org/officeDocument/2006/relationships/tags" Target="../tags/tag362.xml"/><Relationship Id="rId82" Type="http://schemas.openxmlformats.org/officeDocument/2006/relationships/tags" Target="../tags/tag383.xml"/><Relationship Id="rId90" Type="http://schemas.openxmlformats.org/officeDocument/2006/relationships/tags" Target="../tags/tag391.xml"/><Relationship Id="rId95" Type="http://schemas.openxmlformats.org/officeDocument/2006/relationships/tags" Target="../tags/tag396.xml"/><Relationship Id="rId19" Type="http://schemas.openxmlformats.org/officeDocument/2006/relationships/tags" Target="../tags/tag316.xml"/><Relationship Id="rId14" Type="http://schemas.openxmlformats.org/officeDocument/2006/relationships/tags" Target="../tags/tag310.xml"/><Relationship Id="rId22" Type="http://schemas.openxmlformats.org/officeDocument/2006/relationships/tags" Target="../tags/tag319.xml"/><Relationship Id="rId27" Type="http://schemas.openxmlformats.org/officeDocument/2006/relationships/tags" Target="../tags/tag324.xml"/><Relationship Id="rId30" Type="http://schemas.openxmlformats.org/officeDocument/2006/relationships/tags" Target="../tags/tag327.xml"/><Relationship Id="rId35" Type="http://schemas.openxmlformats.org/officeDocument/2006/relationships/tags" Target="../tags/tag333.xml"/><Relationship Id="rId43" Type="http://schemas.openxmlformats.org/officeDocument/2006/relationships/tags" Target="../tags/tag343.xml"/><Relationship Id="rId48" Type="http://schemas.openxmlformats.org/officeDocument/2006/relationships/tags" Target="../tags/tag349.xml"/><Relationship Id="rId56" Type="http://schemas.openxmlformats.org/officeDocument/2006/relationships/tags" Target="../tags/tag357.xml"/><Relationship Id="rId64" Type="http://schemas.openxmlformats.org/officeDocument/2006/relationships/tags" Target="../tags/tag365.xml"/><Relationship Id="rId69" Type="http://schemas.openxmlformats.org/officeDocument/2006/relationships/tags" Target="../tags/tag370.xml"/><Relationship Id="rId77" Type="http://schemas.openxmlformats.org/officeDocument/2006/relationships/tags" Target="../tags/tag378.xml"/><Relationship Id="rId100" Type="http://schemas.openxmlformats.org/officeDocument/2006/relationships/tags" Target="../tags/tag3750.xml"/><Relationship Id="rId105" Type="http://schemas.openxmlformats.org/officeDocument/2006/relationships/tags" Target="../tags/tag402.xml"/><Relationship Id="rId113" Type="http://schemas.openxmlformats.org/officeDocument/2006/relationships/tags" Target="../tags/tag445.xml"/><Relationship Id="rId8" Type="http://schemas.openxmlformats.org/officeDocument/2006/relationships/tags" Target="../tags/tag303.xml"/><Relationship Id="rId51" Type="http://schemas.openxmlformats.org/officeDocument/2006/relationships/tags" Target="../tags/tag352.xml"/><Relationship Id="rId72" Type="http://schemas.openxmlformats.org/officeDocument/2006/relationships/tags" Target="../tags/tag373.xml"/><Relationship Id="rId80" Type="http://schemas.openxmlformats.org/officeDocument/2006/relationships/tags" Target="../tags/tag381.xml"/><Relationship Id="rId85" Type="http://schemas.openxmlformats.org/officeDocument/2006/relationships/tags" Target="../tags/tag386.xml"/><Relationship Id="rId93" Type="http://schemas.openxmlformats.org/officeDocument/2006/relationships/tags" Target="../tags/tag394.xml"/><Relationship Id="rId98" Type="http://schemas.openxmlformats.org/officeDocument/2006/relationships/tags" Target="../tags/tag3690.xml"/><Relationship Id="rId3" Type="http://schemas.openxmlformats.org/officeDocument/2006/relationships/tags" Target="../tags/tag296.xml"/><Relationship Id="rId12" Type="http://schemas.openxmlformats.org/officeDocument/2006/relationships/tags" Target="../tags/tag307.xml"/><Relationship Id="rId17" Type="http://schemas.openxmlformats.org/officeDocument/2006/relationships/tags" Target="../tags/tag313.xml"/><Relationship Id="rId25" Type="http://schemas.openxmlformats.org/officeDocument/2006/relationships/tags" Target="../tags/tag322.xml"/><Relationship Id="rId33" Type="http://schemas.openxmlformats.org/officeDocument/2006/relationships/tags" Target="../tags/tag331.xml"/><Relationship Id="rId38" Type="http://schemas.openxmlformats.org/officeDocument/2006/relationships/tags" Target="../tags/tag337.xml"/><Relationship Id="rId46" Type="http://schemas.openxmlformats.org/officeDocument/2006/relationships/tags" Target="../tags/tag346.xml"/><Relationship Id="rId59" Type="http://schemas.openxmlformats.org/officeDocument/2006/relationships/tags" Target="../tags/tag360.xml"/><Relationship Id="rId67" Type="http://schemas.openxmlformats.org/officeDocument/2006/relationships/tags" Target="../tags/tag368.xml"/><Relationship Id="rId103" Type="http://schemas.openxmlformats.org/officeDocument/2006/relationships/image" Target="../media/image10.png"/><Relationship Id="rId108" Type="http://schemas.openxmlformats.org/officeDocument/2006/relationships/tags" Target="../tags/tag413.xml"/><Relationship Id="rId116" Type="http://schemas.openxmlformats.org/officeDocument/2006/relationships/tags" Target="../tags/tag457.xml"/><Relationship Id="rId20" Type="http://schemas.openxmlformats.org/officeDocument/2006/relationships/tags" Target="../tags/tag317.xml"/><Relationship Id="rId41" Type="http://schemas.openxmlformats.org/officeDocument/2006/relationships/tags" Target="../tags/tag340.xml"/><Relationship Id="rId54" Type="http://schemas.openxmlformats.org/officeDocument/2006/relationships/tags" Target="../tags/tag355.xml"/><Relationship Id="rId62" Type="http://schemas.openxmlformats.org/officeDocument/2006/relationships/tags" Target="../tags/tag363.xml"/><Relationship Id="rId70" Type="http://schemas.openxmlformats.org/officeDocument/2006/relationships/tags" Target="../tags/tag371.xml"/><Relationship Id="rId75" Type="http://schemas.openxmlformats.org/officeDocument/2006/relationships/tags" Target="../tags/tag376.xml"/><Relationship Id="rId83" Type="http://schemas.openxmlformats.org/officeDocument/2006/relationships/tags" Target="../tags/tag384.xml"/><Relationship Id="rId88" Type="http://schemas.openxmlformats.org/officeDocument/2006/relationships/tags" Target="../tags/tag389.xml"/><Relationship Id="rId91" Type="http://schemas.openxmlformats.org/officeDocument/2006/relationships/tags" Target="../tags/tag392.xml"/><Relationship Id="rId96" Type="http://schemas.openxmlformats.org/officeDocument/2006/relationships/tags" Target="../tags/tag397.xml"/><Relationship Id="rId111" Type="http://schemas.openxmlformats.org/officeDocument/2006/relationships/tags" Target="../tags/tag435.xml"/><Relationship Id="rId1" Type="http://schemas.openxmlformats.org/officeDocument/2006/relationships/tags" Target="../tags/tag294.xml"/><Relationship Id="rId6" Type="http://schemas.openxmlformats.org/officeDocument/2006/relationships/tags" Target="../tags/tag300.xml"/><Relationship Id="rId15" Type="http://schemas.openxmlformats.org/officeDocument/2006/relationships/tags" Target="../tags/tag311.xml"/><Relationship Id="rId23" Type="http://schemas.openxmlformats.org/officeDocument/2006/relationships/tags" Target="../tags/tag320.xml"/><Relationship Id="rId28" Type="http://schemas.openxmlformats.org/officeDocument/2006/relationships/tags" Target="../tags/tag325.xml"/><Relationship Id="rId36" Type="http://schemas.openxmlformats.org/officeDocument/2006/relationships/tags" Target="../tags/tag334.xml"/><Relationship Id="rId49" Type="http://schemas.openxmlformats.org/officeDocument/2006/relationships/tags" Target="../tags/tag350.xml"/><Relationship Id="rId57" Type="http://schemas.openxmlformats.org/officeDocument/2006/relationships/tags" Target="../tags/tag358.xml"/><Relationship Id="rId106" Type="http://schemas.openxmlformats.org/officeDocument/2006/relationships/image" Target="../media/image16.png"/><Relationship Id="rId114" Type="http://schemas.openxmlformats.org/officeDocument/2006/relationships/tags" Target="../tags/tag451.xml"/><Relationship Id="rId10" Type="http://schemas.openxmlformats.org/officeDocument/2006/relationships/tags" Target="../tags/tag305.xml"/><Relationship Id="rId31" Type="http://schemas.openxmlformats.org/officeDocument/2006/relationships/tags" Target="../tags/tag328.xml"/><Relationship Id="rId44" Type="http://schemas.openxmlformats.org/officeDocument/2006/relationships/tags" Target="../tags/tag344.xml"/><Relationship Id="rId52" Type="http://schemas.openxmlformats.org/officeDocument/2006/relationships/tags" Target="../tags/tag353.xml"/><Relationship Id="rId60" Type="http://schemas.openxmlformats.org/officeDocument/2006/relationships/tags" Target="../tags/tag361.xml"/><Relationship Id="rId65" Type="http://schemas.openxmlformats.org/officeDocument/2006/relationships/tags" Target="../tags/tag366.xml"/><Relationship Id="rId73" Type="http://schemas.openxmlformats.org/officeDocument/2006/relationships/tags" Target="../tags/tag374.xml"/><Relationship Id="rId78" Type="http://schemas.openxmlformats.org/officeDocument/2006/relationships/tags" Target="../tags/tag379.xml"/><Relationship Id="rId81" Type="http://schemas.openxmlformats.org/officeDocument/2006/relationships/tags" Target="../tags/tag382.xml"/><Relationship Id="rId86" Type="http://schemas.openxmlformats.org/officeDocument/2006/relationships/tags" Target="../tags/tag387.xml"/><Relationship Id="rId94" Type="http://schemas.openxmlformats.org/officeDocument/2006/relationships/tags" Target="../tags/tag395.xml"/><Relationship Id="rId99" Type="http://schemas.openxmlformats.org/officeDocument/2006/relationships/image" Target="../media/image15.png"/><Relationship Id="rId101" Type="http://schemas.openxmlformats.org/officeDocument/2006/relationships/image" Target="../media/image9.png"/><Relationship Id="rId4" Type="http://schemas.openxmlformats.org/officeDocument/2006/relationships/tags" Target="../tags/tag298.xml"/><Relationship Id="rId9" Type="http://schemas.openxmlformats.org/officeDocument/2006/relationships/tags" Target="../tags/tag304.xml"/><Relationship Id="rId13" Type="http://schemas.openxmlformats.org/officeDocument/2006/relationships/tags" Target="../tags/tag309.xml"/><Relationship Id="rId18" Type="http://schemas.openxmlformats.org/officeDocument/2006/relationships/tags" Target="../tags/tag315.xml"/><Relationship Id="rId39" Type="http://schemas.openxmlformats.org/officeDocument/2006/relationships/tags" Target="../tags/tag338.xml"/><Relationship Id="rId109" Type="http://schemas.openxmlformats.org/officeDocument/2006/relationships/tags" Target="../tags/tag419.xml"/><Relationship Id="rId34" Type="http://schemas.openxmlformats.org/officeDocument/2006/relationships/tags" Target="../tags/tag332.xml"/><Relationship Id="rId50" Type="http://schemas.openxmlformats.org/officeDocument/2006/relationships/tags" Target="../tags/tag351.xml"/><Relationship Id="rId55" Type="http://schemas.openxmlformats.org/officeDocument/2006/relationships/tags" Target="../tags/tag356.xml"/><Relationship Id="rId76" Type="http://schemas.openxmlformats.org/officeDocument/2006/relationships/tags" Target="../tags/tag377.xml"/><Relationship Id="rId97" Type="http://schemas.openxmlformats.org/officeDocument/2006/relationships/slideLayout" Target="../slideLayouts/slideLayout6.xml"/><Relationship Id="rId104" Type="http://schemas.openxmlformats.org/officeDocument/2006/relationships/tags" Target="../tags/tag3970.xml"/><Relationship Id="rId7" Type="http://schemas.openxmlformats.org/officeDocument/2006/relationships/tags" Target="../tags/tag301.xml"/><Relationship Id="rId71" Type="http://schemas.openxmlformats.org/officeDocument/2006/relationships/tags" Target="../tags/tag372.xml"/><Relationship Id="rId92" Type="http://schemas.openxmlformats.org/officeDocument/2006/relationships/tags" Target="../tags/tag393.xml"/><Relationship Id="rId2" Type="http://schemas.openxmlformats.org/officeDocument/2006/relationships/tags" Target="../tags/tag295.xml"/><Relationship Id="rId29" Type="http://schemas.openxmlformats.org/officeDocument/2006/relationships/tags" Target="../tags/tag326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412.xml"/><Relationship Id="rId18" Type="http://schemas.openxmlformats.org/officeDocument/2006/relationships/tags" Target="../tags/tag418.xml"/><Relationship Id="rId26" Type="http://schemas.openxmlformats.org/officeDocument/2006/relationships/tags" Target="../tags/tag427.xml"/><Relationship Id="rId39" Type="http://schemas.openxmlformats.org/officeDocument/2006/relationships/slideLayout" Target="../slideLayouts/slideLayout6.xml"/><Relationship Id="rId3" Type="http://schemas.openxmlformats.org/officeDocument/2006/relationships/tags" Target="../tags/tag400.xml"/><Relationship Id="rId21" Type="http://schemas.openxmlformats.org/officeDocument/2006/relationships/tags" Target="../tags/tag422.xml"/><Relationship Id="rId34" Type="http://schemas.openxmlformats.org/officeDocument/2006/relationships/tags" Target="../tags/tag436.xml"/><Relationship Id="rId42" Type="http://schemas.openxmlformats.org/officeDocument/2006/relationships/tags" Target="../tags/tag477.xml"/><Relationship Id="rId47" Type="http://schemas.openxmlformats.org/officeDocument/2006/relationships/image" Target="../media/image16.png"/><Relationship Id="rId7" Type="http://schemas.openxmlformats.org/officeDocument/2006/relationships/tags" Target="../tags/tag405.xml"/><Relationship Id="rId12" Type="http://schemas.openxmlformats.org/officeDocument/2006/relationships/tags" Target="../tags/tag411.xml"/><Relationship Id="rId17" Type="http://schemas.openxmlformats.org/officeDocument/2006/relationships/tags" Target="../tags/tag417.xml"/><Relationship Id="rId25" Type="http://schemas.openxmlformats.org/officeDocument/2006/relationships/tags" Target="../tags/tag426.xml"/><Relationship Id="rId33" Type="http://schemas.openxmlformats.org/officeDocument/2006/relationships/tags" Target="../tags/tag434.xml"/><Relationship Id="rId38" Type="http://schemas.openxmlformats.org/officeDocument/2006/relationships/tags" Target="../tags/tag441.xml"/><Relationship Id="rId46" Type="http://schemas.openxmlformats.org/officeDocument/2006/relationships/tags" Target="../tags/tag490.xml"/><Relationship Id="rId2" Type="http://schemas.openxmlformats.org/officeDocument/2006/relationships/tags" Target="../tags/tag399.xml"/><Relationship Id="rId16" Type="http://schemas.openxmlformats.org/officeDocument/2006/relationships/tags" Target="../tags/tag416.xml"/><Relationship Id="rId20" Type="http://schemas.openxmlformats.org/officeDocument/2006/relationships/tags" Target="../tags/tag421.xml"/><Relationship Id="rId29" Type="http://schemas.openxmlformats.org/officeDocument/2006/relationships/tags" Target="../tags/tag430.xml"/><Relationship Id="rId41" Type="http://schemas.openxmlformats.org/officeDocument/2006/relationships/image" Target="../media/image9.png"/><Relationship Id="rId1" Type="http://schemas.openxmlformats.org/officeDocument/2006/relationships/tags" Target="../tags/tag398.xml"/><Relationship Id="rId6" Type="http://schemas.openxmlformats.org/officeDocument/2006/relationships/tags" Target="../tags/tag404.xml"/><Relationship Id="rId11" Type="http://schemas.openxmlformats.org/officeDocument/2006/relationships/tags" Target="../tags/tag410.xml"/><Relationship Id="rId24" Type="http://schemas.openxmlformats.org/officeDocument/2006/relationships/tags" Target="../tags/tag425.xml"/><Relationship Id="rId32" Type="http://schemas.openxmlformats.org/officeDocument/2006/relationships/tags" Target="../tags/tag433.xml"/><Relationship Id="rId37" Type="http://schemas.openxmlformats.org/officeDocument/2006/relationships/tags" Target="../tags/tag439.xml"/><Relationship Id="rId40" Type="http://schemas.openxmlformats.org/officeDocument/2006/relationships/tags" Target="../tags/tag471.xml"/><Relationship Id="rId45" Type="http://schemas.openxmlformats.org/officeDocument/2006/relationships/image" Target="../media/image12.png"/><Relationship Id="rId5" Type="http://schemas.openxmlformats.org/officeDocument/2006/relationships/tags" Target="../tags/tag403.xml"/><Relationship Id="rId15" Type="http://schemas.openxmlformats.org/officeDocument/2006/relationships/tags" Target="../tags/tag415.xml"/><Relationship Id="rId23" Type="http://schemas.openxmlformats.org/officeDocument/2006/relationships/tags" Target="../tags/tag424.xml"/><Relationship Id="rId28" Type="http://schemas.openxmlformats.org/officeDocument/2006/relationships/tags" Target="../tags/tag429.xml"/><Relationship Id="rId36" Type="http://schemas.openxmlformats.org/officeDocument/2006/relationships/tags" Target="../tags/tag438.xml"/><Relationship Id="rId49" Type="http://schemas.openxmlformats.org/officeDocument/2006/relationships/tags" Target="../tags/tag501.xml"/><Relationship Id="rId10" Type="http://schemas.openxmlformats.org/officeDocument/2006/relationships/tags" Target="../tags/tag409.xml"/><Relationship Id="rId19" Type="http://schemas.openxmlformats.org/officeDocument/2006/relationships/tags" Target="../tags/tag420.xml"/><Relationship Id="rId31" Type="http://schemas.openxmlformats.org/officeDocument/2006/relationships/tags" Target="../tags/tag432.xml"/><Relationship Id="rId44" Type="http://schemas.openxmlformats.org/officeDocument/2006/relationships/tags" Target="../tags/tag483.xml"/><Relationship Id="rId4" Type="http://schemas.openxmlformats.org/officeDocument/2006/relationships/tags" Target="../tags/tag401.xml"/><Relationship Id="rId9" Type="http://schemas.openxmlformats.org/officeDocument/2006/relationships/tags" Target="../tags/tag408.xml"/><Relationship Id="rId14" Type="http://schemas.openxmlformats.org/officeDocument/2006/relationships/tags" Target="../tags/tag414.xml"/><Relationship Id="rId22" Type="http://schemas.openxmlformats.org/officeDocument/2006/relationships/tags" Target="../tags/tag423.xml"/><Relationship Id="rId27" Type="http://schemas.openxmlformats.org/officeDocument/2006/relationships/tags" Target="../tags/tag428.xml"/><Relationship Id="rId30" Type="http://schemas.openxmlformats.org/officeDocument/2006/relationships/tags" Target="../tags/tag431.xml"/><Relationship Id="rId35" Type="http://schemas.openxmlformats.org/officeDocument/2006/relationships/tags" Target="../tags/tag437.xml"/><Relationship Id="rId43" Type="http://schemas.openxmlformats.org/officeDocument/2006/relationships/image" Target="../media/image10.png"/><Relationship Id="rId48" Type="http://schemas.openxmlformats.org/officeDocument/2006/relationships/tags" Target="../tags/tag495.xml"/><Relationship Id="rId8" Type="http://schemas.openxmlformats.org/officeDocument/2006/relationships/tags" Target="../tags/tag406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456.xml"/><Relationship Id="rId18" Type="http://schemas.openxmlformats.org/officeDocument/2006/relationships/tags" Target="../tags/tag462.xml"/><Relationship Id="rId26" Type="http://schemas.openxmlformats.org/officeDocument/2006/relationships/tags" Target="../tags/tag470.xml"/><Relationship Id="rId39" Type="http://schemas.openxmlformats.org/officeDocument/2006/relationships/tags" Target="../tags/tag486.xml"/><Relationship Id="rId21" Type="http://schemas.openxmlformats.org/officeDocument/2006/relationships/tags" Target="../tags/tag465.xml"/><Relationship Id="rId34" Type="http://schemas.openxmlformats.org/officeDocument/2006/relationships/tags" Target="../tags/tag480.xml"/><Relationship Id="rId42" Type="http://schemas.openxmlformats.org/officeDocument/2006/relationships/tags" Target="../tags/tag489.xml"/><Relationship Id="rId47" Type="http://schemas.openxmlformats.org/officeDocument/2006/relationships/tags" Target="../tags/tag496.xml"/><Relationship Id="rId50" Type="http://schemas.openxmlformats.org/officeDocument/2006/relationships/tags" Target="../tags/tag499.xml"/><Relationship Id="rId55" Type="http://schemas.openxmlformats.org/officeDocument/2006/relationships/tags" Target="../tags/tag505.xml"/><Relationship Id="rId63" Type="http://schemas.openxmlformats.org/officeDocument/2006/relationships/tags" Target="../tags/tag552.xml"/><Relationship Id="rId7" Type="http://schemas.openxmlformats.org/officeDocument/2006/relationships/tags" Target="../tags/tag449.xml"/><Relationship Id="rId2" Type="http://schemas.openxmlformats.org/officeDocument/2006/relationships/tags" Target="../tags/tag443.xml"/><Relationship Id="rId16" Type="http://schemas.openxmlformats.org/officeDocument/2006/relationships/tags" Target="../tags/tag460.xml"/><Relationship Id="rId20" Type="http://schemas.openxmlformats.org/officeDocument/2006/relationships/tags" Target="../tags/tag464.xml"/><Relationship Id="rId29" Type="http://schemas.openxmlformats.org/officeDocument/2006/relationships/tags" Target="../tags/tag474.xml"/><Relationship Id="rId41" Type="http://schemas.openxmlformats.org/officeDocument/2006/relationships/tags" Target="../tags/tag488.xml"/><Relationship Id="rId54" Type="http://schemas.openxmlformats.org/officeDocument/2006/relationships/tags" Target="../tags/tag504.xml"/><Relationship Id="rId62" Type="http://schemas.openxmlformats.org/officeDocument/2006/relationships/image" Target="../media/image20.png"/><Relationship Id="rId1" Type="http://schemas.openxmlformats.org/officeDocument/2006/relationships/tags" Target="../tags/tag442.xml"/><Relationship Id="rId6" Type="http://schemas.openxmlformats.org/officeDocument/2006/relationships/tags" Target="../tags/tag448.xml"/><Relationship Id="rId11" Type="http://schemas.openxmlformats.org/officeDocument/2006/relationships/tags" Target="../tags/tag454.xml"/><Relationship Id="rId24" Type="http://schemas.openxmlformats.org/officeDocument/2006/relationships/tags" Target="../tags/tag468.xml"/><Relationship Id="rId32" Type="http://schemas.openxmlformats.org/officeDocument/2006/relationships/tags" Target="../tags/tag478.xml"/><Relationship Id="rId37" Type="http://schemas.openxmlformats.org/officeDocument/2006/relationships/tags" Target="../tags/tag484.xml"/><Relationship Id="rId40" Type="http://schemas.openxmlformats.org/officeDocument/2006/relationships/tags" Target="../tags/tag487.xml"/><Relationship Id="rId45" Type="http://schemas.openxmlformats.org/officeDocument/2006/relationships/tags" Target="../tags/tag493.xml"/><Relationship Id="rId53" Type="http://schemas.openxmlformats.org/officeDocument/2006/relationships/tags" Target="../tags/tag503.xml"/><Relationship Id="rId58" Type="http://schemas.openxmlformats.org/officeDocument/2006/relationships/image" Target="../media/image9.png"/><Relationship Id="rId66" Type="http://schemas.openxmlformats.org/officeDocument/2006/relationships/image" Target="../media/image21.png"/><Relationship Id="rId5" Type="http://schemas.openxmlformats.org/officeDocument/2006/relationships/tags" Target="../tags/tag447.xml"/><Relationship Id="rId15" Type="http://schemas.openxmlformats.org/officeDocument/2006/relationships/tags" Target="../tags/tag459.xml"/><Relationship Id="rId23" Type="http://schemas.openxmlformats.org/officeDocument/2006/relationships/tags" Target="../tags/tag467.xml"/><Relationship Id="rId28" Type="http://schemas.openxmlformats.org/officeDocument/2006/relationships/tags" Target="../tags/tag473.xml"/><Relationship Id="rId36" Type="http://schemas.openxmlformats.org/officeDocument/2006/relationships/tags" Target="../tags/tag482.xml"/><Relationship Id="rId49" Type="http://schemas.openxmlformats.org/officeDocument/2006/relationships/tags" Target="../tags/tag498.xml"/><Relationship Id="rId57" Type="http://schemas.openxmlformats.org/officeDocument/2006/relationships/tags" Target="../tags/tag524.xml"/><Relationship Id="rId61" Type="http://schemas.openxmlformats.org/officeDocument/2006/relationships/tags" Target="../tags/tag536.xml"/><Relationship Id="rId10" Type="http://schemas.openxmlformats.org/officeDocument/2006/relationships/tags" Target="../tags/tag453.xml"/><Relationship Id="rId19" Type="http://schemas.openxmlformats.org/officeDocument/2006/relationships/tags" Target="../tags/tag463.xml"/><Relationship Id="rId31" Type="http://schemas.openxmlformats.org/officeDocument/2006/relationships/tags" Target="../tags/tag476.xml"/><Relationship Id="rId44" Type="http://schemas.openxmlformats.org/officeDocument/2006/relationships/tags" Target="../tags/tag492.xml"/><Relationship Id="rId52" Type="http://schemas.openxmlformats.org/officeDocument/2006/relationships/tags" Target="../tags/tag502.xml"/><Relationship Id="rId60" Type="http://schemas.openxmlformats.org/officeDocument/2006/relationships/image" Target="../media/image19.png"/><Relationship Id="rId65" Type="http://schemas.openxmlformats.org/officeDocument/2006/relationships/tags" Target="../tags/tag564.xml"/><Relationship Id="rId4" Type="http://schemas.openxmlformats.org/officeDocument/2006/relationships/tags" Target="../tags/tag446.xml"/><Relationship Id="rId9" Type="http://schemas.openxmlformats.org/officeDocument/2006/relationships/tags" Target="../tags/tag452.xml"/><Relationship Id="rId14" Type="http://schemas.openxmlformats.org/officeDocument/2006/relationships/tags" Target="../tags/tag458.xml"/><Relationship Id="rId22" Type="http://schemas.openxmlformats.org/officeDocument/2006/relationships/tags" Target="../tags/tag466.xml"/><Relationship Id="rId27" Type="http://schemas.openxmlformats.org/officeDocument/2006/relationships/tags" Target="../tags/tag472.xml"/><Relationship Id="rId30" Type="http://schemas.openxmlformats.org/officeDocument/2006/relationships/tags" Target="../tags/tag475.xml"/><Relationship Id="rId35" Type="http://schemas.openxmlformats.org/officeDocument/2006/relationships/tags" Target="../tags/tag481.xml"/><Relationship Id="rId43" Type="http://schemas.openxmlformats.org/officeDocument/2006/relationships/tags" Target="../tags/tag491.xml"/><Relationship Id="rId48" Type="http://schemas.openxmlformats.org/officeDocument/2006/relationships/tags" Target="../tags/tag497.xml"/><Relationship Id="rId56" Type="http://schemas.openxmlformats.org/officeDocument/2006/relationships/slideLayout" Target="../slideLayouts/slideLayout6.xml"/><Relationship Id="rId64" Type="http://schemas.openxmlformats.org/officeDocument/2006/relationships/tags" Target="../tags/tag558.xml"/><Relationship Id="rId8" Type="http://schemas.openxmlformats.org/officeDocument/2006/relationships/tags" Target="../tags/tag450.xml"/><Relationship Id="rId51" Type="http://schemas.openxmlformats.org/officeDocument/2006/relationships/tags" Target="../tags/tag500.xml"/><Relationship Id="rId3" Type="http://schemas.openxmlformats.org/officeDocument/2006/relationships/tags" Target="../tags/tag444.xml"/><Relationship Id="rId12" Type="http://schemas.openxmlformats.org/officeDocument/2006/relationships/tags" Target="../tags/tag455.xml"/><Relationship Id="rId17" Type="http://schemas.openxmlformats.org/officeDocument/2006/relationships/tags" Target="../tags/tag461.xml"/><Relationship Id="rId25" Type="http://schemas.openxmlformats.org/officeDocument/2006/relationships/tags" Target="../tags/tag469.xml"/><Relationship Id="rId33" Type="http://schemas.openxmlformats.org/officeDocument/2006/relationships/tags" Target="../tags/tag479.xml"/><Relationship Id="rId38" Type="http://schemas.openxmlformats.org/officeDocument/2006/relationships/tags" Target="../tags/tag485.xml"/><Relationship Id="rId46" Type="http://schemas.openxmlformats.org/officeDocument/2006/relationships/tags" Target="../tags/tag494.xml"/><Relationship Id="rId59" Type="http://schemas.openxmlformats.org/officeDocument/2006/relationships/tags" Target="../tags/tag53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13.xml"/><Relationship Id="rId13" Type="http://schemas.openxmlformats.org/officeDocument/2006/relationships/tags" Target="../tags/tag518.xml"/><Relationship Id="rId18" Type="http://schemas.openxmlformats.org/officeDocument/2006/relationships/tags" Target="../tags/tag523.xml"/><Relationship Id="rId26" Type="http://schemas.openxmlformats.org/officeDocument/2006/relationships/tags" Target="../tags/tag533.xml"/><Relationship Id="rId39" Type="http://schemas.openxmlformats.org/officeDocument/2006/relationships/tags" Target="../tags/tag547.xml"/><Relationship Id="rId3" Type="http://schemas.openxmlformats.org/officeDocument/2006/relationships/tags" Target="../tags/tag508.xml"/><Relationship Id="rId21" Type="http://schemas.openxmlformats.org/officeDocument/2006/relationships/tags" Target="../tags/tag527.xml"/><Relationship Id="rId34" Type="http://schemas.openxmlformats.org/officeDocument/2006/relationships/tags" Target="../tags/tag542.xml"/><Relationship Id="rId42" Type="http://schemas.openxmlformats.org/officeDocument/2006/relationships/tags" Target="../tags/tag550.xml"/><Relationship Id="rId7" Type="http://schemas.openxmlformats.org/officeDocument/2006/relationships/tags" Target="../tags/tag512.xml"/><Relationship Id="rId12" Type="http://schemas.openxmlformats.org/officeDocument/2006/relationships/tags" Target="../tags/tag517.xml"/><Relationship Id="rId17" Type="http://schemas.openxmlformats.org/officeDocument/2006/relationships/tags" Target="../tags/tag522.xml"/><Relationship Id="rId25" Type="http://schemas.openxmlformats.org/officeDocument/2006/relationships/tags" Target="../tags/tag532.xml"/><Relationship Id="rId33" Type="http://schemas.openxmlformats.org/officeDocument/2006/relationships/tags" Target="../tags/tag541.xml"/><Relationship Id="rId38" Type="http://schemas.openxmlformats.org/officeDocument/2006/relationships/tags" Target="../tags/tag546.xml"/><Relationship Id="rId2" Type="http://schemas.openxmlformats.org/officeDocument/2006/relationships/tags" Target="../tags/tag507.xml"/><Relationship Id="rId16" Type="http://schemas.openxmlformats.org/officeDocument/2006/relationships/tags" Target="../tags/tag521.xml"/><Relationship Id="rId20" Type="http://schemas.openxmlformats.org/officeDocument/2006/relationships/tags" Target="../tags/tag526.xml"/><Relationship Id="rId29" Type="http://schemas.openxmlformats.org/officeDocument/2006/relationships/tags" Target="../tags/tag537.xml"/><Relationship Id="rId41" Type="http://schemas.openxmlformats.org/officeDocument/2006/relationships/tags" Target="../tags/tag549.xml"/><Relationship Id="rId1" Type="http://schemas.openxmlformats.org/officeDocument/2006/relationships/tags" Target="../tags/tag506.xml"/><Relationship Id="rId6" Type="http://schemas.openxmlformats.org/officeDocument/2006/relationships/tags" Target="../tags/tag511.xml"/><Relationship Id="rId11" Type="http://schemas.openxmlformats.org/officeDocument/2006/relationships/tags" Target="../tags/tag516.xml"/><Relationship Id="rId24" Type="http://schemas.openxmlformats.org/officeDocument/2006/relationships/tags" Target="../tags/tag531.xml"/><Relationship Id="rId32" Type="http://schemas.openxmlformats.org/officeDocument/2006/relationships/tags" Target="../tags/tag540.xml"/><Relationship Id="rId37" Type="http://schemas.openxmlformats.org/officeDocument/2006/relationships/tags" Target="../tags/tag545.xml"/><Relationship Id="rId40" Type="http://schemas.openxmlformats.org/officeDocument/2006/relationships/tags" Target="../tags/tag548.xml"/><Relationship Id="rId45" Type="http://schemas.openxmlformats.org/officeDocument/2006/relationships/image" Target="../media/image7.jpeg"/><Relationship Id="rId5" Type="http://schemas.openxmlformats.org/officeDocument/2006/relationships/tags" Target="../tags/tag510.xml"/><Relationship Id="rId15" Type="http://schemas.openxmlformats.org/officeDocument/2006/relationships/tags" Target="../tags/tag520.xml"/><Relationship Id="rId23" Type="http://schemas.openxmlformats.org/officeDocument/2006/relationships/tags" Target="../tags/tag529.xml"/><Relationship Id="rId28" Type="http://schemas.openxmlformats.org/officeDocument/2006/relationships/tags" Target="../tags/tag535.xml"/><Relationship Id="rId36" Type="http://schemas.openxmlformats.org/officeDocument/2006/relationships/tags" Target="../tags/tag544.xml"/><Relationship Id="rId10" Type="http://schemas.openxmlformats.org/officeDocument/2006/relationships/tags" Target="../tags/tag515.xml"/><Relationship Id="rId19" Type="http://schemas.openxmlformats.org/officeDocument/2006/relationships/tags" Target="../tags/tag525.xml"/><Relationship Id="rId31" Type="http://schemas.openxmlformats.org/officeDocument/2006/relationships/tags" Target="../tags/tag539.xml"/><Relationship Id="rId44" Type="http://schemas.openxmlformats.org/officeDocument/2006/relationships/slideLayout" Target="../slideLayouts/slideLayout6.xml"/><Relationship Id="rId4" Type="http://schemas.openxmlformats.org/officeDocument/2006/relationships/tags" Target="../tags/tag509.xml"/><Relationship Id="rId9" Type="http://schemas.openxmlformats.org/officeDocument/2006/relationships/tags" Target="../tags/tag514.xml"/><Relationship Id="rId14" Type="http://schemas.openxmlformats.org/officeDocument/2006/relationships/tags" Target="../tags/tag519.xml"/><Relationship Id="rId22" Type="http://schemas.openxmlformats.org/officeDocument/2006/relationships/tags" Target="../tags/tag528.xml"/><Relationship Id="rId27" Type="http://schemas.openxmlformats.org/officeDocument/2006/relationships/tags" Target="../tags/tag534.xml"/><Relationship Id="rId30" Type="http://schemas.openxmlformats.org/officeDocument/2006/relationships/tags" Target="../tags/tag538.xml"/><Relationship Id="rId35" Type="http://schemas.openxmlformats.org/officeDocument/2006/relationships/tags" Target="../tags/tag543.xml"/><Relationship Id="rId43" Type="http://schemas.openxmlformats.org/officeDocument/2006/relationships/tags" Target="../tags/tag551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567.xml"/><Relationship Id="rId18" Type="http://schemas.openxmlformats.org/officeDocument/2006/relationships/tags" Target="../tags/tag572.xml"/><Relationship Id="rId26" Type="http://schemas.openxmlformats.org/officeDocument/2006/relationships/tags" Target="../tags/tag580.xml"/><Relationship Id="rId39" Type="http://schemas.openxmlformats.org/officeDocument/2006/relationships/tags" Target="../tags/tag593.xml"/><Relationship Id="rId21" Type="http://schemas.openxmlformats.org/officeDocument/2006/relationships/tags" Target="../tags/tag575.xml"/><Relationship Id="rId34" Type="http://schemas.openxmlformats.org/officeDocument/2006/relationships/tags" Target="../tags/tag588.xml"/><Relationship Id="rId42" Type="http://schemas.openxmlformats.org/officeDocument/2006/relationships/tags" Target="../tags/tag596.xml"/><Relationship Id="rId47" Type="http://schemas.openxmlformats.org/officeDocument/2006/relationships/tags" Target="../tags/tag601.xml"/><Relationship Id="rId50" Type="http://schemas.openxmlformats.org/officeDocument/2006/relationships/image" Target="../media/image23.png"/><Relationship Id="rId55" Type="http://schemas.openxmlformats.org/officeDocument/2006/relationships/tags" Target="../tags/tag639.xml"/><Relationship Id="rId63" Type="http://schemas.openxmlformats.org/officeDocument/2006/relationships/image" Target="../media/image27.png"/><Relationship Id="rId7" Type="http://schemas.openxmlformats.org/officeDocument/2006/relationships/tags" Target="../tags/tag560.xml"/><Relationship Id="rId2" Type="http://schemas.openxmlformats.org/officeDocument/2006/relationships/tags" Target="../tags/tag554.xml"/><Relationship Id="rId16" Type="http://schemas.openxmlformats.org/officeDocument/2006/relationships/tags" Target="../tags/tag570.xml"/><Relationship Id="rId20" Type="http://schemas.openxmlformats.org/officeDocument/2006/relationships/tags" Target="../tags/tag574.xml"/><Relationship Id="rId29" Type="http://schemas.openxmlformats.org/officeDocument/2006/relationships/tags" Target="../tags/tag583.xml"/><Relationship Id="rId41" Type="http://schemas.openxmlformats.org/officeDocument/2006/relationships/tags" Target="../tags/tag595.xml"/><Relationship Id="rId54" Type="http://schemas.openxmlformats.org/officeDocument/2006/relationships/image" Target="../media/image24.png"/><Relationship Id="rId62" Type="http://schemas.openxmlformats.org/officeDocument/2006/relationships/tags" Target="../tags/tag664.xml"/><Relationship Id="rId1" Type="http://schemas.openxmlformats.org/officeDocument/2006/relationships/tags" Target="../tags/tag553.xml"/><Relationship Id="rId6" Type="http://schemas.openxmlformats.org/officeDocument/2006/relationships/tags" Target="../tags/tag559.xml"/><Relationship Id="rId11" Type="http://schemas.openxmlformats.org/officeDocument/2006/relationships/tags" Target="../tags/tag565.xml"/><Relationship Id="rId24" Type="http://schemas.openxmlformats.org/officeDocument/2006/relationships/tags" Target="../tags/tag578.xml"/><Relationship Id="rId32" Type="http://schemas.openxmlformats.org/officeDocument/2006/relationships/tags" Target="../tags/tag586.xml"/><Relationship Id="rId37" Type="http://schemas.openxmlformats.org/officeDocument/2006/relationships/tags" Target="../tags/tag591.xml"/><Relationship Id="rId40" Type="http://schemas.openxmlformats.org/officeDocument/2006/relationships/tags" Target="../tags/tag594.xml"/><Relationship Id="rId45" Type="http://schemas.openxmlformats.org/officeDocument/2006/relationships/tags" Target="../tags/tag599.xml"/><Relationship Id="rId53" Type="http://schemas.openxmlformats.org/officeDocument/2006/relationships/tags" Target="../tags/tag633.xml"/><Relationship Id="rId58" Type="http://schemas.openxmlformats.org/officeDocument/2006/relationships/image" Target="../media/image25.png"/><Relationship Id="rId5" Type="http://schemas.openxmlformats.org/officeDocument/2006/relationships/tags" Target="../tags/tag557.xml"/><Relationship Id="rId15" Type="http://schemas.openxmlformats.org/officeDocument/2006/relationships/tags" Target="../tags/tag569.xml"/><Relationship Id="rId23" Type="http://schemas.openxmlformats.org/officeDocument/2006/relationships/tags" Target="../tags/tag577.xml"/><Relationship Id="rId28" Type="http://schemas.openxmlformats.org/officeDocument/2006/relationships/tags" Target="../tags/tag582.xml"/><Relationship Id="rId36" Type="http://schemas.openxmlformats.org/officeDocument/2006/relationships/tags" Target="../tags/tag590.xml"/><Relationship Id="rId49" Type="http://schemas.openxmlformats.org/officeDocument/2006/relationships/tags" Target="../tags/tag621.xml"/><Relationship Id="rId57" Type="http://schemas.openxmlformats.org/officeDocument/2006/relationships/tags" Target="../tags/tag647.xml"/><Relationship Id="rId61" Type="http://schemas.openxmlformats.org/officeDocument/2006/relationships/image" Target="../media/image26.png"/><Relationship Id="rId10" Type="http://schemas.openxmlformats.org/officeDocument/2006/relationships/tags" Target="../tags/tag563.xml"/><Relationship Id="rId19" Type="http://schemas.openxmlformats.org/officeDocument/2006/relationships/tags" Target="../tags/tag573.xml"/><Relationship Id="rId31" Type="http://schemas.openxmlformats.org/officeDocument/2006/relationships/tags" Target="../tags/tag585.xml"/><Relationship Id="rId44" Type="http://schemas.openxmlformats.org/officeDocument/2006/relationships/tags" Target="../tags/tag598.xml"/><Relationship Id="rId52" Type="http://schemas.openxmlformats.org/officeDocument/2006/relationships/image" Target="../media/image9.png"/><Relationship Id="rId60" Type="http://schemas.openxmlformats.org/officeDocument/2006/relationships/tags" Target="../tags/tag658.xml"/><Relationship Id="rId4" Type="http://schemas.openxmlformats.org/officeDocument/2006/relationships/tags" Target="../tags/tag556.xml"/><Relationship Id="rId9" Type="http://schemas.openxmlformats.org/officeDocument/2006/relationships/tags" Target="../tags/tag562.xml"/><Relationship Id="rId14" Type="http://schemas.openxmlformats.org/officeDocument/2006/relationships/tags" Target="../tags/tag568.xml"/><Relationship Id="rId22" Type="http://schemas.openxmlformats.org/officeDocument/2006/relationships/tags" Target="../tags/tag576.xml"/><Relationship Id="rId27" Type="http://schemas.openxmlformats.org/officeDocument/2006/relationships/tags" Target="../tags/tag581.xml"/><Relationship Id="rId30" Type="http://schemas.openxmlformats.org/officeDocument/2006/relationships/tags" Target="../tags/tag584.xml"/><Relationship Id="rId35" Type="http://schemas.openxmlformats.org/officeDocument/2006/relationships/tags" Target="../tags/tag589.xml"/><Relationship Id="rId43" Type="http://schemas.openxmlformats.org/officeDocument/2006/relationships/tags" Target="../tags/tag597.xml"/><Relationship Id="rId48" Type="http://schemas.openxmlformats.org/officeDocument/2006/relationships/slideLayout" Target="../slideLayouts/slideLayout6.xml"/><Relationship Id="rId56" Type="http://schemas.openxmlformats.org/officeDocument/2006/relationships/image" Target="../media/image12.png"/><Relationship Id="rId8" Type="http://schemas.openxmlformats.org/officeDocument/2006/relationships/tags" Target="../tags/tag561.xml"/><Relationship Id="rId51" Type="http://schemas.openxmlformats.org/officeDocument/2006/relationships/tags" Target="../tags/tag627.xml"/><Relationship Id="rId3" Type="http://schemas.openxmlformats.org/officeDocument/2006/relationships/tags" Target="../tags/tag555.xml"/><Relationship Id="rId12" Type="http://schemas.openxmlformats.org/officeDocument/2006/relationships/tags" Target="../tags/tag566.xml"/><Relationship Id="rId17" Type="http://schemas.openxmlformats.org/officeDocument/2006/relationships/tags" Target="../tags/tag571.xml"/><Relationship Id="rId25" Type="http://schemas.openxmlformats.org/officeDocument/2006/relationships/tags" Target="../tags/tag579.xml"/><Relationship Id="rId33" Type="http://schemas.openxmlformats.org/officeDocument/2006/relationships/tags" Target="../tags/tag587.xml"/><Relationship Id="rId38" Type="http://schemas.openxmlformats.org/officeDocument/2006/relationships/tags" Target="../tags/tag592.xml"/><Relationship Id="rId46" Type="http://schemas.openxmlformats.org/officeDocument/2006/relationships/tags" Target="../tags/tag600.xml"/><Relationship Id="rId59" Type="http://schemas.openxmlformats.org/officeDocument/2006/relationships/tags" Target="../tags/tag652.xml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tags" Target="../tags/tag629.xml"/><Relationship Id="rId21" Type="http://schemas.openxmlformats.org/officeDocument/2006/relationships/tags" Target="../tags/tag623.xml"/><Relationship Id="rId34" Type="http://schemas.openxmlformats.org/officeDocument/2006/relationships/tags" Target="../tags/tag638.xml"/><Relationship Id="rId42" Type="http://schemas.openxmlformats.org/officeDocument/2006/relationships/tags" Target="../tags/tag648.xml"/><Relationship Id="rId47" Type="http://schemas.openxmlformats.org/officeDocument/2006/relationships/tags" Target="../tags/tag654.xml"/><Relationship Id="rId50" Type="http://schemas.openxmlformats.org/officeDocument/2006/relationships/tags" Target="../tags/tag657.xml"/><Relationship Id="rId55" Type="http://schemas.openxmlformats.org/officeDocument/2006/relationships/tags" Target="../tags/tag663.xml"/><Relationship Id="rId63" Type="http://schemas.openxmlformats.org/officeDocument/2006/relationships/tags" Target="../tags/tag672.xml"/><Relationship Id="rId68" Type="http://schemas.openxmlformats.org/officeDocument/2006/relationships/tags" Target="../tags/tag677.xml"/><Relationship Id="rId76" Type="http://schemas.openxmlformats.org/officeDocument/2006/relationships/tags" Target="../tags/tag685.xml"/><Relationship Id="rId84" Type="http://schemas.openxmlformats.org/officeDocument/2006/relationships/tags" Target="../tags/tag695.xml"/><Relationship Id="rId89" Type="http://schemas.openxmlformats.org/officeDocument/2006/relationships/tags" Target="../tags/tag717.xml"/><Relationship Id="rId97" Type="http://schemas.openxmlformats.org/officeDocument/2006/relationships/tags" Target="../tags/tag753.xml"/><Relationship Id="rId7" Type="http://schemas.openxmlformats.org/officeDocument/2006/relationships/tags" Target="../tags/tag608.xml"/><Relationship Id="rId71" Type="http://schemas.openxmlformats.org/officeDocument/2006/relationships/tags" Target="../tags/tag680.xml"/><Relationship Id="rId92" Type="http://schemas.openxmlformats.org/officeDocument/2006/relationships/image" Target="../media/image12.png"/><Relationship Id="rId2" Type="http://schemas.openxmlformats.org/officeDocument/2006/relationships/tags" Target="../tags/tag603.xml"/><Relationship Id="rId16" Type="http://schemas.openxmlformats.org/officeDocument/2006/relationships/tags" Target="../tags/tag617.xml"/><Relationship Id="rId29" Type="http://schemas.openxmlformats.org/officeDocument/2006/relationships/tags" Target="../tags/tag632.xml"/><Relationship Id="rId11" Type="http://schemas.openxmlformats.org/officeDocument/2006/relationships/tags" Target="../tags/tag612.xml"/><Relationship Id="rId24" Type="http://schemas.openxmlformats.org/officeDocument/2006/relationships/tags" Target="../tags/tag626.xml"/><Relationship Id="rId32" Type="http://schemas.openxmlformats.org/officeDocument/2006/relationships/tags" Target="../tags/tag636.xml"/><Relationship Id="rId37" Type="http://schemas.openxmlformats.org/officeDocument/2006/relationships/tags" Target="../tags/tag642.xml"/><Relationship Id="rId40" Type="http://schemas.openxmlformats.org/officeDocument/2006/relationships/tags" Target="../tags/tag645.xml"/><Relationship Id="rId45" Type="http://schemas.openxmlformats.org/officeDocument/2006/relationships/tags" Target="../tags/tag651.xml"/><Relationship Id="rId53" Type="http://schemas.openxmlformats.org/officeDocument/2006/relationships/tags" Target="../tags/tag661.xml"/><Relationship Id="rId58" Type="http://schemas.openxmlformats.org/officeDocument/2006/relationships/tags" Target="../tags/tag667.xml"/><Relationship Id="rId66" Type="http://schemas.openxmlformats.org/officeDocument/2006/relationships/tags" Target="../tags/tag675.xml"/><Relationship Id="rId74" Type="http://schemas.openxmlformats.org/officeDocument/2006/relationships/tags" Target="../tags/tag683.xml"/><Relationship Id="rId79" Type="http://schemas.openxmlformats.org/officeDocument/2006/relationships/slideLayout" Target="../slideLayouts/slideLayout6.xml"/><Relationship Id="rId87" Type="http://schemas.openxmlformats.org/officeDocument/2006/relationships/image" Target="../media/image28.png"/><Relationship Id="rId5" Type="http://schemas.openxmlformats.org/officeDocument/2006/relationships/tags" Target="../tags/tag606.xml"/><Relationship Id="rId61" Type="http://schemas.openxmlformats.org/officeDocument/2006/relationships/tags" Target="../tags/tag670.xml"/><Relationship Id="rId82" Type="http://schemas.openxmlformats.org/officeDocument/2006/relationships/tags" Target="../tags/tag689.xml"/><Relationship Id="rId90" Type="http://schemas.openxmlformats.org/officeDocument/2006/relationships/image" Target="../media/image26.png"/><Relationship Id="rId95" Type="http://schemas.openxmlformats.org/officeDocument/2006/relationships/tags" Target="../tags/tag747.xml"/><Relationship Id="rId19" Type="http://schemas.openxmlformats.org/officeDocument/2006/relationships/tags" Target="../tags/tag620.xml"/><Relationship Id="rId14" Type="http://schemas.openxmlformats.org/officeDocument/2006/relationships/tags" Target="../tags/tag615.xml"/><Relationship Id="rId22" Type="http://schemas.openxmlformats.org/officeDocument/2006/relationships/tags" Target="../tags/tag624.xml"/><Relationship Id="rId27" Type="http://schemas.openxmlformats.org/officeDocument/2006/relationships/tags" Target="../tags/tag630.xml"/><Relationship Id="rId30" Type="http://schemas.openxmlformats.org/officeDocument/2006/relationships/tags" Target="../tags/tag634.xml"/><Relationship Id="rId35" Type="http://schemas.openxmlformats.org/officeDocument/2006/relationships/tags" Target="../tags/tag640.xml"/><Relationship Id="rId43" Type="http://schemas.openxmlformats.org/officeDocument/2006/relationships/tags" Target="../tags/tag649.xml"/><Relationship Id="rId48" Type="http://schemas.openxmlformats.org/officeDocument/2006/relationships/tags" Target="../tags/tag655.xml"/><Relationship Id="rId56" Type="http://schemas.openxmlformats.org/officeDocument/2006/relationships/tags" Target="../tags/tag665.xml"/><Relationship Id="rId64" Type="http://schemas.openxmlformats.org/officeDocument/2006/relationships/tags" Target="../tags/tag673.xml"/><Relationship Id="rId69" Type="http://schemas.openxmlformats.org/officeDocument/2006/relationships/tags" Target="../tags/tag678.xml"/><Relationship Id="rId77" Type="http://schemas.openxmlformats.org/officeDocument/2006/relationships/tags" Target="../tags/tag686.xml"/><Relationship Id="rId8" Type="http://schemas.openxmlformats.org/officeDocument/2006/relationships/tags" Target="../tags/tag609.xml"/><Relationship Id="rId51" Type="http://schemas.openxmlformats.org/officeDocument/2006/relationships/tags" Target="../tags/tag659.xml"/><Relationship Id="rId72" Type="http://schemas.openxmlformats.org/officeDocument/2006/relationships/tags" Target="../tags/tag681.xml"/><Relationship Id="rId80" Type="http://schemas.openxmlformats.org/officeDocument/2006/relationships/tags" Target="../tags/tag6830.xml"/><Relationship Id="rId85" Type="http://schemas.openxmlformats.org/officeDocument/2006/relationships/image" Target="../media/image10.png"/><Relationship Id="rId93" Type="http://schemas.openxmlformats.org/officeDocument/2006/relationships/tags" Target="../tags/tag736.xml"/><Relationship Id="rId3" Type="http://schemas.openxmlformats.org/officeDocument/2006/relationships/tags" Target="../tags/tag604.xml"/><Relationship Id="rId12" Type="http://schemas.openxmlformats.org/officeDocument/2006/relationships/tags" Target="../tags/tag613.xml"/><Relationship Id="rId17" Type="http://schemas.openxmlformats.org/officeDocument/2006/relationships/tags" Target="../tags/tag618.xml"/><Relationship Id="rId25" Type="http://schemas.openxmlformats.org/officeDocument/2006/relationships/tags" Target="../tags/tag628.xml"/><Relationship Id="rId33" Type="http://schemas.openxmlformats.org/officeDocument/2006/relationships/tags" Target="../tags/tag637.xml"/><Relationship Id="rId38" Type="http://schemas.openxmlformats.org/officeDocument/2006/relationships/tags" Target="../tags/tag643.xml"/><Relationship Id="rId46" Type="http://schemas.openxmlformats.org/officeDocument/2006/relationships/tags" Target="../tags/tag653.xml"/><Relationship Id="rId59" Type="http://schemas.openxmlformats.org/officeDocument/2006/relationships/tags" Target="../tags/tag668.xml"/><Relationship Id="rId67" Type="http://schemas.openxmlformats.org/officeDocument/2006/relationships/tags" Target="../tags/tag676.xml"/><Relationship Id="rId20" Type="http://schemas.openxmlformats.org/officeDocument/2006/relationships/tags" Target="../tags/tag622.xml"/><Relationship Id="rId41" Type="http://schemas.openxmlformats.org/officeDocument/2006/relationships/tags" Target="../tags/tag646.xml"/><Relationship Id="rId54" Type="http://schemas.openxmlformats.org/officeDocument/2006/relationships/tags" Target="../tags/tag662.xml"/><Relationship Id="rId62" Type="http://schemas.openxmlformats.org/officeDocument/2006/relationships/tags" Target="../tags/tag671.xml"/><Relationship Id="rId70" Type="http://schemas.openxmlformats.org/officeDocument/2006/relationships/tags" Target="../tags/tag679.xml"/><Relationship Id="rId75" Type="http://schemas.openxmlformats.org/officeDocument/2006/relationships/tags" Target="../tags/tag684.xml"/><Relationship Id="rId83" Type="http://schemas.openxmlformats.org/officeDocument/2006/relationships/image" Target="../media/image9.png"/><Relationship Id="rId88" Type="http://schemas.openxmlformats.org/officeDocument/2006/relationships/tags" Target="../tags/tag711.xml"/><Relationship Id="rId91" Type="http://schemas.openxmlformats.org/officeDocument/2006/relationships/tags" Target="../tags/tag723.xml"/><Relationship Id="rId96" Type="http://schemas.openxmlformats.org/officeDocument/2006/relationships/image" Target="../media/image29.png"/><Relationship Id="rId1" Type="http://schemas.openxmlformats.org/officeDocument/2006/relationships/tags" Target="../tags/tag602.xml"/><Relationship Id="rId6" Type="http://schemas.openxmlformats.org/officeDocument/2006/relationships/tags" Target="../tags/tag607.xml"/><Relationship Id="rId15" Type="http://schemas.openxmlformats.org/officeDocument/2006/relationships/tags" Target="../tags/tag616.xml"/><Relationship Id="rId23" Type="http://schemas.openxmlformats.org/officeDocument/2006/relationships/tags" Target="../tags/tag625.xml"/><Relationship Id="rId28" Type="http://schemas.openxmlformats.org/officeDocument/2006/relationships/tags" Target="../tags/tag631.xml"/><Relationship Id="rId36" Type="http://schemas.openxmlformats.org/officeDocument/2006/relationships/tags" Target="../tags/tag641.xml"/><Relationship Id="rId49" Type="http://schemas.openxmlformats.org/officeDocument/2006/relationships/tags" Target="../tags/tag656.xml"/><Relationship Id="rId57" Type="http://schemas.openxmlformats.org/officeDocument/2006/relationships/tags" Target="../tags/tag666.xml"/><Relationship Id="rId10" Type="http://schemas.openxmlformats.org/officeDocument/2006/relationships/tags" Target="../tags/tag611.xml"/><Relationship Id="rId31" Type="http://schemas.openxmlformats.org/officeDocument/2006/relationships/tags" Target="../tags/tag635.xml"/><Relationship Id="rId44" Type="http://schemas.openxmlformats.org/officeDocument/2006/relationships/tags" Target="../tags/tag650.xml"/><Relationship Id="rId52" Type="http://schemas.openxmlformats.org/officeDocument/2006/relationships/tags" Target="../tags/tag660.xml"/><Relationship Id="rId60" Type="http://schemas.openxmlformats.org/officeDocument/2006/relationships/tags" Target="../tags/tag669.xml"/><Relationship Id="rId65" Type="http://schemas.openxmlformats.org/officeDocument/2006/relationships/tags" Target="../tags/tag674.xml"/><Relationship Id="rId73" Type="http://schemas.openxmlformats.org/officeDocument/2006/relationships/tags" Target="../tags/tag682.xml"/><Relationship Id="rId78" Type="http://schemas.openxmlformats.org/officeDocument/2006/relationships/tags" Target="../tags/tag687.xml"/><Relationship Id="rId81" Type="http://schemas.openxmlformats.org/officeDocument/2006/relationships/image" Target="../media/image15.png"/><Relationship Id="rId86" Type="http://schemas.openxmlformats.org/officeDocument/2006/relationships/tags" Target="../tags/tag706.xml"/><Relationship Id="rId94" Type="http://schemas.openxmlformats.org/officeDocument/2006/relationships/tags" Target="../tags/tag741.xml"/><Relationship Id="rId4" Type="http://schemas.openxmlformats.org/officeDocument/2006/relationships/tags" Target="../tags/tag605.xml"/><Relationship Id="rId9" Type="http://schemas.openxmlformats.org/officeDocument/2006/relationships/tags" Target="../tags/tag610.xml"/><Relationship Id="rId13" Type="http://schemas.openxmlformats.org/officeDocument/2006/relationships/tags" Target="../tags/tag614.xml"/><Relationship Id="rId18" Type="http://schemas.openxmlformats.org/officeDocument/2006/relationships/tags" Target="../tags/tag619.xml"/><Relationship Id="rId39" Type="http://schemas.openxmlformats.org/officeDocument/2006/relationships/tags" Target="../tags/tag644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tags" Target="../tags/tag718.xml"/><Relationship Id="rId117" Type="http://schemas.openxmlformats.org/officeDocument/2006/relationships/tags" Target="../tags/tag815.xml"/><Relationship Id="rId21" Type="http://schemas.openxmlformats.org/officeDocument/2006/relationships/tags" Target="../tags/tag712.xml"/><Relationship Id="rId42" Type="http://schemas.openxmlformats.org/officeDocument/2006/relationships/tags" Target="../tags/tag735.xml"/><Relationship Id="rId47" Type="http://schemas.openxmlformats.org/officeDocument/2006/relationships/tags" Target="../tags/tag742.xml"/><Relationship Id="rId63" Type="http://schemas.openxmlformats.org/officeDocument/2006/relationships/tags" Target="../tags/tag760.xml"/><Relationship Id="rId68" Type="http://schemas.openxmlformats.org/officeDocument/2006/relationships/tags" Target="../tags/tag765.xml"/><Relationship Id="rId84" Type="http://schemas.openxmlformats.org/officeDocument/2006/relationships/tags" Target="../tags/tag781.xml"/><Relationship Id="rId89" Type="http://schemas.openxmlformats.org/officeDocument/2006/relationships/tags" Target="../tags/tag786.xml"/><Relationship Id="rId112" Type="http://schemas.openxmlformats.org/officeDocument/2006/relationships/image" Target="../media/image30.png"/><Relationship Id="rId16" Type="http://schemas.openxmlformats.org/officeDocument/2006/relationships/tags" Target="../tags/tag705.xml"/><Relationship Id="rId107" Type="http://schemas.openxmlformats.org/officeDocument/2006/relationships/tags" Target="../tags/tag7730.xml"/><Relationship Id="rId11" Type="http://schemas.openxmlformats.org/officeDocument/2006/relationships/tags" Target="../tags/tag700.xml"/><Relationship Id="rId32" Type="http://schemas.openxmlformats.org/officeDocument/2006/relationships/tags" Target="../tags/tag725.xml"/><Relationship Id="rId37" Type="http://schemas.openxmlformats.org/officeDocument/2006/relationships/tags" Target="../tags/tag730.xml"/><Relationship Id="rId53" Type="http://schemas.openxmlformats.org/officeDocument/2006/relationships/tags" Target="../tags/tag749.xml"/><Relationship Id="rId58" Type="http://schemas.openxmlformats.org/officeDocument/2006/relationships/tags" Target="../tags/tag755.xml"/><Relationship Id="rId74" Type="http://schemas.openxmlformats.org/officeDocument/2006/relationships/tags" Target="../tags/tag771.xml"/><Relationship Id="rId79" Type="http://schemas.openxmlformats.org/officeDocument/2006/relationships/tags" Target="../tags/tag776.xml"/><Relationship Id="rId102" Type="http://schemas.openxmlformats.org/officeDocument/2006/relationships/tags" Target="../tags/tag799.xml"/><Relationship Id="rId123" Type="http://schemas.openxmlformats.org/officeDocument/2006/relationships/tags" Target="../tags/tag862.xml"/><Relationship Id="rId5" Type="http://schemas.openxmlformats.org/officeDocument/2006/relationships/tags" Target="../tags/tag693.xml"/><Relationship Id="rId61" Type="http://schemas.openxmlformats.org/officeDocument/2006/relationships/tags" Target="../tags/tag758.xml"/><Relationship Id="rId82" Type="http://schemas.openxmlformats.org/officeDocument/2006/relationships/tags" Target="../tags/tag779.xml"/><Relationship Id="rId90" Type="http://schemas.openxmlformats.org/officeDocument/2006/relationships/tags" Target="../tags/tag787.xml"/><Relationship Id="rId95" Type="http://schemas.openxmlformats.org/officeDocument/2006/relationships/tags" Target="../tags/tag792.xml"/><Relationship Id="rId19" Type="http://schemas.openxmlformats.org/officeDocument/2006/relationships/tags" Target="../tags/tag709.xml"/><Relationship Id="rId14" Type="http://schemas.openxmlformats.org/officeDocument/2006/relationships/tags" Target="../tags/tag703.xml"/><Relationship Id="rId22" Type="http://schemas.openxmlformats.org/officeDocument/2006/relationships/tags" Target="../tags/tag713.xml"/><Relationship Id="rId27" Type="http://schemas.openxmlformats.org/officeDocument/2006/relationships/tags" Target="../tags/tag719.xml"/><Relationship Id="rId30" Type="http://schemas.openxmlformats.org/officeDocument/2006/relationships/tags" Target="../tags/tag722.xml"/><Relationship Id="rId35" Type="http://schemas.openxmlformats.org/officeDocument/2006/relationships/tags" Target="../tags/tag728.xml"/><Relationship Id="rId43" Type="http://schemas.openxmlformats.org/officeDocument/2006/relationships/tags" Target="../tags/tag737.xml"/><Relationship Id="rId48" Type="http://schemas.openxmlformats.org/officeDocument/2006/relationships/tags" Target="../tags/tag743.xml"/><Relationship Id="rId56" Type="http://schemas.openxmlformats.org/officeDocument/2006/relationships/tags" Target="../tags/tag752.xml"/><Relationship Id="rId64" Type="http://schemas.openxmlformats.org/officeDocument/2006/relationships/tags" Target="../tags/tag761.xml"/><Relationship Id="rId69" Type="http://schemas.openxmlformats.org/officeDocument/2006/relationships/tags" Target="../tags/tag766.xml"/><Relationship Id="rId77" Type="http://schemas.openxmlformats.org/officeDocument/2006/relationships/tags" Target="../tags/tag774.xml"/><Relationship Id="rId100" Type="http://schemas.openxmlformats.org/officeDocument/2006/relationships/tags" Target="../tags/tag797.xml"/><Relationship Id="rId105" Type="http://schemas.openxmlformats.org/officeDocument/2006/relationships/tags" Target="../tags/tag802.xml"/><Relationship Id="rId113" Type="http://schemas.openxmlformats.org/officeDocument/2006/relationships/tags" Target="../tags/tag7900.xml"/><Relationship Id="rId118" Type="http://schemas.openxmlformats.org/officeDocument/2006/relationships/image" Target="../media/image10.png"/><Relationship Id="rId126" Type="http://schemas.openxmlformats.org/officeDocument/2006/relationships/tags" Target="../tags/tag874.xml"/><Relationship Id="rId8" Type="http://schemas.openxmlformats.org/officeDocument/2006/relationships/tags" Target="../tags/tag697.xml"/><Relationship Id="rId51" Type="http://schemas.openxmlformats.org/officeDocument/2006/relationships/tags" Target="../tags/tag746.xml"/><Relationship Id="rId72" Type="http://schemas.openxmlformats.org/officeDocument/2006/relationships/tags" Target="../tags/tag769.xml"/><Relationship Id="rId80" Type="http://schemas.openxmlformats.org/officeDocument/2006/relationships/tags" Target="../tags/tag777.xml"/><Relationship Id="rId85" Type="http://schemas.openxmlformats.org/officeDocument/2006/relationships/tags" Target="../tags/tag782.xml"/><Relationship Id="rId93" Type="http://schemas.openxmlformats.org/officeDocument/2006/relationships/tags" Target="../tags/tag790.xml"/><Relationship Id="rId98" Type="http://schemas.openxmlformats.org/officeDocument/2006/relationships/tags" Target="../tags/tag795.xml"/><Relationship Id="rId121" Type="http://schemas.openxmlformats.org/officeDocument/2006/relationships/tags" Target="../tags/tag839.xml"/><Relationship Id="rId3" Type="http://schemas.openxmlformats.org/officeDocument/2006/relationships/tags" Target="../tags/tag691.xml"/><Relationship Id="rId12" Type="http://schemas.openxmlformats.org/officeDocument/2006/relationships/tags" Target="../tags/tag701.xml"/><Relationship Id="rId17" Type="http://schemas.openxmlformats.org/officeDocument/2006/relationships/tags" Target="../tags/tag707.xml"/><Relationship Id="rId25" Type="http://schemas.openxmlformats.org/officeDocument/2006/relationships/tags" Target="../tags/tag716.xml"/><Relationship Id="rId33" Type="http://schemas.openxmlformats.org/officeDocument/2006/relationships/tags" Target="../tags/tag726.xml"/><Relationship Id="rId38" Type="http://schemas.openxmlformats.org/officeDocument/2006/relationships/tags" Target="../tags/tag731.xml"/><Relationship Id="rId46" Type="http://schemas.openxmlformats.org/officeDocument/2006/relationships/tags" Target="../tags/tag740.xml"/><Relationship Id="rId59" Type="http://schemas.openxmlformats.org/officeDocument/2006/relationships/tags" Target="../tags/tag756.xml"/><Relationship Id="rId67" Type="http://schemas.openxmlformats.org/officeDocument/2006/relationships/tags" Target="../tags/tag764.xml"/><Relationship Id="rId103" Type="http://schemas.openxmlformats.org/officeDocument/2006/relationships/tags" Target="../tags/tag800.xml"/><Relationship Id="rId108" Type="http://schemas.openxmlformats.org/officeDocument/2006/relationships/image" Target="../media/image16.png"/><Relationship Id="rId116" Type="http://schemas.openxmlformats.org/officeDocument/2006/relationships/tags" Target="../tags/tag808.xml"/><Relationship Id="rId124" Type="http://schemas.openxmlformats.org/officeDocument/2006/relationships/tags" Target="../tags/tag868.xml"/><Relationship Id="rId20" Type="http://schemas.openxmlformats.org/officeDocument/2006/relationships/tags" Target="../tags/tag710.xml"/><Relationship Id="rId41" Type="http://schemas.openxmlformats.org/officeDocument/2006/relationships/tags" Target="../tags/tag734.xml"/><Relationship Id="rId54" Type="http://schemas.openxmlformats.org/officeDocument/2006/relationships/tags" Target="../tags/tag750.xml"/><Relationship Id="rId62" Type="http://schemas.openxmlformats.org/officeDocument/2006/relationships/tags" Target="../tags/tag759.xml"/><Relationship Id="rId70" Type="http://schemas.openxmlformats.org/officeDocument/2006/relationships/tags" Target="../tags/tag767.xml"/><Relationship Id="rId75" Type="http://schemas.openxmlformats.org/officeDocument/2006/relationships/tags" Target="../tags/tag772.xml"/><Relationship Id="rId83" Type="http://schemas.openxmlformats.org/officeDocument/2006/relationships/tags" Target="../tags/tag780.xml"/><Relationship Id="rId88" Type="http://schemas.openxmlformats.org/officeDocument/2006/relationships/tags" Target="../tags/tag785.xml"/><Relationship Id="rId91" Type="http://schemas.openxmlformats.org/officeDocument/2006/relationships/tags" Target="../tags/tag788.xml"/><Relationship Id="rId96" Type="http://schemas.openxmlformats.org/officeDocument/2006/relationships/tags" Target="../tags/tag793.xml"/><Relationship Id="rId111" Type="http://schemas.openxmlformats.org/officeDocument/2006/relationships/tags" Target="../tags/tag7840.xml"/><Relationship Id="rId1" Type="http://schemas.openxmlformats.org/officeDocument/2006/relationships/tags" Target="../tags/tag688.xml"/><Relationship Id="rId6" Type="http://schemas.openxmlformats.org/officeDocument/2006/relationships/tags" Target="../tags/tag694.xml"/><Relationship Id="rId15" Type="http://schemas.openxmlformats.org/officeDocument/2006/relationships/tags" Target="../tags/tag704.xml"/><Relationship Id="rId23" Type="http://schemas.openxmlformats.org/officeDocument/2006/relationships/tags" Target="../tags/tag714.xml"/><Relationship Id="rId28" Type="http://schemas.openxmlformats.org/officeDocument/2006/relationships/tags" Target="../tags/tag720.xml"/><Relationship Id="rId36" Type="http://schemas.openxmlformats.org/officeDocument/2006/relationships/tags" Target="../tags/tag729.xml"/><Relationship Id="rId49" Type="http://schemas.openxmlformats.org/officeDocument/2006/relationships/tags" Target="../tags/tag744.xml"/><Relationship Id="rId57" Type="http://schemas.openxmlformats.org/officeDocument/2006/relationships/tags" Target="../tags/tag754.xml"/><Relationship Id="rId106" Type="http://schemas.openxmlformats.org/officeDocument/2006/relationships/slideLayout" Target="../slideLayouts/slideLayout6.xml"/><Relationship Id="rId114" Type="http://schemas.openxmlformats.org/officeDocument/2006/relationships/image" Target="../media/image12.png"/><Relationship Id="rId119" Type="http://schemas.openxmlformats.org/officeDocument/2006/relationships/tags" Target="../tags/tag828.xml"/><Relationship Id="rId10" Type="http://schemas.openxmlformats.org/officeDocument/2006/relationships/tags" Target="../tags/tag699.xml"/><Relationship Id="rId31" Type="http://schemas.openxmlformats.org/officeDocument/2006/relationships/tags" Target="../tags/tag724.xml"/><Relationship Id="rId44" Type="http://schemas.openxmlformats.org/officeDocument/2006/relationships/tags" Target="../tags/tag738.xml"/><Relationship Id="rId52" Type="http://schemas.openxmlformats.org/officeDocument/2006/relationships/tags" Target="../tags/tag748.xml"/><Relationship Id="rId60" Type="http://schemas.openxmlformats.org/officeDocument/2006/relationships/tags" Target="../tags/tag757.xml"/><Relationship Id="rId65" Type="http://schemas.openxmlformats.org/officeDocument/2006/relationships/tags" Target="../tags/tag762.xml"/><Relationship Id="rId73" Type="http://schemas.openxmlformats.org/officeDocument/2006/relationships/tags" Target="../tags/tag770.xml"/><Relationship Id="rId78" Type="http://schemas.openxmlformats.org/officeDocument/2006/relationships/tags" Target="../tags/tag775.xml"/><Relationship Id="rId81" Type="http://schemas.openxmlformats.org/officeDocument/2006/relationships/tags" Target="../tags/tag778.xml"/><Relationship Id="rId86" Type="http://schemas.openxmlformats.org/officeDocument/2006/relationships/tags" Target="../tags/tag783.xml"/><Relationship Id="rId94" Type="http://schemas.openxmlformats.org/officeDocument/2006/relationships/tags" Target="../tags/tag791.xml"/><Relationship Id="rId99" Type="http://schemas.openxmlformats.org/officeDocument/2006/relationships/tags" Target="../tags/tag796.xml"/><Relationship Id="rId101" Type="http://schemas.openxmlformats.org/officeDocument/2006/relationships/tags" Target="../tags/tag798.xml"/><Relationship Id="rId122" Type="http://schemas.openxmlformats.org/officeDocument/2006/relationships/tags" Target="../tags/tag845.xml"/><Relationship Id="rId4" Type="http://schemas.openxmlformats.org/officeDocument/2006/relationships/tags" Target="../tags/tag692.xml"/><Relationship Id="rId9" Type="http://schemas.openxmlformats.org/officeDocument/2006/relationships/tags" Target="../tags/tag698.xml"/><Relationship Id="rId13" Type="http://schemas.openxmlformats.org/officeDocument/2006/relationships/tags" Target="../tags/tag702.xml"/><Relationship Id="rId18" Type="http://schemas.openxmlformats.org/officeDocument/2006/relationships/tags" Target="../tags/tag708.xml"/><Relationship Id="rId39" Type="http://schemas.openxmlformats.org/officeDocument/2006/relationships/tags" Target="../tags/tag732.xml"/><Relationship Id="rId109" Type="http://schemas.openxmlformats.org/officeDocument/2006/relationships/tags" Target="../tags/tag7780.xml"/><Relationship Id="rId34" Type="http://schemas.openxmlformats.org/officeDocument/2006/relationships/tags" Target="../tags/tag727.xml"/><Relationship Id="rId50" Type="http://schemas.openxmlformats.org/officeDocument/2006/relationships/tags" Target="../tags/tag745.xml"/><Relationship Id="rId55" Type="http://schemas.openxmlformats.org/officeDocument/2006/relationships/tags" Target="../tags/tag751.xml"/><Relationship Id="rId76" Type="http://schemas.openxmlformats.org/officeDocument/2006/relationships/tags" Target="../tags/tag773.xml"/><Relationship Id="rId97" Type="http://schemas.openxmlformats.org/officeDocument/2006/relationships/tags" Target="../tags/tag794.xml"/><Relationship Id="rId104" Type="http://schemas.openxmlformats.org/officeDocument/2006/relationships/tags" Target="../tags/tag801.xml"/><Relationship Id="rId120" Type="http://schemas.openxmlformats.org/officeDocument/2006/relationships/tags" Target="../tags/tag833.xml"/><Relationship Id="rId125" Type="http://schemas.openxmlformats.org/officeDocument/2006/relationships/image" Target="../media/image31.png"/><Relationship Id="rId7" Type="http://schemas.openxmlformats.org/officeDocument/2006/relationships/tags" Target="../tags/tag696.xml"/><Relationship Id="rId71" Type="http://schemas.openxmlformats.org/officeDocument/2006/relationships/tags" Target="../tags/tag768.xml"/><Relationship Id="rId92" Type="http://schemas.openxmlformats.org/officeDocument/2006/relationships/tags" Target="../tags/tag789.xml"/><Relationship Id="rId2" Type="http://schemas.openxmlformats.org/officeDocument/2006/relationships/tags" Target="../tags/tag690.xml"/><Relationship Id="rId29" Type="http://schemas.openxmlformats.org/officeDocument/2006/relationships/tags" Target="../tags/tag721.xml"/><Relationship Id="rId24" Type="http://schemas.openxmlformats.org/officeDocument/2006/relationships/tags" Target="../tags/tag715.xml"/><Relationship Id="rId40" Type="http://schemas.openxmlformats.org/officeDocument/2006/relationships/tags" Target="../tags/tag733.xml"/><Relationship Id="rId45" Type="http://schemas.openxmlformats.org/officeDocument/2006/relationships/tags" Target="../tags/tag739.xml"/><Relationship Id="rId66" Type="http://schemas.openxmlformats.org/officeDocument/2006/relationships/tags" Target="../tags/tag763.xml"/><Relationship Id="rId87" Type="http://schemas.openxmlformats.org/officeDocument/2006/relationships/tags" Target="../tags/tag784.xml"/><Relationship Id="rId110" Type="http://schemas.openxmlformats.org/officeDocument/2006/relationships/image" Target="../media/image9.png"/><Relationship Id="rId115" Type="http://schemas.openxmlformats.org/officeDocument/2006/relationships/tags" Target="../tags/tag80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812.xml"/><Relationship Id="rId13" Type="http://schemas.openxmlformats.org/officeDocument/2006/relationships/tags" Target="../tags/tag818.xml"/><Relationship Id="rId18" Type="http://schemas.openxmlformats.org/officeDocument/2006/relationships/tags" Target="../tags/tag823.xml"/><Relationship Id="rId26" Type="http://schemas.openxmlformats.org/officeDocument/2006/relationships/tags" Target="../tags/tag832.xml"/><Relationship Id="rId39" Type="http://schemas.openxmlformats.org/officeDocument/2006/relationships/image" Target="../media/image9.png"/><Relationship Id="rId3" Type="http://schemas.openxmlformats.org/officeDocument/2006/relationships/tags" Target="../tags/tag806.xml"/><Relationship Id="rId21" Type="http://schemas.openxmlformats.org/officeDocument/2006/relationships/tags" Target="../tags/tag826.xml"/><Relationship Id="rId34" Type="http://schemas.openxmlformats.org/officeDocument/2006/relationships/tags" Target="../tags/tag842.xml"/><Relationship Id="rId42" Type="http://schemas.openxmlformats.org/officeDocument/2006/relationships/image" Target="../media/image33.png"/><Relationship Id="rId7" Type="http://schemas.openxmlformats.org/officeDocument/2006/relationships/tags" Target="../tags/tag811.xml"/><Relationship Id="rId12" Type="http://schemas.openxmlformats.org/officeDocument/2006/relationships/tags" Target="../tags/tag817.xml"/><Relationship Id="rId17" Type="http://schemas.openxmlformats.org/officeDocument/2006/relationships/tags" Target="../tags/tag822.xml"/><Relationship Id="rId25" Type="http://schemas.openxmlformats.org/officeDocument/2006/relationships/tags" Target="../tags/tag831.xml"/><Relationship Id="rId33" Type="http://schemas.openxmlformats.org/officeDocument/2006/relationships/tags" Target="../tags/tag841.xml"/><Relationship Id="rId38" Type="http://schemas.openxmlformats.org/officeDocument/2006/relationships/tags" Target="../tags/tag899.xml"/><Relationship Id="rId2" Type="http://schemas.openxmlformats.org/officeDocument/2006/relationships/tags" Target="../tags/tag805.xml"/><Relationship Id="rId16" Type="http://schemas.openxmlformats.org/officeDocument/2006/relationships/tags" Target="../tags/tag821.xml"/><Relationship Id="rId20" Type="http://schemas.openxmlformats.org/officeDocument/2006/relationships/tags" Target="../tags/tag825.xml"/><Relationship Id="rId29" Type="http://schemas.openxmlformats.org/officeDocument/2006/relationships/tags" Target="../tags/tag836.xml"/><Relationship Id="rId41" Type="http://schemas.openxmlformats.org/officeDocument/2006/relationships/tags" Target="../tags/tag907.xml"/><Relationship Id="rId1" Type="http://schemas.openxmlformats.org/officeDocument/2006/relationships/tags" Target="../tags/tag804.xml"/><Relationship Id="rId6" Type="http://schemas.openxmlformats.org/officeDocument/2006/relationships/tags" Target="../tags/tag810.xml"/><Relationship Id="rId11" Type="http://schemas.openxmlformats.org/officeDocument/2006/relationships/tags" Target="../tags/tag816.xml"/><Relationship Id="rId24" Type="http://schemas.openxmlformats.org/officeDocument/2006/relationships/tags" Target="../tags/tag830.xml"/><Relationship Id="rId32" Type="http://schemas.openxmlformats.org/officeDocument/2006/relationships/tags" Target="../tags/tag840.xml"/><Relationship Id="rId37" Type="http://schemas.openxmlformats.org/officeDocument/2006/relationships/image" Target="../media/image15.png"/><Relationship Id="rId40" Type="http://schemas.openxmlformats.org/officeDocument/2006/relationships/image" Target="../media/image8.png"/><Relationship Id="rId5" Type="http://schemas.openxmlformats.org/officeDocument/2006/relationships/tags" Target="../tags/tag809.xml"/><Relationship Id="rId15" Type="http://schemas.openxmlformats.org/officeDocument/2006/relationships/tags" Target="../tags/tag820.xml"/><Relationship Id="rId23" Type="http://schemas.openxmlformats.org/officeDocument/2006/relationships/tags" Target="../tags/tag829.xml"/><Relationship Id="rId28" Type="http://schemas.openxmlformats.org/officeDocument/2006/relationships/tags" Target="../tags/tag835.xml"/><Relationship Id="rId36" Type="http://schemas.openxmlformats.org/officeDocument/2006/relationships/tags" Target="../tags/tag893.xml"/><Relationship Id="rId10" Type="http://schemas.openxmlformats.org/officeDocument/2006/relationships/tags" Target="../tags/tag814.xml"/><Relationship Id="rId19" Type="http://schemas.openxmlformats.org/officeDocument/2006/relationships/tags" Target="../tags/tag824.xml"/><Relationship Id="rId31" Type="http://schemas.openxmlformats.org/officeDocument/2006/relationships/tags" Target="../tags/tag838.xml"/><Relationship Id="rId44" Type="http://schemas.openxmlformats.org/officeDocument/2006/relationships/image" Target="../media/image34.png"/><Relationship Id="rId4" Type="http://schemas.openxmlformats.org/officeDocument/2006/relationships/tags" Target="../tags/tag807.xml"/><Relationship Id="rId9" Type="http://schemas.openxmlformats.org/officeDocument/2006/relationships/tags" Target="../tags/tag813.xml"/><Relationship Id="rId14" Type="http://schemas.openxmlformats.org/officeDocument/2006/relationships/tags" Target="../tags/tag819.xml"/><Relationship Id="rId22" Type="http://schemas.openxmlformats.org/officeDocument/2006/relationships/tags" Target="../tags/tag827.xml"/><Relationship Id="rId27" Type="http://schemas.openxmlformats.org/officeDocument/2006/relationships/tags" Target="../tags/tag834.xml"/><Relationship Id="rId30" Type="http://schemas.openxmlformats.org/officeDocument/2006/relationships/tags" Target="../tags/tag837.xml"/><Relationship Id="rId35" Type="http://schemas.openxmlformats.org/officeDocument/2006/relationships/slideLayout" Target="../slideLayouts/slideLayout6.xml"/><Relationship Id="rId43" Type="http://schemas.openxmlformats.org/officeDocument/2006/relationships/tags" Target="../tags/tag913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tags" Target="../tags/tag871.xml"/><Relationship Id="rId21" Type="http://schemas.openxmlformats.org/officeDocument/2006/relationships/tags" Target="../tags/tag865.xml"/><Relationship Id="rId42" Type="http://schemas.openxmlformats.org/officeDocument/2006/relationships/tags" Target="../tags/tag888.xml"/><Relationship Id="rId47" Type="http://schemas.openxmlformats.org/officeDocument/2006/relationships/tags" Target="../tags/tag894.xml"/><Relationship Id="rId63" Type="http://schemas.openxmlformats.org/officeDocument/2006/relationships/tags" Target="../tags/tag912.xml"/><Relationship Id="rId68" Type="http://schemas.openxmlformats.org/officeDocument/2006/relationships/tags" Target="../tags/tag918.xml"/><Relationship Id="rId84" Type="http://schemas.openxmlformats.org/officeDocument/2006/relationships/tags" Target="../tags/tag934.xml"/><Relationship Id="rId89" Type="http://schemas.openxmlformats.org/officeDocument/2006/relationships/tags" Target="../tags/tag939.xml"/><Relationship Id="rId2" Type="http://schemas.openxmlformats.org/officeDocument/2006/relationships/tags" Target="../tags/tag844.xml"/><Relationship Id="rId16" Type="http://schemas.openxmlformats.org/officeDocument/2006/relationships/tags" Target="../tags/tag859.xml"/><Relationship Id="rId29" Type="http://schemas.openxmlformats.org/officeDocument/2006/relationships/tags" Target="../tags/tag875.xml"/><Relationship Id="rId107" Type="http://schemas.openxmlformats.org/officeDocument/2006/relationships/image" Target="../media/image36.png"/><Relationship Id="rId11" Type="http://schemas.openxmlformats.org/officeDocument/2006/relationships/tags" Target="../tags/tag854.xml"/><Relationship Id="rId24" Type="http://schemas.openxmlformats.org/officeDocument/2006/relationships/tags" Target="../tags/tag869.xml"/><Relationship Id="rId32" Type="http://schemas.openxmlformats.org/officeDocument/2006/relationships/tags" Target="../tags/tag878.xml"/><Relationship Id="rId37" Type="http://schemas.openxmlformats.org/officeDocument/2006/relationships/tags" Target="../tags/tag883.xml"/><Relationship Id="rId40" Type="http://schemas.openxmlformats.org/officeDocument/2006/relationships/tags" Target="../tags/tag886.xml"/><Relationship Id="rId45" Type="http://schemas.openxmlformats.org/officeDocument/2006/relationships/tags" Target="../tags/tag891.xml"/><Relationship Id="rId53" Type="http://schemas.openxmlformats.org/officeDocument/2006/relationships/tags" Target="../tags/tag901.xml"/><Relationship Id="rId58" Type="http://schemas.openxmlformats.org/officeDocument/2006/relationships/tags" Target="../tags/tag906.xml"/><Relationship Id="rId66" Type="http://schemas.openxmlformats.org/officeDocument/2006/relationships/tags" Target="../tags/tag916.xml"/><Relationship Id="rId74" Type="http://schemas.openxmlformats.org/officeDocument/2006/relationships/tags" Target="../tags/tag924.xml"/><Relationship Id="rId79" Type="http://schemas.openxmlformats.org/officeDocument/2006/relationships/tags" Target="../tags/tag929.xml"/><Relationship Id="rId87" Type="http://schemas.openxmlformats.org/officeDocument/2006/relationships/tags" Target="../tags/tag937.xml"/><Relationship Id="rId102" Type="http://schemas.openxmlformats.org/officeDocument/2006/relationships/tags" Target="../tags/tag966.xml"/><Relationship Id="rId5" Type="http://schemas.openxmlformats.org/officeDocument/2006/relationships/tags" Target="../tags/tag848.xml"/><Relationship Id="rId61" Type="http://schemas.openxmlformats.org/officeDocument/2006/relationships/tags" Target="../tags/tag910.xml"/><Relationship Id="rId82" Type="http://schemas.openxmlformats.org/officeDocument/2006/relationships/tags" Target="../tags/tag932.xml"/><Relationship Id="rId90" Type="http://schemas.openxmlformats.org/officeDocument/2006/relationships/tags" Target="../tags/tag940.xml"/><Relationship Id="rId95" Type="http://schemas.openxmlformats.org/officeDocument/2006/relationships/slideLayout" Target="../slideLayouts/slideLayout6.xml"/><Relationship Id="rId19" Type="http://schemas.openxmlformats.org/officeDocument/2006/relationships/tags" Target="../tags/tag863.xml"/><Relationship Id="rId14" Type="http://schemas.openxmlformats.org/officeDocument/2006/relationships/tags" Target="../tags/tag857.xml"/><Relationship Id="rId22" Type="http://schemas.openxmlformats.org/officeDocument/2006/relationships/tags" Target="../tags/tag866.xml"/><Relationship Id="rId27" Type="http://schemas.openxmlformats.org/officeDocument/2006/relationships/tags" Target="../tags/tag872.xml"/><Relationship Id="rId30" Type="http://schemas.openxmlformats.org/officeDocument/2006/relationships/tags" Target="../tags/tag876.xml"/><Relationship Id="rId35" Type="http://schemas.openxmlformats.org/officeDocument/2006/relationships/tags" Target="../tags/tag881.xml"/><Relationship Id="rId43" Type="http://schemas.openxmlformats.org/officeDocument/2006/relationships/tags" Target="../tags/tag889.xml"/><Relationship Id="rId48" Type="http://schemas.openxmlformats.org/officeDocument/2006/relationships/tags" Target="../tags/tag895.xml"/><Relationship Id="rId56" Type="http://schemas.openxmlformats.org/officeDocument/2006/relationships/tags" Target="../tags/tag904.xml"/><Relationship Id="rId64" Type="http://schemas.openxmlformats.org/officeDocument/2006/relationships/tags" Target="../tags/tag914.xml"/><Relationship Id="rId69" Type="http://schemas.openxmlformats.org/officeDocument/2006/relationships/tags" Target="../tags/tag919.xml"/><Relationship Id="rId77" Type="http://schemas.openxmlformats.org/officeDocument/2006/relationships/tags" Target="../tags/tag927.xml"/><Relationship Id="rId100" Type="http://schemas.openxmlformats.org/officeDocument/2006/relationships/tags" Target="../tags/tag960.xml"/><Relationship Id="rId105" Type="http://schemas.openxmlformats.org/officeDocument/2006/relationships/tags" Target="../tags/tag1003.xml"/><Relationship Id="rId8" Type="http://schemas.openxmlformats.org/officeDocument/2006/relationships/tags" Target="../tags/tag851.xml"/><Relationship Id="rId51" Type="http://schemas.openxmlformats.org/officeDocument/2006/relationships/tags" Target="../tags/tag898.xml"/><Relationship Id="rId72" Type="http://schemas.openxmlformats.org/officeDocument/2006/relationships/tags" Target="../tags/tag922.xml"/><Relationship Id="rId80" Type="http://schemas.openxmlformats.org/officeDocument/2006/relationships/tags" Target="../tags/tag930.xml"/><Relationship Id="rId85" Type="http://schemas.openxmlformats.org/officeDocument/2006/relationships/tags" Target="../tags/tag935.xml"/><Relationship Id="rId93" Type="http://schemas.openxmlformats.org/officeDocument/2006/relationships/tags" Target="../tags/tag943.xml"/><Relationship Id="rId98" Type="http://schemas.openxmlformats.org/officeDocument/2006/relationships/tags" Target="../tags/tag954.xml"/><Relationship Id="rId3" Type="http://schemas.openxmlformats.org/officeDocument/2006/relationships/tags" Target="../tags/tag846.xml"/><Relationship Id="rId12" Type="http://schemas.openxmlformats.org/officeDocument/2006/relationships/tags" Target="../tags/tag855.xml"/><Relationship Id="rId17" Type="http://schemas.openxmlformats.org/officeDocument/2006/relationships/tags" Target="../tags/tag860.xml"/><Relationship Id="rId25" Type="http://schemas.openxmlformats.org/officeDocument/2006/relationships/tags" Target="../tags/tag870.xml"/><Relationship Id="rId33" Type="http://schemas.openxmlformats.org/officeDocument/2006/relationships/tags" Target="../tags/tag879.xml"/><Relationship Id="rId38" Type="http://schemas.openxmlformats.org/officeDocument/2006/relationships/tags" Target="../tags/tag884.xml"/><Relationship Id="rId46" Type="http://schemas.openxmlformats.org/officeDocument/2006/relationships/tags" Target="../tags/tag892.xml"/><Relationship Id="rId59" Type="http://schemas.openxmlformats.org/officeDocument/2006/relationships/tags" Target="../tags/tag908.xml"/><Relationship Id="rId67" Type="http://schemas.openxmlformats.org/officeDocument/2006/relationships/tags" Target="../tags/tag917.xml"/><Relationship Id="rId103" Type="http://schemas.openxmlformats.org/officeDocument/2006/relationships/image" Target="../media/image35.png"/><Relationship Id="rId108" Type="http://schemas.openxmlformats.org/officeDocument/2006/relationships/tags" Target="../tags/tag1015.xml"/><Relationship Id="rId20" Type="http://schemas.openxmlformats.org/officeDocument/2006/relationships/tags" Target="../tags/tag864.xml"/><Relationship Id="rId41" Type="http://schemas.openxmlformats.org/officeDocument/2006/relationships/tags" Target="../tags/tag887.xml"/><Relationship Id="rId54" Type="http://schemas.openxmlformats.org/officeDocument/2006/relationships/tags" Target="../tags/tag902.xml"/><Relationship Id="rId62" Type="http://schemas.openxmlformats.org/officeDocument/2006/relationships/tags" Target="../tags/tag911.xml"/><Relationship Id="rId70" Type="http://schemas.openxmlformats.org/officeDocument/2006/relationships/tags" Target="../tags/tag920.xml"/><Relationship Id="rId75" Type="http://schemas.openxmlformats.org/officeDocument/2006/relationships/tags" Target="../tags/tag925.xml"/><Relationship Id="rId83" Type="http://schemas.openxmlformats.org/officeDocument/2006/relationships/tags" Target="../tags/tag933.xml"/><Relationship Id="rId88" Type="http://schemas.openxmlformats.org/officeDocument/2006/relationships/tags" Target="../tags/tag938.xml"/><Relationship Id="rId91" Type="http://schemas.openxmlformats.org/officeDocument/2006/relationships/tags" Target="../tags/tag941.xml"/><Relationship Id="rId96" Type="http://schemas.openxmlformats.org/officeDocument/2006/relationships/tags" Target="../tags/tag948.xml"/><Relationship Id="rId1" Type="http://schemas.openxmlformats.org/officeDocument/2006/relationships/tags" Target="../tags/tag843.xml"/><Relationship Id="rId6" Type="http://schemas.openxmlformats.org/officeDocument/2006/relationships/tags" Target="../tags/tag849.xml"/><Relationship Id="rId15" Type="http://schemas.openxmlformats.org/officeDocument/2006/relationships/tags" Target="../tags/tag858.xml"/><Relationship Id="rId23" Type="http://schemas.openxmlformats.org/officeDocument/2006/relationships/tags" Target="../tags/tag867.xml"/><Relationship Id="rId28" Type="http://schemas.openxmlformats.org/officeDocument/2006/relationships/tags" Target="../tags/tag873.xml"/><Relationship Id="rId36" Type="http://schemas.openxmlformats.org/officeDocument/2006/relationships/tags" Target="../tags/tag882.xml"/><Relationship Id="rId49" Type="http://schemas.openxmlformats.org/officeDocument/2006/relationships/tags" Target="../tags/tag896.xml"/><Relationship Id="rId57" Type="http://schemas.openxmlformats.org/officeDocument/2006/relationships/tags" Target="../tags/tag905.xml"/><Relationship Id="rId106" Type="http://schemas.openxmlformats.org/officeDocument/2006/relationships/tags" Target="../tags/tag1009.xml"/><Relationship Id="rId10" Type="http://schemas.openxmlformats.org/officeDocument/2006/relationships/tags" Target="../tags/tag853.xml"/><Relationship Id="rId31" Type="http://schemas.openxmlformats.org/officeDocument/2006/relationships/tags" Target="../tags/tag877.xml"/><Relationship Id="rId44" Type="http://schemas.openxmlformats.org/officeDocument/2006/relationships/tags" Target="../tags/tag890.xml"/><Relationship Id="rId52" Type="http://schemas.openxmlformats.org/officeDocument/2006/relationships/tags" Target="../tags/tag900.xml"/><Relationship Id="rId60" Type="http://schemas.openxmlformats.org/officeDocument/2006/relationships/tags" Target="../tags/tag909.xml"/><Relationship Id="rId65" Type="http://schemas.openxmlformats.org/officeDocument/2006/relationships/tags" Target="../tags/tag915.xml"/><Relationship Id="rId73" Type="http://schemas.openxmlformats.org/officeDocument/2006/relationships/tags" Target="../tags/tag923.xml"/><Relationship Id="rId78" Type="http://schemas.openxmlformats.org/officeDocument/2006/relationships/tags" Target="../tags/tag928.xml"/><Relationship Id="rId81" Type="http://schemas.openxmlformats.org/officeDocument/2006/relationships/tags" Target="../tags/tag931.xml"/><Relationship Id="rId86" Type="http://schemas.openxmlformats.org/officeDocument/2006/relationships/tags" Target="../tags/tag936.xml"/><Relationship Id="rId94" Type="http://schemas.openxmlformats.org/officeDocument/2006/relationships/tags" Target="../tags/tag944.xml"/><Relationship Id="rId99" Type="http://schemas.openxmlformats.org/officeDocument/2006/relationships/image" Target="../media/image19.png"/><Relationship Id="rId101" Type="http://schemas.openxmlformats.org/officeDocument/2006/relationships/image" Target="../media/image20.png"/><Relationship Id="rId4" Type="http://schemas.openxmlformats.org/officeDocument/2006/relationships/tags" Target="../tags/tag847.xml"/><Relationship Id="rId9" Type="http://schemas.openxmlformats.org/officeDocument/2006/relationships/tags" Target="../tags/tag852.xml"/><Relationship Id="rId13" Type="http://schemas.openxmlformats.org/officeDocument/2006/relationships/tags" Target="../tags/tag856.xml"/><Relationship Id="rId18" Type="http://schemas.openxmlformats.org/officeDocument/2006/relationships/tags" Target="../tags/tag861.xml"/><Relationship Id="rId39" Type="http://schemas.openxmlformats.org/officeDocument/2006/relationships/tags" Target="../tags/tag885.xml"/><Relationship Id="rId109" Type="http://schemas.openxmlformats.org/officeDocument/2006/relationships/image" Target="../media/image37.png"/><Relationship Id="rId34" Type="http://schemas.openxmlformats.org/officeDocument/2006/relationships/tags" Target="../tags/tag880.xml"/><Relationship Id="rId50" Type="http://schemas.openxmlformats.org/officeDocument/2006/relationships/tags" Target="../tags/tag897.xml"/><Relationship Id="rId55" Type="http://schemas.openxmlformats.org/officeDocument/2006/relationships/tags" Target="../tags/tag903.xml"/><Relationship Id="rId76" Type="http://schemas.openxmlformats.org/officeDocument/2006/relationships/tags" Target="../tags/tag926.xml"/><Relationship Id="rId97" Type="http://schemas.openxmlformats.org/officeDocument/2006/relationships/image" Target="../media/image9.png"/><Relationship Id="rId104" Type="http://schemas.openxmlformats.org/officeDocument/2006/relationships/tags" Target="../tags/tag997.xml"/><Relationship Id="rId7" Type="http://schemas.openxmlformats.org/officeDocument/2006/relationships/tags" Target="../tags/tag850.xml"/><Relationship Id="rId71" Type="http://schemas.openxmlformats.org/officeDocument/2006/relationships/tags" Target="../tags/tag921.xml"/><Relationship Id="rId92" Type="http://schemas.openxmlformats.org/officeDocument/2006/relationships/tags" Target="../tags/tag94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tags" Target="../tags/tag959.xml"/><Relationship Id="rId18" Type="http://schemas.openxmlformats.org/officeDocument/2006/relationships/tags" Target="../tags/tag965.xml"/><Relationship Id="rId26" Type="http://schemas.openxmlformats.org/officeDocument/2006/relationships/tags" Target="../tags/tag974.xml"/><Relationship Id="rId39" Type="http://schemas.openxmlformats.org/officeDocument/2006/relationships/tags" Target="../tags/tag987.xml"/><Relationship Id="rId21" Type="http://schemas.openxmlformats.org/officeDocument/2006/relationships/tags" Target="../tags/tag969.xml"/><Relationship Id="rId34" Type="http://schemas.openxmlformats.org/officeDocument/2006/relationships/tags" Target="../tags/tag982.xml"/><Relationship Id="rId42" Type="http://schemas.openxmlformats.org/officeDocument/2006/relationships/tags" Target="../tags/tag990.xml"/><Relationship Id="rId47" Type="http://schemas.openxmlformats.org/officeDocument/2006/relationships/tags" Target="../tags/tag995.xml"/><Relationship Id="rId50" Type="http://schemas.openxmlformats.org/officeDocument/2006/relationships/tags" Target="../tags/tag999.xml"/><Relationship Id="rId55" Type="http://schemas.openxmlformats.org/officeDocument/2006/relationships/tags" Target="../tags/tag1005.xml"/><Relationship Id="rId63" Type="http://schemas.openxmlformats.org/officeDocument/2006/relationships/slideLayout" Target="../slideLayouts/slideLayout6.xml"/><Relationship Id="rId68" Type="http://schemas.openxmlformats.org/officeDocument/2006/relationships/tags" Target="../tags/tag1057.xml"/><Relationship Id="rId7" Type="http://schemas.openxmlformats.org/officeDocument/2006/relationships/tags" Target="../tags/tag952.xml"/><Relationship Id="rId71" Type="http://schemas.openxmlformats.org/officeDocument/2006/relationships/image" Target="../media/image35.png"/><Relationship Id="rId2" Type="http://schemas.openxmlformats.org/officeDocument/2006/relationships/tags" Target="../tags/tag946.xml"/><Relationship Id="rId16" Type="http://schemas.openxmlformats.org/officeDocument/2006/relationships/tags" Target="../tags/tag963.xml"/><Relationship Id="rId29" Type="http://schemas.openxmlformats.org/officeDocument/2006/relationships/tags" Target="../tags/tag977.xml"/><Relationship Id="rId11" Type="http://schemas.openxmlformats.org/officeDocument/2006/relationships/tags" Target="../tags/tag957.xml"/><Relationship Id="rId24" Type="http://schemas.openxmlformats.org/officeDocument/2006/relationships/tags" Target="../tags/tag972.xml"/><Relationship Id="rId32" Type="http://schemas.openxmlformats.org/officeDocument/2006/relationships/tags" Target="../tags/tag980.xml"/><Relationship Id="rId37" Type="http://schemas.openxmlformats.org/officeDocument/2006/relationships/tags" Target="../tags/tag985.xml"/><Relationship Id="rId40" Type="http://schemas.openxmlformats.org/officeDocument/2006/relationships/tags" Target="../tags/tag988.xml"/><Relationship Id="rId45" Type="http://schemas.openxmlformats.org/officeDocument/2006/relationships/tags" Target="../tags/tag993.xml"/><Relationship Id="rId53" Type="http://schemas.openxmlformats.org/officeDocument/2006/relationships/tags" Target="../tags/tag1002.xml"/><Relationship Id="rId58" Type="http://schemas.openxmlformats.org/officeDocument/2006/relationships/tags" Target="../tags/tag1008.xml"/><Relationship Id="rId66" Type="http://schemas.openxmlformats.org/officeDocument/2006/relationships/tags" Target="../tags/tag1051.xml"/><Relationship Id="rId74" Type="http://schemas.openxmlformats.org/officeDocument/2006/relationships/tags" Target="../tags/tag1086.xml"/><Relationship Id="rId5" Type="http://schemas.openxmlformats.org/officeDocument/2006/relationships/tags" Target="../tags/tag950.xml"/><Relationship Id="rId15" Type="http://schemas.openxmlformats.org/officeDocument/2006/relationships/tags" Target="../tags/tag962.xml"/><Relationship Id="rId23" Type="http://schemas.openxmlformats.org/officeDocument/2006/relationships/tags" Target="../tags/tag971.xml"/><Relationship Id="rId28" Type="http://schemas.openxmlformats.org/officeDocument/2006/relationships/tags" Target="../tags/tag976.xml"/><Relationship Id="rId36" Type="http://schemas.openxmlformats.org/officeDocument/2006/relationships/tags" Target="../tags/tag984.xml"/><Relationship Id="rId49" Type="http://schemas.openxmlformats.org/officeDocument/2006/relationships/tags" Target="../tags/tag998.xml"/><Relationship Id="rId57" Type="http://schemas.openxmlformats.org/officeDocument/2006/relationships/tags" Target="../tags/tag1007.xml"/><Relationship Id="rId61" Type="http://schemas.openxmlformats.org/officeDocument/2006/relationships/tags" Target="../tags/tag1012.xml"/><Relationship Id="rId10" Type="http://schemas.openxmlformats.org/officeDocument/2006/relationships/tags" Target="../tags/tag956.xml"/><Relationship Id="rId19" Type="http://schemas.openxmlformats.org/officeDocument/2006/relationships/tags" Target="../tags/tag967.xml"/><Relationship Id="rId31" Type="http://schemas.openxmlformats.org/officeDocument/2006/relationships/tags" Target="../tags/tag979.xml"/><Relationship Id="rId44" Type="http://schemas.openxmlformats.org/officeDocument/2006/relationships/tags" Target="../tags/tag992.xml"/><Relationship Id="rId52" Type="http://schemas.openxmlformats.org/officeDocument/2006/relationships/tags" Target="../tags/tag1001.xml"/><Relationship Id="rId60" Type="http://schemas.openxmlformats.org/officeDocument/2006/relationships/tags" Target="../tags/tag1011.xml"/><Relationship Id="rId65" Type="http://schemas.openxmlformats.org/officeDocument/2006/relationships/image" Target="../media/image9.png"/><Relationship Id="rId73" Type="http://schemas.openxmlformats.org/officeDocument/2006/relationships/tags" Target="../tags/tag1079.xml"/><Relationship Id="rId4" Type="http://schemas.openxmlformats.org/officeDocument/2006/relationships/tags" Target="../tags/tag949.xml"/><Relationship Id="rId9" Type="http://schemas.openxmlformats.org/officeDocument/2006/relationships/tags" Target="../tags/tag955.xml"/><Relationship Id="rId14" Type="http://schemas.openxmlformats.org/officeDocument/2006/relationships/tags" Target="../tags/tag961.xml"/><Relationship Id="rId22" Type="http://schemas.openxmlformats.org/officeDocument/2006/relationships/tags" Target="../tags/tag970.xml"/><Relationship Id="rId27" Type="http://schemas.openxmlformats.org/officeDocument/2006/relationships/tags" Target="../tags/tag975.xml"/><Relationship Id="rId30" Type="http://schemas.openxmlformats.org/officeDocument/2006/relationships/tags" Target="../tags/tag978.xml"/><Relationship Id="rId35" Type="http://schemas.openxmlformats.org/officeDocument/2006/relationships/tags" Target="../tags/tag983.xml"/><Relationship Id="rId43" Type="http://schemas.openxmlformats.org/officeDocument/2006/relationships/tags" Target="../tags/tag991.xml"/><Relationship Id="rId48" Type="http://schemas.openxmlformats.org/officeDocument/2006/relationships/tags" Target="../tags/tag996.xml"/><Relationship Id="rId56" Type="http://schemas.openxmlformats.org/officeDocument/2006/relationships/tags" Target="../tags/tag1006.xml"/><Relationship Id="rId64" Type="http://schemas.openxmlformats.org/officeDocument/2006/relationships/tags" Target="../tags/tag1045.xml"/><Relationship Id="rId69" Type="http://schemas.openxmlformats.org/officeDocument/2006/relationships/image" Target="../media/image21.png"/><Relationship Id="rId8" Type="http://schemas.openxmlformats.org/officeDocument/2006/relationships/tags" Target="../tags/tag953.xml"/><Relationship Id="rId51" Type="http://schemas.openxmlformats.org/officeDocument/2006/relationships/tags" Target="../tags/tag1000.xml"/><Relationship Id="rId72" Type="http://schemas.openxmlformats.org/officeDocument/2006/relationships/tags" Target="../tags/tag1073.xml"/><Relationship Id="rId3" Type="http://schemas.openxmlformats.org/officeDocument/2006/relationships/tags" Target="../tags/tag947.xml"/><Relationship Id="rId12" Type="http://schemas.openxmlformats.org/officeDocument/2006/relationships/tags" Target="../tags/tag958.xml"/><Relationship Id="rId17" Type="http://schemas.openxmlformats.org/officeDocument/2006/relationships/tags" Target="../tags/tag964.xml"/><Relationship Id="rId25" Type="http://schemas.openxmlformats.org/officeDocument/2006/relationships/tags" Target="../tags/tag973.xml"/><Relationship Id="rId33" Type="http://schemas.openxmlformats.org/officeDocument/2006/relationships/tags" Target="../tags/tag981.xml"/><Relationship Id="rId38" Type="http://schemas.openxmlformats.org/officeDocument/2006/relationships/tags" Target="../tags/tag986.xml"/><Relationship Id="rId46" Type="http://schemas.openxmlformats.org/officeDocument/2006/relationships/tags" Target="../tags/tag994.xml"/><Relationship Id="rId59" Type="http://schemas.openxmlformats.org/officeDocument/2006/relationships/tags" Target="../tags/tag1010.xml"/><Relationship Id="rId67" Type="http://schemas.openxmlformats.org/officeDocument/2006/relationships/image" Target="../media/image19.png"/><Relationship Id="rId20" Type="http://schemas.openxmlformats.org/officeDocument/2006/relationships/tags" Target="../tags/tag968.xml"/><Relationship Id="rId41" Type="http://schemas.openxmlformats.org/officeDocument/2006/relationships/tags" Target="../tags/tag989.xml"/><Relationship Id="rId54" Type="http://schemas.openxmlformats.org/officeDocument/2006/relationships/tags" Target="../tags/tag1004.xml"/><Relationship Id="rId62" Type="http://schemas.openxmlformats.org/officeDocument/2006/relationships/tags" Target="../tags/tag1013.xml"/><Relationship Id="rId70" Type="http://schemas.openxmlformats.org/officeDocument/2006/relationships/tags" Target="../tags/tag1063.xml"/><Relationship Id="rId1" Type="http://schemas.openxmlformats.org/officeDocument/2006/relationships/tags" Target="../tags/tag945.xml"/><Relationship Id="rId6" Type="http://schemas.openxmlformats.org/officeDocument/2006/relationships/tags" Target="../tags/tag951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tags" Target="../tags/tag1040.xml"/><Relationship Id="rId21" Type="http://schemas.openxmlformats.org/officeDocument/2006/relationships/tags" Target="../tags/tag1035.xml"/><Relationship Id="rId34" Type="http://schemas.openxmlformats.org/officeDocument/2006/relationships/tags" Target="../tags/tag1049.xml"/><Relationship Id="rId42" Type="http://schemas.openxmlformats.org/officeDocument/2006/relationships/tags" Target="../tags/tag1059.xml"/><Relationship Id="rId47" Type="http://schemas.openxmlformats.org/officeDocument/2006/relationships/tags" Target="../tags/tag1065.xml"/><Relationship Id="rId50" Type="http://schemas.openxmlformats.org/officeDocument/2006/relationships/tags" Target="../tags/tag1068.xml"/><Relationship Id="rId55" Type="http://schemas.openxmlformats.org/officeDocument/2006/relationships/tags" Target="../tags/tag1074.xml"/><Relationship Id="rId63" Type="http://schemas.openxmlformats.org/officeDocument/2006/relationships/tags" Target="../tags/tag1083.xml"/><Relationship Id="rId68" Type="http://schemas.openxmlformats.org/officeDocument/2006/relationships/tags" Target="../tags/tag1089.xml"/><Relationship Id="rId76" Type="http://schemas.openxmlformats.org/officeDocument/2006/relationships/tags" Target="../tags/tag1097.xml"/><Relationship Id="rId84" Type="http://schemas.openxmlformats.org/officeDocument/2006/relationships/tags" Target="../tags/tag1105.xml"/><Relationship Id="rId89" Type="http://schemas.openxmlformats.org/officeDocument/2006/relationships/image" Target="../media/image10.png"/><Relationship Id="rId97" Type="http://schemas.openxmlformats.org/officeDocument/2006/relationships/image" Target="../media/image35.png"/><Relationship Id="rId7" Type="http://schemas.openxmlformats.org/officeDocument/2006/relationships/tags" Target="../tags/tag1021.xml"/><Relationship Id="rId71" Type="http://schemas.openxmlformats.org/officeDocument/2006/relationships/tags" Target="../tags/tag1092.xml"/><Relationship Id="rId92" Type="http://schemas.openxmlformats.org/officeDocument/2006/relationships/tags" Target="../tags/tag1160.xml"/><Relationship Id="rId2" Type="http://schemas.openxmlformats.org/officeDocument/2006/relationships/tags" Target="../tags/tag1016.xml"/><Relationship Id="rId16" Type="http://schemas.openxmlformats.org/officeDocument/2006/relationships/tags" Target="../tags/tag1030.xml"/><Relationship Id="rId29" Type="http://schemas.openxmlformats.org/officeDocument/2006/relationships/tags" Target="../tags/tag1043.xml"/><Relationship Id="rId11" Type="http://schemas.openxmlformats.org/officeDocument/2006/relationships/tags" Target="../tags/tag1025.xml"/><Relationship Id="rId24" Type="http://schemas.openxmlformats.org/officeDocument/2006/relationships/tags" Target="../tags/tag1038.xml"/><Relationship Id="rId32" Type="http://schemas.openxmlformats.org/officeDocument/2006/relationships/tags" Target="../tags/tag1047.xml"/><Relationship Id="rId37" Type="http://schemas.openxmlformats.org/officeDocument/2006/relationships/tags" Target="../tags/tag1053.xml"/><Relationship Id="rId40" Type="http://schemas.openxmlformats.org/officeDocument/2006/relationships/tags" Target="../tags/tag1056.xml"/><Relationship Id="rId45" Type="http://schemas.openxmlformats.org/officeDocument/2006/relationships/tags" Target="../tags/tag1062.xml"/><Relationship Id="rId53" Type="http://schemas.openxmlformats.org/officeDocument/2006/relationships/tags" Target="../tags/tag1071.xml"/><Relationship Id="rId58" Type="http://schemas.openxmlformats.org/officeDocument/2006/relationships/tags" Target="../tags/tag1077.xml"/><Relationship Id="rId66" Type="http://schemas.openxmlformats.org/officeDocument/2006/relationships/tags" Target="../tags/tag1087.xml"/><Relationship Id="rId74" Type="http://schemas.openxmlformats.org/officeDocument/2006/relationships/tags" Target="../tags/tag1095.xml"/><Relationship Id="rId79" Type="http://schemas.openxmlformats.org/officeDocument/2006/relationships/tags" Target="../tags/tag1100.xml"/><Relationship Id="rId87" Type="http://schemas.openxmlformats.org/officeDocument/2006/relationships/image" Target="../media/image9.png"/><Relationship Id="rId5" Type="http://schemas.openxmlformats.org/officeDocument/2006/relationships/tags" Target="../tags/tag1019.xml"/><Relationship Id="rId61" Type="http://schemas.openxmlformats.org/officeDocument/2006/relationships/tags" Target="../tags/tag1081.xml"/><Relationship Id="rId82" Type="http://schemas.openxmlformats.org/officeDocument/2006/relationships/tags" Target="../tags/tag1103.xml"/><Relationship Id="rId90" Type="http://schemas.openxmlformats.org/officeDocument/2006/relationships/tags" Target="../tags/tag1132.xml"/><Relationship Id="rId95" Type="http://schemas.openxmlformats.org/officeDocument/2006/relationships/image" Target="../media/image39.png"/><Relationship Id="rId19" Type="http://schemas.openxmlformats.org/officeDocument/2006/relationships/tags" Target="../tags/tag1033.xml"/><Relationship Id="rId14" Type="http://schemas.openxmlformats.org/officeDocument/2006/relationships/tags" Target="../tags/tag1028.xml"/><Relationship Id="rId22" Type="http://schemas.openxmlformats.org/officeDocument/2006/relationships/tags" Target="../tags/tag1036.xml"/><Relationship Id="rId27" Type="http://schemas.openxmlformats.org/officeDocument/2006/relationships/tags" Target="../tags/tag1041.xml"/><Relationship Id="rId30" Type="http://schemas.openxmlformats.org/officeDocument/2006/relationships/tags" Target="../tags/tag1044.xml"/><Relationship Id="rId35" Type="http://schemas.openxmlformats.org/officeDocument/2006/relationships/tags" Target="../tags/tag1050.xml"/><Relationship Id="rId43" Type="http://schemas.openxmlformats.org/officeDocument/2006/relationships/tags" Target="../tags/tag1060.xml"/><Relationship Id="rId48" Type="http://schemas.openxmlformats.org/officeDocument/2006/relationships/tags" Target="../tags/tag1066.xml"/><Relationship Id="rId56" Type="http://schemas.openxmlformats.org/officeDocument/2006/relationships/tags" Target="../tags/tag1075.xml"/><Relationship Id="rId64" Type="http://schemas.openxmlformats.org/officeDocument/2006/relationships/tags" Target="../tags/tag1084.xml"/><Relationship Id="rId69" Type="http://schemas.openxmlformats.org/officeDocument/2006/relationships/tags" Target="../tags/tag1090.xml"/><Relationship Id="rId77" Type="http://schemas.openxmlformats.org/officeDocument/2006/relationships/tags" Target="../tags/tag1098.xml"/><Relationship Id="rId8" Type="http://schemas.openxmlformats.org/officeDocument/2006/relationships/tags" Target="../tags/tag1022.xml"/><Relationship Id="rId51" Type="http://schemas.openxmlformats.org/officeDocument/2006/relationships/tags" Target="../tags/tag1069.xml"/><Relationship Id="rId72" Type="http://schemas.openxmlformats.org/officeDocument/2006/relationships/tags" Target="../tags/tag1093.xml"/><Relationship Id="rId80" Type="http://schemas.openxmlformats.org/officeDocument/2006/relationships/tags" Target="../tags/tag1101.xml"/><Relationship Id="rId85" Type="http://schemas.openxmlformats.org/officeDocument/2006/relationships/slideLayout" Target="../slideLayouts/slideLayout6.xml"/><Relationship Id="rId93" Type="http://schemas.openxmlformats.org/officeDocument/2006/relationships/tags" Target="../tags/tag1166.xml"/><Relationship Id="rId3" Type="http://schemas.openxmlformats.org/officeDocument/2006/relationships/tags" Target="../tags/tag1017.xml"/><Relationship Id="rId12" Type="http://schemas.openxmlformats.org/officeDocument/2006/relationships/tags" Target="../tags/tag1026.xml"/><Relationship Id="rId17" Type="http://schemas.openxmlformats.org/officeDocument/2006/relationships/tags" Target="../tags/tag1031.xml"/><Relationship Id="rId25" Type="http://schemas.openxmlformats.org/officeDocument/2006/relationships/tags" Target="../tags/tag1039.xml"/><Relationship Id="rId33" Type="http://schemas.openxmlformats.org/officeDocument/2006/relationships/tags" Target="../tags/tag1048.xml"/><Relationship Id="rId38" Type="http://schemas.openxmlformats.org/officeDocument/2006/relationships/tags" Target="../tags/tag1054.xml"/><Relationship Id="rId46" Type="http://schemas.openxmlformats.org/officeDocument/2006/relationships/tags" Target="../tags/tag1064.xml"/><Relationship Id="rId59" Type="http://schemas.openxmlformats.org/officeDocument/2006/relationships/tags" Target="../tags/tag1078.xml"/><Relationship Id="rId67" Type="http://schemas.openxmlformats.org/officeDocument/2006/relationships/tags" Target="../tags/tag1088.xml"/><Relationship Id="rId20" Type="http://schemas.openxmlformats.org/officeDocument/2006/relationships/tags" Target="../tags/tag1034.xml"/><Relationship Id="rId41" Type="http://schemas.openxmlformats.org/officeDocument/2006/relationships/tags" Target="../tags/tag1058.xml"/><Relationship Id="rId54" Type="http://schemas.openxmlformats.org/officeDocument/2006/relationships/tags" Target="../tags/tag1072.xml"/><Relationship Id="rId62" Type="http://schemas.openxmlformats.org/officeDocument/2006/relationships/tags" Target="../tags/tag1082.xml"/><Relationship Id="rId70" Type="http://schemas.openxmlformats.org/officeDocument/2006/relationships/tags" Target="../tags/tag1091.xml"/><Relationship Id="rId75" Type="http://schemas.openxmlformats.org/officeDocument/2006/relationships/tags" Target="../tags/tag1096.xml"/><Relationship Id="rId83" Type="http://schemas.openxmlformats.org/officeDocument/2006/relationships/tags" Target="../tags/tag1104.xml"/><Relationship Id="rId88" Type="http://schemas.openxmlformats.org/officeDocument/2006/relationships/tags" Target="../tags/tag1126.xml"/><Relationship Id="rId91" Type="http://schemas.openxmlformats.org/officeDocument/2006/relationships/image" Target="../media/image38.png"/><Relationship Id="rId96" Type="http://schemas.openxmlformats.org/officeDocument/2006/relationships/tags" Target="../tags/tag1178.xml"/><Relationship Id="rId1" Type="http://schemas.openxmlformats.org/officeDocument/2006/relationships/tags" Target="../tags/tag1014.xml"/><Relationship Id="rId6" Type="http://schemas.openxmlformats.org/officeDocument/2006/relationships/tags" Target="../tags/tag1020.xml"/><Relationship Id="rId15" Type="http://schemas.openxmlformats.org/officeDocument/2006/relationships/tags" Target="../tags/tag1029.xml"/><Relationship Id="rId23" Type="http://schemas.openxmlformats.org/officeDocument/2006/relationships/tags" Target="../tags/tag1037.xml"/><Relationship Id="rId28" Type="http://schemas.openxmlformats.org/officeDocument/2006/relationships/tags" Target="../tags/tag1042.xml"/><Relationship Id="rId36" Type="http://schemas.openxmlformats.org/officeDocument/2006/relationships/tags" Target="../tags/tag1052.xml"/><Relationship Id="rId49" Type="http://schemas.openxmlformats.org/officeDocument/2006/relationships/tags" Target="../tags/tag1067.xml"/><Relationship Id="rId57" Type="http://schemas.openxmlformats.org/officeDocument/2006/relationships/tags" Target="../tags/tag1076.xml"/><Relationship Id="rId10" Type="http://schemas.openxmlformats.org/officeDocument/2006/relationships/tags" Target="../tags/tag1024.xml"/><Relationship Id="rId31" Type="http://schemas.openxmlformats.org/officeDocument/2006/relationships/tags" Target="../tags/tag1046.xml"/><Relationship Id="rId44" Type="http://schemas.openxmlformats.org/officeDocument/2006/relationships/tags" Target="../tags/tag1061.xml"/><Relationship Id="rId52" Type="http://schemas.openxmlformats.org/officeDocument/2006/relationships/tags" Target="../tags/tag1070.xml"/><Relationship Id="rId60" Type="http://schemas.openxmlformats.org/officeDocument/2006/relationships/tags" Target="../tags/tag1080.xml"/><Relationship Id="rId65" Type="http://schemas.openxmlformats.org/officeDocument/2006/relationships/tags" Target="../tags/tag1085.xml"/><Relationship Id="rId73" Type="http://schemas.openxmlformats.org/officeDocument/2006/relationships/tags" Target="../tags/tag1094.xml"/><Relationship Id="rId78" Type="http://schemas.openxmlformats.org/officeDocument/2006/relationships/tags" Target="../tags/tag1099.xml"/><Relationship Id="rId81" Type="http://schemas.openxmlformats.org/officeDocument/2006/relationships/tags" Target="../tags/tag1102.xml"/><Relationship Id="rId86" Type="http://schemas.openxmlformats.org/officeDocument/2006/relationships/tags" Target="../tags/tag1120.xml"/><Relationship Id="rId94" Type="http://schemas.openxmlformats.org/officeDocument/2006/relationships/tags" Target="../tags/tag1172.xml"/><Relationship Id="rId4" Type="http://schemas.openxmlformats.org/officeDocument/2006/relationships/tags" Target="../tags/tag1018.xml"/><Relationship Id="rId9" Type="http://schemas.openxmlformats.org/officeDocument/2006/relationships/tags" Target="../tags/tag1023.xml"/><Relationship Id="rId13" Type="http://schemas.openxmlformats.org/officeDocument/2006/relationships/tags" Target="../tags/tag1027.xml"/><Relationship Id="rId18" Type="http://schemas.openxmlformats.org/officeDocument/2006/relationships/tags" Target="../tags/tag1032.xml"/><Relationship Id="rId39" Type="http://schemas.openxmlformats.org/officeDocument/2006/relationships/tags" Target="../tags/tag1055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113.xml"/><Relationship Id="rId13" Type="http://schemas.openxmlformats.org/officeDocument/2006/relationships/tags" Target="../tags/tag1118.xml"/><Relationship Id="rId18" Type="http://schemas.openxmlformats.org/officeDocument/2006/relationships/tags" Target="../tags/tag1124.xml"/><Relationship Id="rId3" Type="http://schemas.openxmlformats.org/officeDocument/2006/relationships/tags" Target="../tags/tag1108.xml"/><Relationship Id="rId21" Type="http://schemas.openxmlformats.org/officeDocument/2006/relationships/tags" Target="../tags/tag1128.xml"/><Relationship Id="rId7" Type="http://schemas.openxmlformats.org/officeDocument/2006/relationships/tags" Target="../tags/tag1112.xml"/><Relationship Id="rId12" Type="http://schemas.openxmlformats.org/officeDocument/2006/relationships/tags" Target="../tags/tag1117.xml"/><Relationship Id="rId17" Type="http://schemas.openxmlformats.org/officeDocument/2006/relationships/tags" Target="../tags/tag1123.xml"/><Relationship Id="rId25" Type="http://schemas.openxmlformats.org/officeDocument/2006/relationships/image" Target="../media/image9.jpeg"/><Relationship Id="rId2" Type="http://schemas.openxmlformats.org/officeDocument/2006/relationships/tags" Target="../tags/tag1107.xml"/><Relationship Id="rId16" Type="http://schemas.openxmlformats.org/officeDocument/2006/relationships/tags" Target="../tags/tag1122.xml"/><Relationship Id="rId20" Type="http://schemas.openxmlformats.org/officeDocument/2006/relationships/tags" Target="../tags/tag1127.xml"/><Relationship Id="rId1" Type="http://schemas.openxmlformats.org/officeDocument/2006/relationships/tags" Target="../tags/tag1106.xml"/><Relationship Id="rId6" Type="http://schemas.openxmlformats.org/officeDocument/2006/relationships/tags" Target="../tags/tag1111.xml"/><Relationship Id="rId11" Type="http://schemas.openxmlformats.org/officeDocument/2006/relationships/tags" Target="../tags/tag1116.xml"/><Relationship Id="rId24" Type="http://schemas.openxmlformats.org/officeDocument/2006/relationships/notesSlide" Target="../notesSlides/notesSlide2.xml"/><Relationship Id="rId5" Type="http://schemas.openxmlformats.org/officeDocument/2006/relationships/tags" Target="../tags/tag1110.xml"/><Relationship Id="rId15" Type="http://schemas.openxmlformats.org/officeDocument/2006/relationships/tags" Target="../tags/tag1121.xml"/><Relationship Id="rId23" Type="http://schemas.openxmlformats.org/officeDocument/2006/relationships/slideLayout" Target="../slideLayouts/slideLayout6.xml"/><Relationship Id="rId10" Type="http://schemas.openxmlformats.org/officeDocument/2006/relationships/tags" Target="../tags/tag1115.xml"/><Relationship Id="rId19" Type="http://schemas.openxmlformats.org/officeDocument/2006/relationships/tags" Target="../tags/tag1125.xml"/><Relationship Id="rId4" Type="http://schemas.openxmlformats.org/officeDocument/2006/relationships/tags" Target="../tags/tag1109.xml"/><Relationship Id="rId9" Type="http://schemas.openxmlformats.org/officeDocument/2006/relationships/tags" Target="../tags/tag1114.xml"/><Relationship Id="rId14" Type="http://schemas.openxmlformats.org/officeDocument/2006/relationships/tags" Target="../tags/tag1119.xml"/><Relationship Id="rId22" Type="http://schemas.openxmlformats.org/officeDocument/2006/relationships/tags" Target="../tags/tag1129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3" Type="http://schemas.openxmlformats.org/officeDocument/2006/relationships/tags" Target="../tags/tag1136.xml"/><Relationship Id="rId7" Type="http://schemas.openxmlformats.org/officeDocument/2006/relationships/slideLayout" Target="../slideLayouts/slideLayout6.xml"/><Relationship Id="rId2" Type="http://schemas.openxmlformats.org/officeDocument/2006/relationships/tags" Target="../tags/tag1135.xml"/><Relationship Id="rId1" Type="http://schemas.openxmlformats.org/officeDocument/2006/relationships/tags" Target="../tags/tag1134.xml"/><Relationship Id="rId6" Type="http://schemas.openxmlformats.org/officeDocument/2006/relationships/tags" Target="../tags/tag1139.xml"/><Relationship Id="rId5" Type="http://schemas.openxmlformats.org/officeDocument/2006/relationships/tags" Target="../tags/tag1138.xml"/><Relationship Id="rId4" Type="http://schemas.openxmlformats.org/officeDocument/2006/relationships/tags" Target="../tags/tag1137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tags" Target="../tags/tag1168.xml"/><Relationship Id="rId21" Type="http://schemas.openxmlformats.org/officeDocument/2006/relationships/tags" Target="../tags/tag1162.xml"/><Relationship Id="rId42" Type="http://schemas.openxmlformats.org/officeDocument/2006/relationships/tags" Target="../tags/tag1186.xml"/><Relationship Id="rId47" Type="http://schemas.openxmlformats.org/officeDocument/2006/relationships/tags" Target="../tags/tag1191.xml"/><Relationship Id="rId63" Type="http://schemas.openxmlformats.org/officeDocument/2006/relationships/tags" Target="../tags/tag1207.xml"/><Relationship Id="rId68" Type="http://schemas.openxmlformats.org/officeDocument/2006/relationships/tags" Target="../tags/tag1212.xml"/><Relationship Id="rId84" Type="http://schemas.openxmlformats.org/officeDocument/2006/relationships/tags" Target="../tags/tag1351.xml"/><Relationship Id="rId89" Type="http://schemas.openxmlformats.org/officeDocument/2006/relationships/image" Target="../media/image42.png"/><Relationship Id="rId7" Type="http://schemas.openxmlformats.org/officeDocument/2006/relationships/tags" Target="../tags/tag1147.xml"/><Relationship Id="rId71" Type="http://schemas.openxmlformats.org/officeDocument/2006/relationships/tags" Target="../tags/tag1215.xml"/><Relationship Id="rId92" Type="http://schemas.openxmlformats.org/officeDocument/2006/relationships/tags" Target="../tags/tag1376.xml"/><Relationship Id="rId2" Type="http://schemas.openxmlformats.org/officeDocument/2006/relationships/tags" Target="../tags/tag1142.xml"/><Relationship Id="rId16" Type="http://schemas.openxmlformats.org/officeDocument/2006/relationships/tags" Target="../tags/tag1156.xml"/><Relationship Id="rId29" Type="http://schemas.openxmlformats.org/officeDocument/2006/relationships/tags" Target="../tags/tag1171.xml"/><Relationship Id="rId107" Type="http://schemas.openxmlformats.org/officeDocument/2006/relationships/tags" Target="../tags/tag1421.xml"/><Relationship Id="rId11" Type="http://schemas.openxmlformats.org/officeDocument/2006/relationships/tags" Target="../tags/tag1151.xml"/><Relationship Id="rId24" Type="http://schemas.openxmlformats.org/officeDocument/2006/relationships/tags" Target="../tags/tag1165.xml"/><Relationship Id="rId32" Type="http://schemas.openxmlformats.org/officeDocument/2006/relationships/tags" Target="../tags/tag1175.xml"/><Relationship Id="rId37" Type="http://schemas.openxmlformats.org/officeDocument/2006/relationships/tags" Target="../tags/tag1181.xml"/><Relationship Id="rId40" Type="http://schemas.openxmlformats.org/officeDocument/2006/relationships/tags" Target="../tags/tag1184.xml"/><Relationship Id="rId45" Type="http://schemas.openxmlformats.org/officeDocument/2006/relationships/tags" Target="../tags/tag1189.xml"/><Relationship Id="rId53" Type="http://schemas.openxmlformats.org/officeDocument/2006/relationships/tags" Target="../tags/tag1197.xml"/><Relationship Id="rId58" Type="http://schemas.openxmlformats.org/officeDocument/2006/relationships/tags" Target="../tags/tag1202.xml"/><Relationship Id="rId66" Type="http://schemas.openxmlformats.org/officeDocument/2006/relationships/tags" Target="../tags/tag1210.xml"/><Relationship Id="rId74" Type="http://schemas.openxmlformats.org/officeDocument/2006/relationships/tags" Target="../tags/tag1218.xml"/><Relationship Id="rId79" Type="http://schemas.openxmlformats.org/officeDocument/2006/relationships/tags" Target="../tags/tag1223.xml"/><Relationship Id="rId87" Type="http://schemas.openxmlformats.org/officeDocument/2006/relationships/image" Target="../media/image41.png"/><Relationship Id="rId102" Type="http://schemas.openxmlformats.org/officeDocument/2006/relationships/tags" Target="../tags/tag1406.xml"/><Relationship Id="rId5" Type="http://schemas.openxmlformats.org/officeDocument/2006/relationships/tags" Target="../tags/tag1145.xml"/><Relationship Id="rId61" Type="http://schemas.openxmlformats.org/officeDocument/2006/relationships/tags" Target="../tags/tag1205.xml"/><Relationship Id="rId82" Type="http://schemas.openxmlformats.org/officeDocument/2006/relationships/tags" Target="../tags/tag1346.xml"/><Relationship Id="rId90" Type="http://schemas.openxmlformats.org/officeDocument/2006/relationships/tags" Target="../tags/tag1370.xml"/><Relationship Id="rId95" Type="http://schemas.openxmlformats.org/officeDocument/2006/relationships/image" Target="../media/image45.png"/><Relationship Id="rId19" Type="http://schemas.openxmlformats.org/officeDocument/2006/relationships/tags" Target="../tags/tag1159.xml"/><Relationship Id="rId14" Type="http://schemas.openxmlformats.org/officeDocument/2006/relationships/tags" Target="../tags/tag1154.xml"/><Relationship Id="rId22" Type="http://schemas.openxmlformats.org/officeDocument/2006/relationships/tags" Target="../tags/tag1163.xml"/><Relationship Id="rId27" Type="http://schemas.openxmlformats.org/officeDocument/2006/relationships/tags" Target="../tags/tag1169.xml"/><Relationship Id="rId30" Type="http://schemas.openxmlformats.org/officeDocument/2006/relationships/tags" Target="../tags/tag1173.xml"/><Relationship Id="rId35" Type="http://schemas.openxmlformats.org/officeDocument/2006/relationships/tags" Target="../tags/tag1179.xml"/><Relationship Id="rId43" Type="http://schemas.openxmlformats.org/officeDocument/2006/relationships/tags" Target="../tags/tag1187.xml"/><Relationship Id="rId48" Type="http://schemas.openxmlformats.org/officeDocument/2006/relationships/tags" Target="../tags/tag1192.xml"/><Relationship Id="rId56" Type="http://schemas.openxmlformats.org/officeDocument/2006/relationships/tags" Target="../tags/tag1200.xml"/><Relationship Id="rId64" Type="http://schemas.openxmlformats.org/officeDocument/2006/relationships/tags" Target="../tags/tag1208.xml"/><Relationship Id="rId69" Type="http://schemas.openxmlformats.org/officeDocument/2006/relationships/tags" Target="../tags/tag1213.xml"/><Relationship Id="rId77" Type="http://schemas.openxmlformats.org/officeDocument/2006/relationships/tags" Target="../tags/tag1221.xml"/><Relationship Id="rId100" Type="http://schemas.openxmlformats.org/officeDocument/2006/relationships/image" Target="../media/image46.png"/><Relationship Id="rId105" Type="http://schemas.openxmlformats.org/officeDocument/2006/relationships/image" Target="../media/image48.png"/><Relationship Id="rId8" Type="http://schemas.openxmlformats.org/officeDocument/2006/relationships/tags" Target="../tags/tag1148.xml"/><Relationship Id="rId51" Type="http://schemas.openxmlformats.org/officeDocument/2006/relationships/tags" Target="../tags/tag1195.xml"/><Relationship Id="rId72" Type="http://schemas.openxmlformats.org/officeDocument/2006/relationships/tags" Target="../tags/tag1216.xml"/><Relationship Id="rId80" Type="http://schemas.openxmlformats.org/officeDocument/2006/relationships/tags" Target="../tags/tag1224.xml"/><Relationship Id="rId85" Type="http://schemas.openxmlformats.org/officeDocument/2006/relationships/image" Target="../media/image15.png"/><Relationship Id="rId93" Type="http://schemas.openxmlformats.org/officeDocument/2006/relationships/image" Target="../media/image44.png"/><Relationship Id="rId98" Type="http://schemas.openxmlformats.org/officeDocument/2006/relationships/image" Target="../media/image12.png"/><Relationship Id="rId3" Type="http://schemas.openxmlformats.org/officeDocument/2006/relationships/tags" Target="../tags/tag1143.xml"/><Relationship Id="rId12" Type="http://schemas.openxmlformats.org/officeDocument/2006/relationships/tags" Target="../tags/tag1152.xml"/><Relationship Id="rId17" Type="http://schemas.openxmlformats.org/officeDocument/2006/relationships/tags" Target="../tags/tag1157.xml"/><Relationship Id="rId25" Type="http://schemas.openxmlformats.org/officeDocument/2006/relationships/tags" Target="../tags/tag1167.xml"/><Relationship Id="rId33" Type="http://schemas.openxmlformats.org/officeDocument/2006/relationships/tags" Target="../tags/tag1176.xml"/><Relationship Id="rId38" Type="http://schemas.openxmlformats.org/officeDocument/2006/relationships/tags" Target="../tags/tag1182.xml"/><Relationship Id="rId46" Type="http://schemas.openxmlformats.org/officeDocument/2006/relationships/tags" Target="../tags/tag1190.xml"/><Relationship Id="rId59" Type="http://schemas.openxmlformats.org/officeDocument/2006/relationships/tags" Target="../tags/tag1203.xml"/><Relationship Id="rId67" Type="http://schemas.openxmlformats.org/officeDocument/2006/relationships/tags" Target="../tags/tag1211.xml"/><Relationship Id="rId103" Type="http://schemas.openxmlformats.org/officeDocument/2006/relationships/image" Target="../media/image47.png"/><Relationship Id="rId20" Type="http://schemas.openxmlformats.org/officeDocument/2006/relationships/tags" Target="../tags/tag1161.xml"/><Relationship Id="rId41" Type="http://schemas.openxmlformats.org/officeDocument/2006/relationships/tags" Target="../tags/tag1185.xml"/><Relationship Id="rId54" Type="http://schemas.openxmlformats.org/officeDocument/2006/relationships/tags" Target="../tags/tag1198.xml"/><Relationship Id="rId62" Type="http://schemas.openxmlformats.org/officeDocument/2006/relationships/tags" Target="../tags/tag1206.xml"/><Relationship Id="rId70" Type="http://schemas.openxmlformats.org/officeDocument/2006/relationships/tags" Target="../tags/tag1214.xml"/><Relationship Id="rId75" Type="http://schemas.openxmlformats.org/officeDocument/2006/relationships/tags" Target="../tags/tag1219.xml"/><Relationship Id="rId83" Type="http://schemas.openxmlformats.org/officeDocument/2006/relationships/image" Target="../media/image16.png"/><Relationship Id="rId88" Type="http://schemas.openxmlformats.org/officeDocument/2006/relationships/tags" Target="../tags/tag1363.xml"/><Relationship Id="rId91" Type="http://schemas.openxmlformats.org/officeDocument/2006/relationships/image" Target="../media/image43.png"/><Relationship Id="rId96" Type="http://schemas.openxmlformats.org/officeDocument/2006/relationships/tags" Target="../tags/tag1387.xml"/><Relationship Id="rId1" Type="http://schemas.openxmlformats.org/officeDocument/2006/relationships/tags" Target="../tags/tag1141.xml"/><Relationship Id="rId6" Type="http://schemas.openxmlformats.org/officeDocument/2006/relationships/tags" Target="../tags/tag1146.xml"/><Relationship Id="rId15" Type="http://schemas.openxmlformats.org/officeDocument/2006/relationships/tags" Target="../tags/tag1155.xml"/><Relationship Id="rId23" Type="http://schemas.openxmlformats.org/officeDocument/2006/relationships/tags" Target="../tags/tag1164.xml"/><Relationship Id="rId28" Type="http://schemas.openxmlformats.org/officeDocument/2006/relationships/tags" Target="../tags/tag1170.xml"/><Relationship Id="rId36" Type="http://schemas.openxmlformats.org/officeDocument/2006/relationships/tags" Target="../tags/tag1180.xml"/><Relationship Id="rId49" Type="http://schemas.openxmlformats.org/officeDocument/2006/relationships/tags" Target="../tags/tag1193.xml"/><Relationship Id="rId57" Type="http://schemas.openxmlformats.org/officeDocument/2006/relationships/tags" Target="../tags/tag1201.xml"/><Relationship Id="rId106" Type="http://schemas.openxmlformats.org/officeDocument/2006/relationships/tags" Target="../tags/tag1418.xml"/><Relationship Id="rId10" Type="http://schemas.openxmlformats.org/officeDocument/2006/relationships/tags" Target="../tags/tag1150.xml"/><Relationship Id="rId31" Type="http://schemas.openxmlformats.org/officeDocument/2006/relationships/tags" Target="../tags/tag1174.xml"/><Relationship Id="rId44" Type="http://schemas.openxmlformats.org/officeDocument/2006/relationships/tags" Target="../tags/tag1188.xml"/><Relationship Id="rId52" Type="http://schemas.openxmlformats.org/officeDocument/2006/relationships/tags" Target="../tags/tag1196.xml"/><Relationship Id="rId60" Type="http://schemas.openxmlformats.org/officeDocument/2006/relationships/tags" Target="../tags/tag1204.xml"/><Relationship Id="rId65" Type="http://schemas.openxmlformats.org/officeDocument/2006/relationships/tags" Target="../tags/tag1209.xml"/><Relationship Id="rId73" Type="http://schemas.openxmlformats.org/officeDocument/2006/relationships/tags" Target="../tags/tag1217.xml"/><Relationship Id="rId78" Type="http://schemas.openxmlformats.org/officeDocument/2006/relationships/tags" Target="../tags/tag1222.xml"/><Relationship Id="rId81" Type="http://schemas.openxmlformats.org/officeDocument/2006/relationships/slideLayout" Target="../slideLayouts/slideLayout6.xml"/><Relationship Id="rId86" Type="http://schemas.openxmlformats.org/officeDocument/2006/relationships/tags" Target="../tags/tag1357.xml"/><Relationship Id="rId94" Type="http://schemas.openxmlformats.org/officeDocument/2006/relationships/tags" Target="../tags/tag1382.xml"/><Relationship Id="rId99" Type="http://schemas.openxmlformats.org/officeDocument/2006/relationships/tags" Target="../tags/tag1395.xml"/><Relationship Id="rId101" Type="http://schemas.openxmlformats.org/officeDocument/2006/relationships/tags" Target="../tags/tag1401.xml"/><Relationship Id="rId4" Type="http://schemas.openxmlformats.org/officeDocument/2006/relationships/tags" Target="../tags/tag1144.xml"/><Relationship Id="rId9" Type="http://schemas.openxmlformats.org/officeDocument/2006/relationships/tags" Target="../tags/tag1149.xml"/><Relationship Id="rId13" Type="http://schemas.openxmlformats.org/officeDocument/2006/relationships/tags" Target="../tags/tag1153.xml"/><Relationship Id="rId18" Type="http://schemas.openxmlformats.org/officeDocument/2006/relationships/tags" Target="../tags/tag1158.xml"/><Relationship Id="rId39" Type="http://schemas.openxmlformats.org/officeDocument/2006/relationships/tags" Target="../tags/tag1183.xml"/><Relationship Id="rId34" Type="http://schemas.openxmlformats.org/officeDocument/2006/relationships/tags" Target="../tags/tag1177.xml"/><Relationship Id="rId50" Type="http://schemas.openxmlformats.org/officeDocument/2006/relationships/tags" Target="../tags/tag1194.xml"/><Relationship Id="rId55" Type="http://schemas.openxmlformats.org/officeDocument/2006/relationships/tags" Target="../tags/tag1199.xml"/><Relationship Id="rId76" Type="http://schemas.openxmlformats.org/officeDocument/2006/relationships/tags" Target="../tags/tag1220.xml"/><Relationship Id="rId97" Type="http://schemas.openxmlformats.org/officeDocument/2006/relationships/tags" Target="../tags/tag1392.xml"/><Relationship Id="rId104" Type="http://schemas.openxmlformats.org/officeDocument/2006/relationships/tags" Target="../tags/tag1412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tags" Target="../tags/tag1250.xml"/><Relationship Id="rId117" Type="http://schemas.openxmlformats.org/officeDocument/2006/relationships/tags" Target="../tags/tag1525.xml"/><Relationship Id="rId21" Type="http://schemas.openxmlformats.org/officeDocument/2006/relationships/tags" Target="../tags/tag1245.xml"/><Relationship Id="rId42" Type="http://schemas.openxmlformats.org/officeDocument/2006/relationships/tags" Target="../tags/tag1266.xml"/><Relationship Id="rId47" Type="http://schemas.openxmlformats.org/officeDocument/2006/relationships/tags" Target="../tags/tag1271.xml"/><Relationship Id="rId63" Type="http://schemas.openxmlformats.org/officeDocument/2006/relationships/tags" Target="../tags/tag1287.xml"/><Relationship Id="rId68" Type="http://schemas.openxmlformats.org/officeDocument/2006/relationships/tags" Target="../tags/tag1292.xml"/><Relationship Id="rId84" Type="http://schemas.openxmlformats.org/officeDocument/2006/relationships/tags" Target="../tags/tag1308.xml"/><Relationship Id="rId89" Type="http://schemas.openxmlformats.org/officeDocument/2006/relationships/slideLayout" Target="../slideLayouts/slideLayout6.xml"/><Relationship Id="rId112" Type="http://schemas.openxmlformats.org/officeDocument/2006/relationships/image" Target="../media/image52.png"/><Relationship Id="rId16" Type="http://schemas.openxmlformats.org/officeDocument/2006/relationships/tags" Target="../tags/tag1240.xml"/><Relationship Id="rId107" Type="http://schemas.openxmlformats.org/officeDocument/2006/relationships/tags" Target="../tags/tag1493.xml"/><Relationship Id="rId11" Type="http://schemas.openxmlformats.org/officeDocument/2006/relationships/tags" Target="../tags/tag1235.xml"/><Relationship Id="rId24" Type="http://schemas.openxmlformats.org/officeDocument/2006/relationships/tags" Target="../tags/tag1248.xml"/><Relationship Id="rId32" Type="http://schemas.openxmlformats.org/officeDocument/2006/relationships/tags" Target="../tags/tag1256.xml"/><Relationship Id="rId37" Type="http://schemas.openxmlformats.org/officeDocument/2006/relationships/tags" Target="../tags/tag1261.xml"/><Relationship Id="rId40" Type="http://schemas.openxmlformats.org/officeDocument/2006/relationships/tags" Target="../tags/tag1264.xml"/><Relationship Id="rId45" Type="http://schemas.openxmlformats.org/officeDocument/2006/relationships/tags" Target="../tags/tag1269.xml"/><Relationship Id="rId53" Type="http://schemas.openxmlformats.org/officeDocument/2006/relationships/tags" Target="../tags/tag1277.xml"/><Relationship Id="rId58" Type="http://schemas.openxmlformats.org/officeDocument/2006/relationships/tags" Target="../tags/tag1282.xml"/><Relationship Id="rId66" Type="http://schemas.openxmlformats.org/officeDocument/2006/relationships/tags" Target="../tags/tag1290.xml"/><Relationship Id="rId74" Type="http://schemas.openxmlformats.org/officeDocument/2006/relationships/tags" Target="../tags/tag1298.xml"/><Relationship Id="rId79" Type="http://schemas.openxmlformats.org/officeDocument/2006/relationships/tags" Target="../tags/tag1303.xml"/><Relationship Id="rId87" Type="http://schemas.openxmlformats.org/officeDocument/2006/relationships/tags" Target="../tags/tag1311.xml"/><Relationship Id="rId102" Type="http://schemas.openxmlformats.org/officeDocument/2006/relationships/image" Target="../media/image43.png"/><Relationship Id="rId110" Type="http://schemas.openxmlformats.org/officeDocument/2006/relationships/image" Target="../media/image51.png"/><Relationship Id="rId115" Type="http://schemas.openxmlformats.org/officeDocument/2006/relationships/image" Target="../media/image47.png"/><Relationship Id="rId5" Type="http://schemas.openxmlformats.org/officeDocument/2006/relationships/tags" Target="../tags/tag1229.xml"/><Relationship Id="rId61" Type="http://schemas.openxmlformats.org/officeDocument/2006/relationships/tags" Target="../tags/tag1285.xml"/><Relationship Id="rId82" Type="http://schemas.openxmlformats.org/officeDocument/2006/relationships/tags" Target="../tags/tag1306.xml"/><Relationship Id="rId90" Type="http://schemas.openxmlformats.org/officeDocument/2006/relationships/tags" Target="../tags/tag1441.xml"/><Relationship Id="rId95" Type="http://schemas.openxmlformats.org/officeDocument/2006/relationships/tags" Target="../tags/tag1456.xml"/><Relationship Id="rId19" Type="http://schemas.openxmlformats.org/officeDocument/2006/relationships/tags" Target="../tags/tag1243.xml"/><Relationship Id="rId14" Type="http://schemas.openxmlformats.org/officeDocument/2006/relationships/tags" Target="../tags/tag1238.xml"/><Relationship Id="rId22" Type="http://schemas.openxmlformats.org/officeDocument/2006/relationships/tags" Target="../tags/tag1246.xml"/><Relationship Id="rId27" Type="http://schemas.openxmlformats.org/officeDocument/2006/relationships/tags" Target="../tags/tag1251.xml"/><Relationship Id="rId30" Type="http://schemas.openxmlformats.org/officeDocument/2006/relationships/tags" Target="../tags/tag1254.xml"/><Relationship Id="rId35" Type="http://schemas.openxmlformats.org/officeDocument/2006/relationships/tags" Target="../tags/tag1259.xml"/><Relationship Id="rId43" Type="http://schemas.openxmlformats.org/officeDocument/2006/relationships/tags" Target="../tags/tag1267.xml"/><Relationship Id="rId48" Type="http://schemas.openxmlformats.org/officeDocument/2006/relationships/tags" Target="../tags/tag1272.xml"/><Relationship Id="rId56" Type="http://schemas.openxmlformats.org/officeDocument/2006/relationships/tags" Target="../tags/tag1280.xml"/><Relationship Id="rId64" Type="http://schemas.openxmlformats.org/officeDocument/2006/relationships/tags" Target="../tags/tag1288.xml"/><Relationship Id="rId69" Type="http://schemas.openxmlformats.org/officeDocument/2006/relationships/tags" Target="../tags/tag1293.xml"/><Relationship Id="rId77" Type="http://schemas.openxmlformats.org/officeDocument/2006/relationships/tags" Target="../tags/tag1301.xml"/><Relationship Id="rId100" Type="http://schemas.openxmlformats.org/officeDocument/2006/relationships/image" Target="../media/image42.png"/><Relationship Id="rId105" Type="http://schemas.openxmlformats.org/officeDocument/2006/relationships/tags" Target="../tags/tag1487.xml"/><Relationship Id="rId113" Type="http://schemas.openxmlformats.org/officeDocument/2006/relationships/tags" Target="../tags/tag1508.xml"/><Relationship Id="rId118" Type="http://schemas.openxmlformats.org/officeDocument/2006/relationships/tags" Target="../tags/tag1528.xml"/><Relationship Id="rId8" Type="http://schemas.openxmlformats.org/officeDocument/2006/relationships/tags" Target="../tags/tag1232.xml"/><Relationship Id="rId51" Type="http://schemas.openxmlformats.org/officeDocument/2006/relationships/tags" Target="../tags/tag1275.xml"/><Relationship Id="rId72" Type="http://schemas.openxmlformats.org/officeDocument/2006/relationships/tags" Target="../tags/tag1296.xml"/><Relationship Id="rId80" Type="http://schemas.openxmlformats.org/officeDocument/2006/relationships/tags" Target="../tags/tag1304.xml"/><Relationship Id="rId85" Type="http://schemas.openxmlformats.org/officeDocument/2006/relationships/tags" Target="../tags/tag1309.xml"/><Relationship Id="rId93" Type="http://schemas.openxmlformats.org/officeDocument/2006/relationships/image" Target="../media/image15.png"/><Relationship Id="rId98" Type="http://schemas.openxmlformats.org/officeDocument/2006/relationships/image" Target="../media/image49.png"/><Relationship Id="rId3" Type="http://schemas.openxmlformats.org/officeDocument/2006/relationships/tags" Target="../tags/tag1227.xml"/><Relationship Id="rId12" Type="http://schemas.openxmlformats.org/officeDocument/2006/relationships/tags" Target="../tags/tag1236.xml"/><Relationship Id="rId17" Type="http://schemas.openxmlformats.org/officeDocument/2006/relationships/tags" Target="../tags/tag1241.xml"/><Relationship Id="rId25" Type="http://schemas.openxmlformats.org/officeDocument/2006/relationships/tags" Target="../tags/tag1249.xml"/><Relationship Id="rId33" Type="http://schemas.openxmlformats.org/officeDocument/2006/relationships/tags" Target="../tags/tag1257.xml"/><Relationship Id="rId38" Type="http://schemas.openxmlformats.org/officeDocument/2006/relationships/tags" Target="../tags/tag1262.xml"/><Relationship Id="rId46" Type="http://schemas.openxmlformats.org/officeDocument/2006/relationships/tags" Target="../tags/tag1270.xml"/><Relationship Id="rId59" Type="http://schemas.openxmlformats.org/officeDocument/2006/relationships/tags" Target="../tags/tag1283.xml"/><Relationship Id="rId67" Type="http://schemas.openxmlformats.org/officeDocument/2006/relationships/tags" Target="../tags/tag1291.xml"/><Relationship Id="rId103" Type="http://schemas.openxmlformats.org/officeDocument/2006/relationships/tags" Target="../tags/tag1481.xml"/><Relationship Id="rId108" Type="http://schemas.openxmlformats.org/officeDocument/2006/relationships/image" Target="../media/image12.png"/><Relationship Id="rId116" Type="http://schemas.openxmlformats.org/officeDocument/2006/relationships/tags" Target="../tags/tag1519.xml"/><Relationship Id="rId20" Type="http://schemas.openxmlformats.org/officeDocument/2006/relationships/tags" Target="../tags/tag1244.xml"/><Relationship Id="rId41" Type="http://schemas.openxmlformats.org/officeDocument/2006/relationships/tags" Target="../tags/tag1265.xml"/><Relationship Id="rId54" Type="http://schemas.openxmlformats.org/officeDocument/2006/relationships/tags" Target="../tags/tag1278.xml"/><Relationship Id="rId62" Type="http://schemas.openxmlformats.org/officeDocument/2006/relationships/tags" Target="../tags/tag1286.xml"/><Relationship Id="rId70" Type="http://schemas.openxmlformats.org/officeDocument/2006/relationships/tags" Target="../tags/tag1294.xml"/><Relationship Id="rId75" Type="http://schemas.openxmlformats.org/officeDocument/2006/relationships/tags" Target="../tags/tag1299.xml"/><Relationship Id="rId83" Type="http://schemas.openxmlformats.org/officeDocument/2006/relationships/tags" Target="../tags/tag1307.xml"/><Relationship Id="rId88" Type="http://schemas.openxmlformats.org/officeDocument/2006/relationships/tags" Target="../tags/tag1312.xml"/><Relationship Id="rId91" Type="http://schemas.openxmlformats.org/officeDocument/2006/relationships/image" Target="../media/image16.png"/><Relationship Id="rId96" Type="http://schemas.openxmlformats.org/officeDocument/2006/relationships/image" Target="../media/image41.png"/><Relationship Id="rId111" Type="http://schemas.openxmlformats.org/officeDocument/2006/relationships/tags" Target="../tags/tag1502.xml"/><Relationship Id="rId1" Type="http://schemas.openxmlformats.org/officeDocument/2006/relationships/tags" Target="../tags/tag1225.xml"/><Relationship Id="rId6" Type="http://schemas.openxmlformats.org/officeDocument/2006/relationships/tags" Target="../tags/tag1230.xml"/><Relationship Id="rId15" Type="http://schemas.openxmlformats.org/officeDocument/2006/relationships/tags" Target="../tags/tag1239.xml"/><Relationship Id="rId23" Type="http://schemas.openxmlformats.org/officeDocument/2006/relationships/tags" Target="../tags/tag1247.xml"/><Relationship Id="rId28" Type="http://schemas.openxmlformats.org/officeDocument/2006/relationships/tags" Target="../tags/tag1252.xml"/><Relationship Id="rId36" Type="http://schemas.openxmlformats.org/officeDocument/2006/relationships/tags" Target="../tags/tag1260.xml"/><Relationship Id="rId49" Type="http://schemas.openxmlformats.org/officeDocument/2006/relationships/tags" Target="../tags/tag1273.xml"/><Relationship Id="rId57" Type="http://schemas.openxmlformats.org/officeDocument/2006/relationships/tags" Target="../tags/tag1281.xml"/><Relationship Id="rId106" Type="http://schemas.openxmlformats.org/officeDocument/2006/relationships/image" Target="../media/image48.png"/><Relationship Id="rId114" Type="http://schemas.openxmlformats.org/officeDocument/2006/relationships/tags" Target="../tags/tag1513.xml"/><Relationship Id="rId10" Type="http://schemas.openxmlformats.org/officeDocument/2006/relationships/tags" Target="../tags/tag1234.xml"/><Relationship Id="rId31" Type="http://schemas.openxmlformats.org/officeDocument/2006/relationships/tags" Target="../tags/tag1255.xml"/><Relationship Id="rId44" Type="http://schemas.openxmlformats.org/officeDocument/2006/relationships/tags" Target="../tags/tag1268.xml"/><Relationship Id="rId52" Type="http://schemas.openxmlformats.org/officeDocument/2006/relationships/tags" Target="../tags/tag1276.xml"/><Relationship Id="rId60" Type="http://schemas.openxmlformats.org/officeDocument/2006/relationships/tags" Target="../tags/tag1284.xml"/><Relationship Id="rId65" Type="http://schemas.openxmlformats.org/officeDocument/2006/relationships/tags" Target="../tags/tag1289.xml"/><Relationship Id="rId73" Type="http://schemas.openxmlformats.org/officeDocument/2006/relationships/tags" Target="../tags/tag1297.xml"/><Relationship Id="rId78" Type="http://schemas.openxmlformats.org/officeDocument/2006/relationships/tags" Target="../tags/tag1302.xml"/><Relationship Id="rId81" Type="http://schemas.openxmlformats.org/officeDocument/2006/relationships/tags" Target="../tags/tag1305.xml"/><Relationship Id="rId86" Type="http://schemas.openxmlformats.org/officeDocument/2006/relationships/tags" Target="../tags/tag1310.xml"/><Relationship Id="rId94" Type="http://schemas.openxmlformats.org/officeDocument/2006/relationships/tags" Target="../tags/tag1451.xml"/><Relationship Id="rId99" Type="http://schemas.openxmlformats.org/officeDocument/2006/relationships/tags" Target="../tags/tag1468.xml"/><Relationship Id="rId101" Type="http://schemas.openxmlformats.org/officeDocument/2006/relationships/tags" Target="../tags/tag1475.xml"/><Relationship Id="rId4" Type="http://schemas.openxmlformats.org/officeDocument/2006/relationships/tags" Target="../tags/tag1228.xml"/><Relationship Id="rId9" Type="http://schemas.openxmlformats.org/officeDocument/2006/relationships/tags" Target="../tags/tag1233.xml"/><Relationship Id="rId13" Type="http://schemas.openxmlformats.org/officeDocument/2006/relationships/tags" Target="../tags/tag1237.xml"/><Relationship Id="rId18" Type="http://schemas.openxmlformats.org/officeDocument/2006/relationships/tags" Target="../tags/tag1242.xml"/><Relationship Id="rId39" Type="http://schemas.openxmlformats.org/officeDocument/2006/relationships/tags" Target="../tags/tag1263.xml"/><Relationship Id="rId109" Type="http://schemas.openxmlformats.org/officeDocument/2006/relationships/tags" Target="../tags/tag1499.xml"/><Relationship Id="rId34" Type="http://schemas.openxmlformats.org/officeDocument/2006/relationships/tags" Target="../tags/tag1258.xml"/><Relationship Id="rId50" Type="http://schemas.openxmlformats.org/officeDocument/2006/relationships/tags" Target="../tags/tag1274.xml"/><Relationship Id="rId55" Type="http://schemas.openxmlformats.org/officeDocument/2006/relationships/tags" Target="../tags/tag1279.xml"/><Relationship Id="rId76" Type="http://schemas.openxmlformats.org/officeDocument/2006/relationships/tags" Target="../tags/tag1300.xml"/><Relationship Id="rId97" Type="http://schemas.openxmlformats.org/officeDocument/2006/relationships/tags" Target="../tags/tag1462.xml"/><Relationship Id="rId104" Type="http://schemas.openxmlformats.org/officeDocument/2006/relationships/image" Target="../media/image50.png"/><Relationship Id="rId7" Type="http://schemas.openxmlformats.org/officeDocument/2006/relationships/tags" Target="../tags/tag1231.xml"/><Relationship Id="rId71" Type="http://schemas.openxmlformats.org/officeDocument/2006/relationships/tags" Target="../tags/tag1295.xml"/><Relationship Id="rId92" Type="http://schemas.openxmlformats.org/officeDocument/2006/relationships/tags" Target="../tags/tag1446.xml"/><Relationship Id="rId2" Type="http://schemas.openxmlformats.org/officeDocument/2006/relationships/tags" Target="../tags/tag1226.xml"/><Relationship Id="rId29" Type="http://schemas.openxmlformats.org/officeDocument/2006/relationships/tags" Target="../tags/tag125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320.xml"/><Relationship Id="rId13" Type="http://schemas.openxmlformats.org/officeDocument/2006/relationships/tags" Target="../tags/tag1325.xml"/><Relationship Id="rId18" Type="http://schemas.openxmlformats.org/officeDocument/2006/relationships/tags" Target="../tags/tag1330.xml"/><Relationship Id="rId26" Type="http://schemas.openxmlformats.org/officeDocument/2006/relationships/tags" Target="../tags/tag1338.xml"/><Relationship Id="rId3" Type="http://schemas.openxmlformats.org/officeDocument/2006/relationships/tags" Target="../tags/tag1315.xml"/><Relationship Id="rId21" Type="http://schemas.openxmlformats.org/officeDocument/2006/relationships/tags" Target="../tags/tag1333.xml"/><Relationship Id="rId34" Type="http://schemas.openxmlformats.org/officeDocument/2006/relationships/image" Target="../media/image55.png"/><Relationship Id="rId7" Type="http://schemas.openxmlformats.org/officeDocument/2006/relationships/tags" Target="../tags/tag1319.xml"/><Relationship Id="rId12" Type="http://schemas.openxmlformats.org/officeDocument/2006/relationships/tags" Target="../tags/tag1324.xml"/><Relationship Id="rId17" Type="http://schemas.openxmlformats.org/officeDocument/2006/relationships/tags" Target="../tags/tag1329.xml"/><Relationship Id="rId25" Type="http://schemas.openxmlformats.org/officeDocument/2006/relationships/tags" Target="../tags/tag1337.xml"/><Relationship Id="rId33" Type="http://schemas.openxmlformats.org/officeDocument/2006/relationships/tags" Target="../tags/tag1553.xml"/><Relationship Id="rId2" Type="http://schemas.openxmlformats.org/officeDocument/2006/relationships/tags" Target="../tags/tag1314.xml"/><Relationship Id="rId16" Type="http://schemas.openxmlformats.org/officeDocument/2006/relationships/tags" Target="../tags/tag1328.xml"/><Relationship Id="rId20" Type="http://schemas.openxmlformats.org/officeDocument/2006/relationships/tags" Target="../tags/tag1332.xml"/><Relationship Id="rId29" Type="http://schemas.openxmlformats.org/officeDocument/2006/relationships/tags" Target="../tags/tag1547.xml"/><Relationship Id="rId1" Type="http://schemas.openxmlformats.org/officeDocument/2006/relationships/tags" Target="../tags/tag1313.xml"/><Relationship Id="rId6" Type="http://schemas.openxmlformats.org/officeDocument/2006/relationships/tags" Target="../tags/tag1318.xml"/><Relationship Id="rId11" Type="http://schemas.openxmlformats.org/officeDocument/2006/relationships/tags" Target="../tags/tag1323.xml"/><Relationship Id="rId24" Type="http://schemas.openxmlformats.org/officeDocument/2006/relationships/tags" Target="../tags/tag1336.xml"/><Relationship Id="rId5" Type="http://schemas.openxmlformats.org/officeDocument/2006/relationships/tags" Target="../tags/tag1317.xml"/><Relationship Id="rId15" Type="http://schemas.openxmlformats.org/officeDocument/2006/relationships/tags" Target="../tags/tag1327.xml"/><Relationship Id="rId23" Type="http://schemas.openxmlformats.org/officeDocument/2006/relationships/tags" Target="../tags/tag1335.xml"/><Relationship Id="rId36" Type="http://schemas.openxmlformats.org/officeDocument/2006/relationships/image" Target="../media/image56.png"/><Relationship Id="rId10" Type="http://schemas.openxmlformats.org/officeDocument/2006/relationships/tags" Target="../tags/tag1322.xml"/><Relationship Id="rId19" Type="http://schemas.openxmlformats.org/officeDocument/2006/relationships/tags" Target="../tags/tag1331.xml"/><Relationship Id="rId4" Type="http://schemas.openxmlformats.org/officeDocument/2006/relationships/tags" Target="../tags/tag1316.xml"/><Relationship Id="rId9" Type="http://schemas.openxmlformats.org/officeDocument/2006/relationships/tags" Target="../tags/tag1321.xml"/><Relationship Id="rId14" Type="http://schemas.openxmlformats.org/officeDocument/2006/relationships/tags" Target="../tags/tag1326.xml"/><Relationship Id="rId22" Type="http://schemas.openxmlformats.org/officeDocument/2006/relationships/tags" Target="../tags/tag1334.xml"/><Relationship Id="rId27" Type="http://schemas.openxmlformats.org/officeDocument/2006/relationships/slideLayout" Target="../slideLayouts/slideLayout6.xml"/><Relationship Id="rId30" Type="http://schemas.openxmlformats.org/officeDocument/2006/relationships/image" Target="../media/image53.png"/><Relationship Id="rId35" Type="http://schemas.openxmlformats.org/officeDocument/2006/relationships/tags" Target="../tags/tag1558.xml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tags" Target="../tags/tag1368.xml"/><Relationship Id="rId21" Type="http://schemas.openxmlformats.org/officeDocument/2006/relationships/tags" Target="../tags/tag1362.xml"/><Relationship Id="rId42" Type="http://schemas.openxmlformats.org/officeDocument/2006/relationships/tags" Target="../tags/tag1388.xml"/><Relationship Id="rId47" Type="http://schemas.openxmlformats.org/officeDocument/2006/relationships/tags" Target="../tags/tag1394.xml"/><Relationship Id="rId63" Type="http://schemas.openxmlformats.org/officeDocument/2006/relationships/tags" Target="../tags/tag1414.xml"/><Relationship Id="rId68" Type="http://schemas.openxmlformats.org/officeDocument/2006/relationships/tags" Target="../tags/tag1420.xml"/><Relationship Id="rId84" Type="http://schemas.openxmlformats.org/officeDocument/2006/relationships/tags" Target="../tags/tag1437.xml"/><Relationship Id="rId89" Type="http://schemas.openxmlformats.org/officeDocument/2006/relationships/tags" Target="../tags/tag1585.xml"/><Relationship Id="rId112" Type="http://schemas.openxmlformats.org/officeDocument/2006/relationships/image" Target="../media/image47.png"/><Relationship Id="rId2" Type="http://schemas.openxmlformats.org/officeDocument/2006/relationships/tags" Target="../tags/tag1340.xml"/><Relationship Id="rId16" Type="http://schemas.openxmlformats.org/officeDocument/2006/relationships/tags" Target="../tags/tag1356.xml"/><Relationship Id="rId29" Type="http://schemas.openxmlformats.org/officeDocument/2006/relationships/tags" Target="../tags/tag1372.xml"/><Relationship Id="rId107" Type="http://schemas.openxmlformats.org/officeDocument/2006/relationships/image" Target="../media/image61.png"/><Relationship Id="rId11" Type="http://schemas.openxmlformats.org/officeDocument/2006/relationships/tags" Target="../tags/tag1350.xml"/><Relationship Id="rId24" Type="http://schemas.openxmlformats.org/officeDocument/2006/relationships/tags" Target="../tags/tag1366.xml"/><Relationship Id="rId32" Type="http://schemas.openxmlformats.org/officeDocument/2006/relationships/tags" Target="../tags/tag1375.xml"/><Relationship Id="rId37" Type="http://schemas.openxmlformats.org/officeDocument/2006/relationships/tags" Target="../tags/tag1381.xml"/><Relationship Id="rId40" Type="http://schemas.openxmlformats.org/officeDocument/2006/relationships/tags" Target="../tags/tag1385.xml"/><Relationship Id="rId45" Type="http://schemas.openxmlformats.org/officeDocument/2006/relationships/tags" Target="../tags/tag1391.xml"/><Relationship Id="rId53" Type="http://schemas.openxmlformats.org/officeDocument/2006/relationships/tags" Target="../tags/tag1402.xml"/><Relationship Id="rId58" Type="http://schemas.openxmlformats.org/officeDocument/2006/relationships/tags" Target="../tags/tag1408.xml"/><Relationship Id="rId66" Type="http://schemas.openxmlformats.org/officeDocument/2006/relationships/tags" Target="../tags/tag1417.xml"/><Relationship Id="rId74" Type="http://schemas.openxmlformats.org/officeDocument/2006/relationships/tags" Target="../tags/tag1427.xml"/><Relationship Id="rId79" Type="http://schemas.openxmlformats.org/officeDocument/2006/relationships/tags" Target="../tags/tag1432.xml"/><Relationship Id="rId87" Type="http://schemas.openxmlformats.org/officeDocument/2006/relationships/tags" Target="../tags/tag1580.xml"/><Relationship Id="rId102" Type="http://schemas.openxmlformats.org/officeDocument/2006/relationships/tags" Target="../tags/tag1627.xml"/><Relationship Id="rId110" Type="http://schemas.openxmlformats.org/officeDocument/2006/relationships/tags" Target="../tags/tag1644.xml"/><Relationship Id="rId5" Type="http://schemas.openxmlformats.org/officeDocument/2006/relationships/tags" Target="../tags/tag1343.xml"/><Relationship Id="rId61" Type="http://schemas.openxmlformats.org/officeDocument/2006/relationships/tags" Target="../tags/tag1411.xml"/><Relationship Id="rId82" Type="http://schemas.openxmlformats.org/officeDocument/2006/relationships/tags" Target="../tags/tag1435.xml"/><Relationship Id="rId90" Type="http://schemas.openxmlformats.org/officeDocument/2006/relationships/tags" Target="../tags/tag1590.xml"/><Relationship Id="rId95" Type="http://schemas.openxmlformats.org/officeDocument/2006/relationships/image" Target="../media/image59.png"/><Relationship Id="rId19" Type="http://schemas.openxmlformats.org/officeDocument/2006/relationships/tags" Target="../tags/tag1360.xml"/><Relationship Id="rId14" Type="http://schemas.openxmlformats.org/officeDocument/2006/relationships/tags" Target="../tags/tag1354.xml"/><Relationship Id="rId22" Type="http://schemas.openxmlformats.org/officeDocument/2006/relationships/tags" Target="../tags/tag1364.xml"/><Relationship Id="rId27" Type="http://schemas.openxmlformats.org/officeDocument/2006/relationships/tags" Target="../tags/tag1369.xml"/><Relationship Id="rId30" Type="http://schemas.openxmlformats.org/officeDocument/2006/relationships/tags" Target="../tags/tag1373.xml"/><Relationship Id="rId35" Type="http://schemas.openxmlformats.org/officeDocument/2006/relationships/tags" Target="../tags/tag1379.xml"/><Relationship Id="rId43" Type="http://schemas.openxmlformats.org/officeDocument/2006/relationships/tags" Target="../tags/tag1389.xml"/><Relationship Id="rId48" Type="http://schemas.openxmlformats.org/officeDocument/2006/relationships/tags" Target="../tags/tag1396.xml"/><Relationship Id="rId56" Type="http://schemas.openxmlformats.org/officeDocument/2006/relationships/tags" Target="../tags/tag1405.xml"/><Relationship Id="rId64" Type="http://schemas.openxmlformats.org/officeDocument/2006/relationships/tags" Target="../tags/tag1415.xml"/><Relationship Id="rId69" Type="http://schemas.openxmlformats.org/officeDocument/2006/relationships/tags" Target="../tags/tag1422.xml"/><Relationship Id="rId77" Type="http://schemas.openxmlformats.org/officeDocument/2006/relationships/tags" Target="../tags/tag1430.xml"/><Relationship Id="rId100" Type="http://schemas.openxmlformats.org/officeDocument/2006/relationships/tags" Target="../tags/tag1621.xml"/><Relationship Id="rId105" Type="http://schemas.openxmlformats.org/officeDocument/2006/relationships/image" Target="../media/image12.png"/><Relationship Id="rId113" Type="http://schemas.openxmlformats.org/officeDocument/2006/relationships/tags" Target="../tags/tag1655.xml"/><Relationship Id="rId8" Type="http://schemas.openxmlformats.org/officeDocument/2006/relationships/tags" Target="../tags/tag1347.xml"/><Relationship Id="rId51" Type="http://schemas.openxmlformats.org/officeDocument/2006/relationships/tags" Target="../tags/tag1399.xml"/><Relationship Id="rId72" Type="http://schemas.openxmlformats.org/officeDocument/2006/relationships/tags" Target="../tags/tag1425.xml"/><Relationship Id="rId80" Type="http://schemas.openxmlformats.org/officeDocument/2006/relationships/tags" Target="../tags/tag1433.xml"/><Relationship Id="rId85" Type="http://schemas.openxmlformats.org/officeDocument/2006/relationships/tags" Target="../tags/tag1438.xml"/><Relationship Id="rId93" Type="http://schemas.openxmlformats.org/officeDocument/2006/relationships/image" Target="../media/image41.png"/><Relationship Id="rId98" Type="http://schemas.openxmlformats.org/officeDocument/2006/relationships/tags" Target="../tags/tag1615.xml"/><Relationship Id="rId3" Type="http://schemas.openxmlformats.org/officeDocument/2006/relationships/tags" Target="../tags/tag1341.xml"/><Relationship Id="rId12" Type="http://schemas.openxmlformats.org/officeDocument/2006/relationships/tags" Target="../tags/tag1352.xml"/><Relationship Id="rId17" Type="http://schemas.openxmlformats.org/officeDocument/2006/relationships/tags" Target="../tags/tag1358.xml"/><Relationship Id="rId25" Type="http://schemas.openxmlformats.org/officeDocument/2006/relationships/tags" Target="../tags/tag1367.xml"/><Relationship Id="rId33" Type="http://schemas.openxmlformats.org/officeDocument/2006/relationships/tags" Target="../tags/tag1377.xml"/><Relationship Id="rId38" Type="http://schemas.openxmlformats.org/officeDocument/2006/relationships/tags" Target="../tags/tag1383.xml"/><Relationship Id="rId46" Type="http://schemas.openxmlformats.org/officeDocument/2006/relationships/tags" Target="../tags/tag1393.xml"/><Relationship Id="rId59" Type="http://schemas.openxmlformats.org/officeDocument/2006/relationships/tags" Target="../tags/tag1409.xml"/><Relationship Id="rId67" Type="http://schemas.openxmlformats.org/officeDocument/2006/relationships/tags" Target="../tags/tag1419.xml"/><Relationship Id="rId103" Type="http://schemas.openxmlformats.org/officeDocument/2006/relationships/image" Target="../media/image10.png"/><Relationship Id="rId108" Type="http://schemas.openxmlformats.org/officeDocument/2006/relationships/tags" Target="../tags/tag1638.xml"/><Relationship Id="rId20" Type="http://schemas.openxmlformats.org/officeDocument/2006/relationships/tags" Target="../tags/tag1361.xml"/><Relationship Id="rId41" Type="http://schemas.openxmlformats.org/officeDocument/2006/relationships/tags" Target="../tags/tag1386.xml"/><Relationship Id="rId54" Type="http://schemas.openxmlformats.org/officeDocument/2006/relationships/tags" Target="../tags/tag1403.xml"/><Relationship Id="rId62" Type="http://schemas.openxmlformats.org/officeDocument/2006/relationships/tags" Target="../tags/tag1413.xml"/><Relationship Id="rId70" Type="http://schemas.openxmlformats.org/officeDocument/2006/relationships/tags" Target="../tags/tag1423.xml"/><Relationship Id="rId75" Type="http://schemas.openxmlformats.org/officeDocument/2006/relationships/tags" Target="../tags/tag1428.xml"/><Relationship Id="rId83" Type="http://schemas.openxmlformats.org/officeDocument/2006/relationships/tags" Target="../tags/tag1436.xml"/><Relationship Id="rId88" Type="http://schemas.openxmlformats.org/officeDocument/2006/relationships/image" Target="../media/image16.png"/><Relationship Id="rId91" Type="http://schemas.openxmlformats.org/officeDocument/2006/relationships/image" Target="../media/image58.png"/><Relationship Id="rId96" Type="http://schemas.openxmlformats.org/officeDocument/2006/relationships/tags" Target="../tags/tag1609.xml"/><Relationship Id="rId111" Type="http://schemas.openxmlformats.org/officeDocument/2006/relationships/tags" Target="../tags/tag1649.xml"/><Relationship Id="rId1" Type="http://schemas.openxmlformats.org/officeDocument/2006/relationships/tags" Target="../tags/tag1339.xml"/><Relationship Id="rId6" Type="http://schemas.openxmlformats.org/officeDocument/2006/relationships/tags" Target="../tags/tag1344.xml"/><Relationship Id="rId15" Type="http://schemas.openxmlformats.org/officeDocument/2006/relationships/tags" Target="../tags/tag1355.xml"/><Relationship Id="rId23" Type="http://schemas.openxmlformats.org/officeDocument/2006/relationships/tags" Target="../tags/tag1365.xml"/><Relationship Id="rId28" Type="http://schemas.openxmlformats.org/officeDocument/2006/relationships/tags" Target="../tags/tag1371.xml"/><Relationship Id="rId36" Type="http://schemas.openxmlformats.org/officeDocument/2006/relationships/tags" Target="../tags/tag1380.xml"/><Relationship Id="rId49" Type="http://schemas.openxmlformats.org/officeDocument/2006/relationships/tags" Target="../tags/tag1397.xml"/><Relationship Id="rId57" Type="http://schemas.openxmlformats.org/officeDocument/2006/relationships/tags" Target="../tags/tag1407.xml"/><Relationship Id="rId106" Type="http://schemas.openxmlformats.org/officeDocument/2006/relationships/tags" Target="../tags/tag1636.xml"/><Relationship Id="rId114" Type="http://schemas.openxmlformats.org/officeDocument/2006/relationships/tags" Target="../tags/tag1661.xml"/><Relationship Id="rId10" Type="http://schemas.openxmlformats.org/officeDocument/2006/relationships/tags" Target="../tags/tag1349.xml"/><Relationship Id="rId31" Type="http://schemas.openxmlformats.org/officeDocument/2006/relationships/tags" Target="../tags/tag1374.xml"/><Relationship Id="rId44" Type="http://schemas.openxmlformats.org/officeDocument/2006/relationships/tags" Target="../tags/tag1390.xml"/><Relationship Id="rId52" Type="http://schemas.openxmlformats.org/officeDocument/2006/relationships/tags" Target="../tags/tag1400.xml"/><Relationship Id="rId60" Type="http://schemas.openxmlformats.org/officeDocument/2006/relationships/tags" Target="../tags/tag1410.xml"/><Relationship Id="rId65" Type="http://schemas.openxmlformats.org/officeDocument/2006/relationships/tags" Target="../tags/tag1416.xml"/><Relationship Id="rId73" Type="http://schemas.openxmlformats.org/officeDocument/2006/relationships/tags" Target="../tags/tag1426.xml"/><Relationship Id="rId78" Type="http://schemas.openxmlformats.org/officeDocument/2006/relationships/tags" Target="../tags/tag1431.xml"/><Relationship Id="rId81" Type="http://schemas.openxmlformats.org/officeDocument/2006/relationships/tags" Target="../tags/tag1434.xml"/><Relationship Id="rId86" Type="http://schemas.openxmlformats.org/officeDocument/2006/relationships/slideLayout" Target="../slideLayouts/slideLayout6.xml"/><Relationship Id="rId94" Type="http://schemas.openxmlformats.org/officeDocument/2006/relationships/tags" Target="../tags/tag1602.xml"/><Relationship Id="rId99" Type="http://schemas.openxmlformats.org/officeDocument/2006/relationships/image" Target="../media/image51.png"/><Relationship Id="rId101" Type="http://schemas.openxmlformats.org/officeDocument/2006/relationships/image" Target="../media/image60.png"/><Relationship Id="rId4" Type="http://schemas.openxmlformats.org/officeDocument/2006/relationships/tags" Target="../tags/tag1342.xml"/><Relationship Id="rId9" Type="http://schemas.openxmlformats.org/officeDocument/2006/relationships/tags" Target="../tags/tag1348.xml"/><Relationship Id="rId13" Type="http://schemas.openxmlformats.org/officeDocument/2006/relationships/tags" Target="../tags/tag1353.xml"/><Relationship Id="rId18" Type="http://schemas.openxmlformats.org/officeDocument/2006/relationships/tags" Target="../tags/tag1359.xml"/><Relationship Id="rId39" Type="http://schemas.openxmlformats.org/officeDocument/2006/relationships/tags" Target="../tags/tag1384.xml"/><Relationship Id="rId109" Type="http://schemas.openxmlformats.org/officeDocument/2006/relationships/image" Target="../media/image62.png"/><Relationship Id="rId34" Type="http://schemas.openxmlformats.org/officeDocument/2006/relationships/tags" Target="../tags/tag1378.xml"/><Relationship Id="rId50" Type="http://schemas.openxmlformats.org/officeDocument/2006/relationships/tags" Target="../tags/tag1398.xml"/><Relationship Id="rId55" Type="http://schemas.openxmlformats.org/officeDocument/2006/relationships/tags" Target="../tags/tag1404.xml"/><Relationship Id="rId76" Type="http://schemas.openxmlformats.org/officeDocument/2006/relationships/tags" Target="../tags/tag1429.xml"/><Relationship Id="rId97" Type="http://schemas.openxmlformats.org/officeDocument/2006/relationships/image" Target="../media/image43.png"/><Relationship Id="rId104" Type="http://schemas.openxmlformats.org/officeDocument/2006/relationships/tags" Target="../tags/tag1633.xml"/><Relationship Id="rId7" Type="http://schemas.openxmlformats.org/officeDocument/2006/relationships/tags" Target="../tags/tag1345.xml"/><Relationship Id="rId71" Type="http://schemas.openxmlformats.org/officeDocument/2006/relationships/tags" Target="../tags/tag1424.xml"/><Relationship Id="rId92" Type="http://schemas.openxmlformats.org/officeDocument/2006/relationships/tags" Target="../tags/tag1596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tags" Target="../tags/tag1470.xml"/><Relationship Id="rId117" Type="http://schemas.openxmlformats.org/officeDocument/2006/relationships/tags" Target="../tags/tag1575.xml"/><Relationship Id="rId21" Type="http://schemas.openxmlformats.org/officeDocument/2006/relationships/tags" Target="../tags/tag1464.xml"/><Relationship Id="rId42" Type="http://schemas.openxmlformats.org/officeDocument/2006/relationships/tags" Target="../tags/tag1489.xml"/><Relationship Id="rId47" Type="http://schemas.openxmlformats.org/officeDocument/2006/relationships/tags" Target="../tags/tag1495.xml"/><Relationship Id="rId63" Type="http://schemas.openxmlformats.org/officeDocument/2006/relationships/tags" Target="../tags/tag1515.xml"/><Relationship Id="rId68" Type="http://schemas.openxmlformats.org/officeDocument/2006/relationships/tags" Target="../tags/tag1521.xml"/><Relationship Id="rId84" Type="http://schemas.openxmlformats.org/officeDocument/2006/relationships/tags" Target="../tags/tag1539.xml"/><Relationship Id="rId89" Type="http://schemas.openxmlformats.org/officeDocument/2006/relationships/tags" Target="../tags/tag1544.xml"/><Relationship Id="rId112" Type="http://schemas.openxmlformats.org/officeDocument/2006/relationships/tags" Target="../tags/tag1570.xml"/><Relationship Id="rId133" Type="http://schemas.openxmlformats.org/officeDocument/2006/relationships/image" Target="../media/image12.png"/><Relationship Id="rId138" Type="http://schemas.openxmlformats.org/officeDocument/2006/relationships/tags" Target="../tags/tag1788.xml"/><Relationship Id="rId16" Type="http://schemas.openxmlformats.org/officeDocument/2006/relationships/tags" Target="../tags/tag1458.xml"/><Relationship Id="rId107" Type="http://schemas.openxmlformats.org/officeDocument/2006/relationships/tags" Target="../tags/tag1565.xml"/><Relationship Id="rId11" Type="http://schemas.openxmlformats.org/officeDocument/2006/relationships/tags" Target="../tags/tag1452.xml"/><Relationship Id="rId32" Type="http://schemas.openxmlformats.org/officeDocument/2006/relationships/tags" Target="../tags/tag1477.xml"/><Relationship Id="rId37" Type="http://schemas.openxmlformats.org/officeDocument/2006/relationships/tags" Target="../tags/tag1483.xml"/><Relationship Id="rId53" Type="http://schemas.openxmlformats.org/officeDocument/2006/relationships/tags" Target="../tags/tag1503.xml"/><Relationship Id="rId58" Type="http://schemas.openxmlformats.org/officeDocument/2006/relationships/tags" Target="../tags/tag1509.xml"/><Relationship Id="rId74" Type="http://schemas.openxmlformats.org/officeDocument/2006/relationships/tags" Target="../tags/tag1529.xml"/><Relationship Id="rId79" Type="http://schemas.openxmlformats.org/officeDocument/2006/relationships/tags" Target="../tags/tag1534.xml"/><Relationship Id="rId102" Type="http://schemas.openxmlformats.org/officeDocument/2006/relationships/tags" Target="../tags/tag1560.xml"/><Relationship Id="rId123" Type="http://schemas.openxmlformats.org/officeDocument/2006/relationships/tags" Target="../tags/tag1699.xml"/><Relationship Id="rId128" Type="http://schemas.openxmlformats.org/officeDocument/2006/relationships/image" Target="../media/image41.png"/><Relationship Id="rId5" Type="http://schemas.openxmlformats.org/officeDocument/2006/relationships/tags" Target="../tags/tag1444.xml"/><Relationship Id="rId90" Type="http://schemas.openxmlformats.org/officeDocument/2006/relationships/tags" Target="../tags/tag1545.xml"/><Relationship Id="rId95" Type="http://schemas.openxmlformats.org/officeDocument/2006/relationships/tags" Target="../tags/tag1551.xml"/><Relationship Id="rId22" Type="http://schemas.openxmlformats.org/officeDocument/2006/relationships/tags" Target="../tags/tag1465.xml"/><Relationship Id="rId27" Type="http://schemas.openxmlformats.org/officeDocument/2006/relationships/tags" Target="../tags/tag1471.xml"/><Relationship Id="rId43" Type="http://schemas.openxmlformats.org/officeDocument/2006/relationships/tags" Target="../tags/tag1490.xml"/><Relationship Id="rId48" Type="http://schemas.openxmlformats.org/officeDocument/2006/relationships/tags" Target="../tags/tag1496.xml"/><Relationship Id="rId64" Type="http://schemas.openxmlformats.org/officeDocument/2006/relationships/tags" Target="../tags/tag1516.xml"/><Relationship Id="rId69" Type="http://schemas.openxmlformats.org/officeDocument/2006/relationships/tags" Target="../tags/tag1522.xml"/><Relationship Id="rId113" Type="http://schemas.openxmlformats.org/officeDocument/2006/relationships/tags" Target="../tags/tag1571.xml"/><Relationship Id="rId118" Type="http://schemas.openxmlformats.org/officeDocument/2006/relationships/tags" Target="../tags/tag1576.xml"/><Relationship Id="rId134" Type="http://schemas.openxmlformats.org/officeDocument/2006/relationships/tags" Target="../tags/tag1764.xml"/><Relationship Id="rId139" Type="http://schemas.openxmlformats.org/officeDocument/2006/relationships/tags" Target="../tags/tag1794.xml"/><Relationship Id="rId8" Type="http://schemas.openxmlformats.org/officeDocument/2006/relationships/tags" Target="../tags/tag1448.xml"/><Relationship Id="rId51" Type="http://schemas.openxmlformats.org/officeDocument/2006/relationships/tags" Target="../tags/tag1500.xml"/><Relationship Id="rId72" Type="http://schemas.openxmlformats.org/officeDocument/2006/relationships/tags" Target="../tags/tag1526.xml"/><Relationship Id="rId80" Type="http://schemas.openxmlformats.org/officeDocument/2006/relationships/tags" Target="../tags/tag1535.xml"/><Relationship Id="rId85" Type="http://schemas.openxmlformats.org/officeDocument/2006/relationships/tags" Target="../tags/tag1540.xml"/><Relationship Id="rId93" Type="http://schemas.openxmlformats.org/officeDocument/2006/relationships/tags" Target="../tags/tag1549.xml"/><Relationship Id="rId98" Type="http://schemas.openxmlformats.org/officeDocument/2006/relationships/tags" Target="../tags/tag1555.xml"/><Relationship Id="rId121" Type="http://schemas.openxmlformats.org/officeDocument/2006/relationships/tags" Target="../tags/tag1579.xml"/><Relationship Id="rId3" Type="http://schemas.openxmlformats.org/officeDocument/2006/relationships/tags" Target="../tags/tag1442.xml"/><Relationship Id="rId12" Type="http://schemas.openxmlformats.org/officeDocument/2006/relationships/tags" Target="../tags/tag1453.xml"/><Relationship Id="rId17" Type="http://schemas.openxmlformats.org/officeDocument/2006/relationships/tags" Target="../tags/tag1459.xml"/><Relationship Id="rId25" Type="http://schemas.openxmlformats.org/officeDocument/2006/relationships/tags" Target="../tags/tag1469.xml"/><Relationship Id="rId33" Type="http://schemas.openxmlformats.org/officeDocument/2006/relationships/tags" Target="../tags/tag1478.xml"/><Relationship Id="rId38" Type="http://schemas.openxmlformats.org/officeDocument/2006/relationships/tags" Target="../tags/tag1484.xml"/><Relationship Id="rId46" Type="http://schemas.openxmlformats.org/officeDocument/2006/relationships/tags" Target="../tags/tag1494.xml"/><Relationship Id="rId59" Type="http://schemas.openxmlformats.org/officeDocument/2006/relationships/tags" Target="../tags/tag1510.xml"/><Relationship Id="rId67" Type="http://schemas.openxmlformats.org/officeDocument/2006/relationships/tags" Target="../tags/tag1520.xml"/><Relationship Id="rId103" Type="http://schemas.openxmlformats.org/officeDocument/2006/relationships/tags" Target="../tags/tag1561.xml"/><Relationship Id="rId108" Type="http://schemas.openxmlformats.org/officeDocument/2006/relationships/tags" Target="../tags/tag1566.xml"/><Relationship Id="rId116" Type="http://schemas.openxmlformats.org/officeDocument/2006/relationships/tags" Target="../tags/tag1574.xml"/><Relationship Id="rId124" Type="http://schemas.openxmlformats.org/officeDocument/2006/relationships/image" Target="../media/image43.png"/><Relationship Id="rId129" Type="http://schemas.openxmlformats.org/officeDocument/2006/relationships/tags" Target="../tags/tag1717.xml"/><Relationship Id="rId137" Type="http://schemas.openxmlformats.org/officeDocument/2006/relationships/tags" Target="../tags/tag1782.xml"/><Relationship Id="rId20" Type="http://schemas.openxmlformats.org/officeDocument/2006/relationships/tags" Target="../tags/tag1463.xml"/><Relationship Id="rId41" Type="http://schemas.openxmlformats.org/officeDocument/2006/relationships/tags" Target="../tags/tag1488.xml"/><Relationship Id="rId54" Type="http://schemas.openxmlformats.org/officeDocument/2006/relationships/tags" Target="../tags/tag1504.xml"/><Relationship Id="rId62" Type="http://schemas.openxmlformats.org/officeDocument/2006/relationships/tags" Target="../tags/tag1514.xml"/><Relationship Id="rId70" Type="http://schemas.openxmlformats.org/officeDocument/2006/relationships/tags" Target="../tags/tag1523.xml"/><Relationship Id="rId75" Type="http://schemas.openxmlformats.org/officeDocument/2006/relationships/tags" Target="../tags/tag1530.xml"/><Relationship Id="rId83" Type="http://schemas.openxmlformats.org/officeDocument/2006/relationships/tags" Target="../tags/tag1538.xml"/><Relationship Id="rId88" Type="http://schemas.openxmlformats.org/officeDocument/2006/relationships/tags" Target="../tags/tag1543.xml"/><Relationship Id="rId91" Type="http://schemas.openxmlformats.org/officeDocument/2006/relationships/tags" Target="../tags/tag1546.xml"/><Relationship Id="rId96" Type="http://schemas.openxmlformats.org/officeDocument/2006/relationships/tags" Target="../tags/tag1552.xml"/><Relationship Id="rId111" Type="http://schemas.openxmlformats.org/officeDocument/2006/relationships/tags" Target="../tags/tag1569.xml"/><Relationship Id="rId132" Type="http://schemas.openxmlformats.org/officeDocument/2006/relationships/tags" Target="../tags/tag1729.xml"/><Relationship Id="rId1" Type="http://schemas.openxmlformats.org/officeDocument/2006/relationships/tags" Target="../tags/tag1439.xml"/><Relationship Id="rId6" Type="http://schemas.openxmlformats.org/officeDocument/2006/relationships/tags" Target="../tags/tag1445.xml"/><Relationship Id="rId15" Type="http://schemas.openxmlformats.org/officeDocument/2006/relationships/tags" Target="../tags/tag1457.xml"/><Relationship Id="rId23" Type="http://schemas.openxmlformats.org/officeDocument/2006/relationships/tags" Target="../tags/tag1466.xml"/><Relationship Id="rId28" Type="http://schemas.openxmlformats.org/officeDocument/2006/relationships/tags" Target="../tags/tag1472.xml"/><Relationship Id="rId36" Type="http://schemas.openxmlformats.org/officeDocument/2006/relationships/tags" Target="../tags/tag1482.xml"/><Relationship Id="rId49" Type="http://schemas.openxmlformats.org/officeDocument/2006/relationships/tags" Target="../tags/tag1497.xml"/><Relationship Id="rId57" Type="http://schemas.openxmlformats.org/officeDocument/2006/relationships/tags" Target="../tags/tag1507.xml"/><Relationship Id="rId106" Type="http://schemas.openxmlformats.org/officeDocument/2006/relationships/tags" Target="../tags/tag1564.xml"/><Relationship Id="rId114" Type="http://schemas.openxmlformats.org/officeDocument/2006/relationships/tags" Target="../tags/tag1572.xml"/><Relationship Id="rId119" Type="http://schemas.openxmlformats.org/officeDocument/2006/relationships/tags" Target="../tags/tag1577.xml"/><Relationship Id="rId127" Type="http://schemas.openxmlformats.org/officeDocument/2006/relationships/tags" Target="../tags/tag1711.xml"/><Relationship Id="rId10" Type="http://schemas.openxmlformats.org/officeDocument/2006/relationships/tags" Target="../tags/tag1450.xml"/><Relationship Id="rId31" Type="http://schemas.openxmlformats.org/officeDocument/2006/relationships/tags" Target="../tags/tag1476.xml"/><Relationship Id="rId44" Type="http://schemas.openxmlformats.org/officeDocument/2006/relationships/tags" Target="../tags/tag1491.xml"/><Relationship Id="rId52" Type="http://schemas.openxmlformats.org/officeDocument/2006/relationships/tags" Target="../tags/tag1501.xml"/><Relationship Id="rId60" Type="http://schemas.openxmlformats.org/officeDocument/2006/relationships/tags" Target="../tags/tag1511.xml"/><Relationship Id="rId65" Type="http://schemas.openxmlformats.org/officeDocument/2006/relationships/tags" Target="../tags/tag1517.xml"/><Relationship Id="rId73" Type="http://schemas.openxmlformats.org/officeDocument/2006/relationships/tags" Target="../tags/tag1527.xml"/><Relationship Id="rId78" Type="http://schemas.openxmlformats.org/officeDocument/2006/relationships/tags" Target="../tags/tag1533.xml"/><Relationship Id="rId81" Type="http://schemas.openxmlformats.org/officeDocument/2006/relationships/tags" Target="../tags/tag1536.xml"/><Relationship Id="rId86" Type="http://schemas.openxmlformats.org/officeDocument/2006/relationships/tags" Target="../tags/tag1541.xml"/><Relationship Id="rId94" Type="http://schemas.openxmlformats.org/officeDocument/2006/relationships/tags" Target="../tags/tag1550.xml"/><Relationship Id="rId99" Type="http://schemas.openxmlformats.org/officeDocument/2006/relationships/tags" Target="../tags/tag1556.xml"/><Relationship Id="rId101" Type="http://schemas.openxmlformats.org/officeDocument/2006/relationships/tags" Target="../tags/tag1559.xml"/><Relationship Id="rId122" Type="http://schemas.openxmlformats.org/officeDocument/2006/relationships/slideLayout" Target="../slideLayouts/slideLayout6.xml"/><Relationship Id="rId130" Type="http://schemas.openxmlformats.org/officeDocument/2006/relationships/image" Target="../media/image10.png"/><Relationship Id="rId135" Type="http://schemas.openxmlformats.org/officeDocument/2006/relationships/tags" Target="../tags/tag1770.xml"/><Relationship Id="rId4" Type="http://schemas.openxmlformats.org/officeDocument/2006/relationships/tags" Target="../tags/tag1443.xml"/><Relationship Id="rId9" Type="http://schemas.openxmlformats.org/officeDocument/2006/relationships/tags" Target="../tags/tag1449.xml"/><Relationship Id="rId13" Type="http://schemas.openxmlformats.org/officeDocument/2006/relationships/tags" Target="../tags/tag1454.xml"/><Relationship Id="rId18" Type="http://schemas.openxmlformats.org/officeDocument/2006/relationships/tags" Target="../tags/tag1460.xml"/><Relationship Id="rId39" Type="http://schemas.openxmlformats.org/officeDocument/2006/relationships/tags" Target="../tags/tag1485.xml"/><Relationship Id="rId109" Type="http://schemas.openxmlformats.org/officeDocument/2006/relationships/tags" Target="../tags/tag1567.xml"/><Relationship Id="rId34" Type="http://schemas.openxmlformats.org/officeDocument/2006/relationships/tags" Target="../tags/tag1479.xml"/><Relationship Id="rId50" Type="http://schemas.openxmlformats.org/officeDocument/2006/relationships/tags" Target="../tags/tag1498.xml"/><Relationship Id="rId55" Type="http://schemas.openxmlformats.org/officeDocument/2006/relationships/tags" Target="../tags/tag1505.xml"/><Relationship Id="rId76" Type="http://schemas.openxmlformats.org/officeDocument/2006/relationships/tags" Target="../tags/tag1531.xml"/><Relationship Id="rId97" Type="http://schemas.openxmlformats.org/officeDocument/2006/relationships/tags" Target="../tags/tag1554.xml"/><Relationship Id="rId104" Type="http://schemas.openxmlformats.org/officeDocument/2006/relationships/tags" Target="../tags/tag1562.xml"/><Relationship Id="rId120" Type="http://schemas.openxmlformats.org/officeDocument/2006/relationships/tags" Target="../tags/tag1578.xml"/><Relationship Id="rId125" Type="http://schemas.openxmlformats.org/officeDocument/2006/relationships/tags" Target="../tags/tag1705.xml"/><Relationship Id="rId7" Type="http://schemas.openxmlformats.org/officeDocument/2006/relationships/tags" Target="../tags/tag1447.xml"/><Relationship Id="rId71" Type="http://schemas.openxmlformats.org/officeDocument/2006/relationships/tags" Target="../tags/tag1524.xml"/><Relationship Id="rId92" Type="http://schemas.openxmlformats.org/officeDocument/2006/relationships/tags" Target="../tags/tag1548.xml"/><Relationship Id="rId2" Type="http://schemas.openxmlformats.org/officeDocument/2006/relationships/tags" Target="../tags/tag1440.xml"/><Relationship Id="rId29" Type="http://schemas.openxmlformats.org/officeDocument/2006/relationships/tags" Target="../tags/tag1473.xml"/><Relationship Id="rId24" Type="http://schemas.openxmlformats.org/officeDocument/2006/relationships/tags" Target="../tags/tag1467.xml"/><Relationship Id="rId40" Type="http://schemas.openxmlformats.org/officeDocument/2006/relationships/tags" Target="../tags/tag1486.xml"/><Relationship Id="rId45" Type="http://schemas.openxmlformats.org/officeDocument/2006/relationships/tags" Target="../tags/tag1492.xml"/><Relationship Id="rId66" Type="http://schemas.openxmlformats.org/officeDocument/2006/relationships/tags" Target="../tags/tag1518.xml"/><Relationship Id="rId87" Type="http://schemas.openxmlformats.org/officeDocument/2006/relationships/tags" Target="../tags/tag1542.xml"/><Relationship Id="rId110" Type="http://schemas.openxmlformats.org/officeDocument/2006/relationships/tags" Target="../tags/tag1568.xml"/><Relationship Id="rId115" Type="http://schemas.openxmlformats.org/officeDocument/2006/relationships/tags" Target="../tags/tag1573.xml"/><Relationship Id="rId131" Type="http://schemas.openxmlformats.org/officeDocument/2006/relationships/tags" Target="../tags/tag1723.xml"/><Relationship Id="rId136" Type="http://schemas.openxmlformats.org/officeDocument/2006/relationships/tags" Target="../tags/tag1776.xml"/><Relationship Id="rId61" Type="http://schemas.openxmlformats.org/officeDocument/2006/relationships/tags" Target="../tags/tag1512.xml"/><Relationship Id="rId82" Type="http://schemas.openxmlformats.org/officeDocument/2006/relationships/tags" Target="../tags/tag1537.xml"/><Relationship Id="rId19" Type="http://schemas.openxmlformats.org/officeDocument/2006/relationships/tags" Target="../tags/tag1461.xml"/><Relationship Id="rId14" Type="http://schemas.openxmlformats.org/officeDocument/2006/relationships/tags" Target="../tags/tag1455.xml"/><Relationship Id="rId30" Type="http://schemas.openxmlformats.org/officeDocument/2006/relationships/tags" Target="../tags/tag1474.xml"/><Relationship Id="rId35" Type="http://schemas.openxmlformats.org/officeDocument/2006/relationships/tags" Target="../tags/tag1480.xml"/><Relationship Id="rId56" Type="http://schemas.openxmlformats.org/officeDocument/2006/relationships/tags" Target="../tags/tag1506.xml"/><Relationship Id="rId77" Type="http://schemas.openxmlformats.org/officeDocument/2006/relationships/tags" Target="../tags/tag1532.xml"/><Relationship Id="rId100" Type="http://schemas.openxmlformats.org/officeDocument/2006/relationships/tags" Target="../tags/tag1557.xml"/><Relationship Id="rId105" Type="http://schemas.openxmlformats.org/officeDocument/2006/relationships/tags" Target="../tags/tag1563.xml"/><Relationship Id="rId126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tags" Target="../tags/tag1611.xml"/><Relationship Id="rId21" Type="http://schemas.openxmlformats.org/officeDocument/2006/relationships/tags" Target="../tags/tag1605.xml"/><Relationship Id="rId42" Type="http://schemas.openxmlformats.org/officeDocument/2006/relationships/tags" Target="../tags/tag1630.xml"/><Relationship Id="rId47" Type="http://schemas.openxmlformats.org/officeDocument/2006/relationships/tags" Target="../tags/tag1637.xml"/><Relationship Id="rId63" Type="http://schemas.openxmlformats.org/officeDocument/2006/relationships/tags" Target="../tags/tag1657.xml"/><Relationship Id="rId68" Type="http://schemas.openxmlformats.org/officeDocument/2006/relationships/tags" Target="../tags/tag1663.xml"/><Relationship Id="rId84" Type="http://schemas.openxmlformats.org/officeDocument/2006/relationships/tags" Target="../tags/tag1826.xml"/><Relationship Id="rId89" Type="http://schemas.openxmlformats.org/officeDocument/2006/relationships/image" Target="../media/image66.png"/><Relationship Id="rId2" Type="http://schemas.openxmlformats.org/officeDocument/2006/relationships/tags" Target="../tags/tag1582.xml"/><Relationship Id="rId16" Type="http://schemas.openxmlformats.org/officeDocument/2006/relationships/tags" Target="../tags/tag1599.xml"/><Relationship Id="rId29" Type="http://schemas.openxmlformats.org/officeDocument/2006/relationships/tags" Target="../tags/tag1614.xml"/><Relationship Id="rId107" Type="http://schemas.openxmlformats.org/officeDocument/2006/relationships/tags" Target="../tags/tag1888.xml"/><Relationship Id="rId11" Type="http://schemas.openxmlformats.org/officeDocument/2006/relationships/tags" Target="../tags/tag1593.xml"/><Relationship Id="rId24" Type="http://schemas.openxmlformats.org/officeDocument/2006/relationships/tags" Target="../tags/tag1608.xml"/><Relationship Id="rId32" Type="http://schemas.openxmlformats.org/officeDocument/2006/relationships/tags" Target="../tags/tag1618.xml"/><Relationship Id="rId37" Type="http://schemas.openxmlformats.org/officeDocument/2006/relationships/tags" Target="../tags/tag1624.xml"/><Relationship Id="rId40" Type="http://schemas.openxmlformats.org/officeDocument/2006/relationships/tags" Target="../tags/tag1628.xml"/><Relationship Id="rId45" Type="http://schemas.openxmlformats.org/officeDocument/2006/relationships/tags" Target="../tags/tag1634.xml"/><Relationship Id="rId53" Type="http://schemas.openxmlformats.org/officeDocument/2006/relationships/tags" Target="../tags/tag1645.xml"/><Relationship Id="rId58" Type="http://schemas.openxmlformats.org/officeDocument/2006/relationships/tags" Target="../tags/tag1651.xml"/><Relationship Id="rId66" Type="http://schemas.openxmlformats.org/officeDocument/2006/relationships/tags" Target="../tags/tag1660.xml"/><Relationship Id="rId74" Type="http://schemas.openxmlformats.org/officeDocument/2006/relationships/tags" Target="../tags/tag1669.xml"/><Relationship Id="rId79" Type="http://schemas.openxmlformats.org/officeDocument/2006/relationships/tags" Target="../tags/tag1674.xml"/><Relationship Id="rId87" Type="http://schemas.openxmlformats.org/officeDocument/2006/relationships/image" Target="../media/image65.png"/><Relationship Id="rId102" Type="http://schemas.openxmlformats.org/officeDocument/2006/relationships/image" Target="../media/image72.png"/><Relationship Id="rId110" Type="http://schemas.openxmlformats.org/officeDocument/2006/relationships/image" Target="../media/image74.png"/><Relationship Id="rId5" Type="http://schemas.openxmlformats.org/officeDocument/2006/relationships/tags" Target="../tags/tag1586.xml"/><Relationship Id="rId61" Type="http://schemas.openxmlformats.org/officeDocument/2006/relationships/tags" Target="../tags/tag1654.xml"/><Relationship Id="rId82" Type="http://schemas.openxmlformats.org/officeDocument/2006/relationships/tags" Target="../tags/tag1677.xml"/><Relationship Id="rId90" Type="http://schemas.openxmlformats.org/officeDocument/2006/relationships/tags" Target="../tags/tag1837.xml"/><Relationship Id="rId95" Type="http://schemas.openxmlformats.org/officeDocument/2006/relationships/image" Target="../media/image69.png"/><Relationship Id="rId19" Type="http://schemas.openxmlformats.org/officeDocument/2006/relationships/tags" Target="../tags/tag1603.xml"/><Relationship Id="rId14" Type="http://schemas.openxmlformats.org/officeDocument/2006/relationships/tags" Target="../tags/tag1597.xml"/><Relationship Id="rId22" Type="http://schemas.openxmlformats.org/officeDocument/2006/relationships/tags" Target="../tags/tag1606.xml"/><Relationship Id="rId27" Type="http://schemas.openxmlformats.org/officeDocument/2006/relationships/tags" Target="../tags/tag1612.xml"/><Relationship Id="rId30" Type="http://schemas.openxmlformats.org/officeDocument/2006/relationships/tags" Target="../tags/tag1616.xml"/><Relationship Id="rId35" Type="http://schemas.openxmlformats.org/officeDocument/2006/relationships/tags" Target="../tags/tag1622.xml"/><Relationship Id="rId43" Type="http://schemas.openxmlformats.org/officeDocument/2006/relationships/tags" Target="../tags/tag1631.xml"/><Relationship Id="rId48" Type="http://schemas.openxmlformats.org/officeDocument/2006/relationships/tags" Target="../tags/tag1639.xml"/><Relationship Id="rId56" Type="http://schemas.openxmlformats.org/officeDocument/2006/relationships/tags" Target="../tags/tag1648.xml"/><Relationship Id="rId64" Type="http://schemas.openxmlformats.org/officeDocument/2006/relationships/tags" Target="../tags/tag1658.xml"/><Relationship Id="rId69" Type="http://schemas.openxmlformats.org/officeDocument/2006/relationships/tags" Target="../tags/tag1664.xml"/><Relationship Id="rId77" Type="http://schemas.openxmlformats.org/officeDocument/2006/relationships/tags" Target="../tags/tag1672.xml"/><Relationship Id="rId100" Type="http://schemas.openxmlformats.org/officeDocument/2006/relationships/tags" Target="../tags/tag1863.xml"/><Relationship Id="rId105" Type="http://schemas.openxmlformats.org/officeDocument/2006/relationships/tags" Target="../tags/tag1879.xml"/><Relationship Id="rId8" Type="http://schemas.openxmlformats.org/officeDocument/2006/relationships/tags" Target="../tags/tag1589.xml"/><Relationship Id="rId51" Type="http://schemas.openxmlformats.org/officeDocument/2006/relationships/tags" Target="../tags/tag1642.xml"/><Relationship Id="rId72" Type="http://schemas.openxmlformats.org/officeDocument/2006/relationships/tags" Target="../tags/tag1667.xml"/><Relationship Id="rId80" Type="http://schemas.openxmlformats.org/officeDocument/2006/relationships/tags" Target="../tags/tag1675.xml"/><Relationship Id="rId85" Type="http://schemas.openxmlformats.org/officeDocument/2006/relationships/image" Target="../media/image64.png"/><Relationship Id="rId93" Type="http://schemas.openxmlformats.org/officeDocument/2006/relationships/image" Target="../media/image68.png"/><Relationship Id="rId98" Type="http://schemas.openxmlformats.org/officeDocument/2006/relationships/tags" Target="../tags/tag1858.xml"/><Relationship Id="rId3" Type="http://schemas.openxmlformats.org/officeDocument/2006/relationships/tags" Target="../tags/tag1583.xml"/><Relationship Id="rId12" Type="http://schemas.openxmlformats.org/officeDocument/2006/relationships/tags" Target="../tags/tag1594.xml"/><Relationship Id="rId17" Type="http://schemas.openxmlformats.org/officeDocument/2006/relationships/tags" Target="../tags/tag1600.xml"/><Relationship Id="rId25" Type="http://schemas.openxmlformats.org/officeDocument/2006/relationships/tags" Target="../tags/tag1610.xml"/><Relationship Id="rId33" Type="http://schemas.openxmlformats.org/officeDocument/2006/relationships/tags" Target="../tags/tag1619.xml"/><Relationship Id="rId38" Type="http://schemas.openxmlformats.org/officeDocument/2006/relationships/tags" Target="../tags/tag1625.xml"/><Relationship Id="rId46" Type="http://schemas.openxmlformats.org/officeDocument/2006/relationships/tags" Target="../tags/tag1635.xml"/><Relationship Id="rId59" Type="http://schemas.openxmlformats.org/officeDocument/2006/relationships/tags" Target="../tags/tag1652.xml"/><Relationship Id="rId67" Type="http://schemas.openxmlformats.org/officeDocument/2006/relationships/tags" Target="../tags/tag1662.xml"/><Relationship Id="rId103" Type="http://schemas.openxmlformats.org/officeDocument/2006/relationships/tags" Target="../tags/tag1872.xml"/><Relationship Id="rId108" Type="http://schemas.openxmlformats.org/officeDocument/2006/relationships/image" Target="../media/image73.png"/><Relationship Id="rId20" Type="http://schemas.openxmlformats.org/officeDocument/2006/relationships/tags" Target="../tags/tag1604.xml"/><Relationship Id="rId41" Type="http://schemas.openxmlformats.org/officeDocument/2006/relationships/tags" Target="../tags/tag1629.xml"/><Relationship Id="rId54" Type="http://schemas.openxmlformats.org/officeDocument/2006/relationships/tags" Target="../tags/tag1646.xml"/><Relationship Id="rId62" Type="http://schemas.openxmlformats.org/officeDocument/2006/relationships/tags" Target="../tags/tag1656.xml"/><Relationship Id="rId70" Type="http://schemas.openxmlformats.org/officeDocument/2006/relationships/tags" Target="../tags/tag1665.xml"/><Relationship Id="rId75" Type="http://schemas.openxmlformats.org/officeDocument/2006/relationships/tags" Target="../tags/tag1670.xml"/><Relationship Id="rId83" Type="http://schemas.openxmlformats.org/officeDocument/2006/relationships/slideLayout" Target="../slideLayouts/slideLayout6.xml"/><Relationship Id="rId88" Type="http://schemas.openxmlformats.org/officeDocument/2006/relationships/tags" Target="../tags/tag1833.xml"/><Relationship Id="rId91" Type="http://schemas.openxmlformats.org/officeDocument/2006/relationships/image" Target="../media/image67.png"/><Relationship Id="rId96" Type="http://schemas.openxmlformats.org/officeDocument/2006/relationships/tags" Target="../tags/tag1852.xml"/><Relationship Id="rId1" Type="http://schemas.openxmlformats.org/officeDocument/2006/relationships/tags" Target="../tags/tag1581.xml"/><Relationship Id="rId6" Type="http://schemas.openxmlformats.org/officeDocument/2006/relationships/tags" Target="../tags/tag1587.xml"/><Relationship Id="rId15" Type="http://schemas.openxmlformats.org/officeDocument/2006/relationships/tags" Target="../tags/tag1598.xml"/><Relationship Id="rId23" Type="http://schemas.openxmlformats.org/officeDocument/2006/relationships/tags" Target="../tags/tag1607.xml"/><Relationship Id="rId28" Type="http://schemas.openxmlformats.org/officeDocument/2006/relationships/tags" Target="../tags/tag1613.xml"/><Relationship Id="rId36" Type="http://schemas.openxmlformats.org/officeDocument/2006/relationships/tags" Target="../tags/tag1623.xml"/><Relationship Id="rId49" Type="http://schemas.openxmlformats.org/officeDocument/2006/relationships/tags" Target="../tags/tag1640.xml"/><Relationship Id="rId57" Type="http://schemas.openxmlformats.org/officeDocument/2006/relationships/tags" Target="../tags/tag1650.xml"/><Relationship Id="rId106" Type="http://schemas.openxmlformats.org/officeDocument/2006/relationships/tags" Target="../tags/tag1884.xml"/><Relationship Id="rId10" Type="http://schemas.openxmlformats.org/officeDocument/2006/relationships/tags" Target="../tags/tag1592.xml"/><Relationship Id="rId31" Type="http://schemas.openxmlformats.org/officeDocument/2006/relationships/tags" Target="../tags/tag1617.xml"/><Relationship Id="rId44" Type="http://schemas.openxmlformats.org/officeDocument/2006/relationships/tags" Target="../tags/tag1632.xml"/><Relationship Id="rId52" Type="http://schemas.openxmlformats.org/officeDocument/2006/relationships/tags" Target="../tags/tag1643.xml"/><Relationship Id="rId60" Type="http://schemas.openxmlformats.org/officeDocument/2006/relationships/tags" Target="../tags/tag1653.xml"/><Relationship Id="rId65" Type="http://schemas.openxmlformats.org/officeDocument/2006/relationships/tags" Target="../tags/tag1659.xml"/><Relationship Id="rId73" Type="http://schemas.openxmlformats.org/officeDocument/2006/relationships/tags" Target="../tags/tag1668.xml"/><Relationship Id="rId78" Type="http://schemas.openxmlformats.org/officeDocument/2006/relationships/tags" Target="../tags/tag1673.xml"/><Relationship Id="rId81" Type="http://schemas.openxmlformats.org/officeDocument/2006/relationships/tags" Target="../tags/tag1676.xml"/><Relationship Id="rId86" Type="http://schemas.openxmlformats.org/officeDocument/2006/relationships/tags" Target="../tags/tag1829.xml"/><Relationship Id="rId94" Type="http://schemas.openxmlformats.org/officeDocument/2006/relationships/tags" Target="../tags/tag1849.xml"/><Relationship Id="rId99" Type="http://schemas.openxmlformats.org/officeDocument/2006/relationships/image" Target="../media/image71.png"/><Relationship Id="rId101" Type="http://schemas.openxmlformats.org/officeDocument/2006/relationships/tags" Target="../tags/tag1867.xml"/><Relationship Id="rId4" Type="http://schemas.openxmlformats.org/officeDocument/2006/relationships/tags" Target="../tags/tag1584.xml"/><Relationship Id="rId9" Type="http://schemas.openxmlformats.org/officeDocument/2006/relationships/tags" Target="../tags/tag1591.xml"/><Relationship Id="rId13" Type="http://schemas.openxmlformats.org/officeDocument/2006/relationships/tags" Target="../tags/tag1595.xml"/><Relationship Id="rId18" Type="http://schemas.openxmlformats.org/officeDocument/2006/relationships/tags" Target="../tags/tag1601.xml"/><Relationship Id="rId39" Type="http://schemas.openxmlformats.org/officeDocument/2006/relationships/tags" Target="../tags/tag1626.xml"/><Relationship Id="rId109" Type="http://schemas.openxmlformats.org/officeDocument/2006/relationships/tags" Target="../tags/tag1893.xml"/><Relationship Id="rId34" Type="http://schemas.openxmlformats.org/officeDocument/2006/relationships/tags" Target="../tags/tag1620.xml"/><Relationship Id="rId50" Type="http://schemas.openxmlformats.org/officeDocument/2006/relationships/tags" Target="../tags/tag1641.xml"/><Relationship Id="rId55" Type="http://schemas.openxmlformats.org/officeDocument/2006/relationships/tags" Target="../tags/tag1647.xml"/><Relationship Id="rId76" Type="http://schemas.openxmlformats.org/officeDocument/2006/relationships/tags" Target="../tags/tag1671.xml"/><Relationship Id="rId97" Type="http://schemas.openxmlformats.org/officeDocument/2006/relationships/image" Target="../media/image70.png"/><Relationship Id="rId104" Type="http://schemas.openxmlformats.org/officeDocument/2006/relationships/image" Target="../media/image58.png"/><Relationship Id="rId7" Type="http://schemas.openxmlformats.org/officeDocument/2006/relationships/tags" Target="../tags/tag1588.xml"/><Relationship Id="rId71" Type="http://schemas.openxmlformats.org/officeDocument/2006/relationships/tags" Target="../tags/tag1666.xml"/><Relationship Id="rId92" Type="http://schemas.openxmlformats.org/officeDocument/2006/relationships/tags" Target="../tags/tag1843.xml"/></Relationships>
</file>

<file path=ppt/slides/_rels/slide25.xml.rels><?xml version="1.0" encoding="UTF-8" standalone="yes"?>
<Relationships xmlns="http://schemas.openxmlformats.org/package/2006/relationships"><Relationship Id="rId26" Type="http://schemas.openxmlformats.org/officeDocument/2006/relationships/tags" Target="../tags/tag1704.xml"/><Relationship Id="rId117" Type="http://schemas.openxmlformats.org/officeDocument/2006/relationships/image" Target="../media/image75.png"/><Relationship Id="rId21" Type="http://schemas.openxmlformats.org/officeDocument/2006/relationships/tags" Target="../tags/tag1698.xml"/><Relationship Id="rId42" Type="http://schemas.openxmlformats.org/officeDocument/2006/relationships/tags" Target="../tags/tag1724.xml"/><Relationship Id="rId47" Type="http://schemas.openxmlformats.org/officeDocument/2006/relationships/tags" Target="../tags/tag1730.xml"/><Relationship Id="rId63" Type="http://schemas.openxmlformats.org/officeDocument/2006/relationships/tags" Target="../tags/tag1746.xml"/><Relationship Id="rId68" Type="http://schemas.openxmlformats.org/officeDocument/2006/relationships/tags" Target="../tags/tag1751.xml"/><Relationship Id="rId84" Type="http://schemas.openxmlformats.org/officeDocument/2006/relationships/tags" Target="../tags/tag1768.xml"/><Relationship Id="rId89" Type="http://schemas.openxmlformats.org/officeDocument/2006/relationships/tags" Target="../tags/tag1774.xml"/><Relationship Id="rId112" Type="http://schemas.openxmlformats.org/officeDocument/2006/relationships/tags" Target="../tags/tag1801.xml"/><Relationship Id="rId133" Type="http://schemas.openxmlformats.org/officeDocument/2006/relationships/tags" Target="../tags/tag1966.xml"/><Relationship Id="rId138" Type="http://schemas.openxmlformats.org/officeDocument/2006/relationships/image" Target="../media/image81.png"/><Relationship Id="rId154" Type="http://schemas.openxmlformats.org/officeDocument/2006/relationships/tags" Target="../tags/tag2029.xml"/><Relationship Id="rId16" Type="http://schemas.openxmlformats.org/officeDocument/2006/relationships/tags" Target="../tags/tag1693.xml"/><Relationship Id="rId107" Type="http://schemas.openxmlformats.org/officeDocument/2006/relationships/tags" Target="../tags/tag1796.xml"/><Relationship Id="rId11" Type="http://schemas.openxmlformats.org/officeDocument/2006/relationships/tags" Target="../tags/tag1688.xml"/><Relationship Id="rId32" Type="http://schemas.openxmlformats.org/officeDocument/2006/relationships/tags" Target="../tags/tag1712.xml"/><Relationship Id="rId37" Type="http://schemas.openxmlformats.org/officeDocument/2006/relationships/tags" Target="../tags/tag1718.xml"/><Relationship Id="rId53" Type="http://schemas.openxmlformats.org/officeDocument/2006/relationships/tags" Target="../tags/tag1736.xml"/><Relationship Id="rId58" Type="http://schemas.openxmlformats.org/officeDocument/2006/relationships/tags" Target="../tags/tag1741.xml"/><Relationship Id="rId74" Type="http://schemas.openxmlformats.org/officeDocument/2006/relationships/tags" Target="../tags/tag1757.xml"/><Relationship Id="rId79" Type="http://schemas.openxmlformats.org/officeDocument/2006/relationships/tags" Target="../tags/tag1762.xml"/><Relationship Id="rId102" Type="http://schemas.openxmlformats.org/officeDocument/2006/relationships/tags" Target="../tags/tag1790.xml"/><Relationship Id="rId123" Type="http://schemas.openxmlformats.org/officeDocument/2006/relationships/image" Target="../media/image66.png"/><Relationship Id="rId128" Type="http://schemas.openxmlformats.org/officeDocument/2006/relationships/tags" Target="../tags/tag1950.xml"/><Relationship Id="rId144" Type="http://schemas.openxmlformats.org/officeDocument/2006/relationships/image" Target="../media/image83.png"/><Relationship Id="rId149" Type="http://schemas.openxmlformats.org/officeDocument/2006/relationships/image" Target="../media/image51.png"/><Relationship Id="rId5" Type="http://schemas.openxmlformats.org/officeDocument/2006/relationships/tags" Target="../tags/tag1682.xml"/><Relationship Id="rId90" Type="http://schemas.openxmlformats.org/officeDocument/2006/relationships/tags" Target="../tags/tag1775.xml"/><Relationship Id="rId95" Type="http://schemas.openxmlformats.org/officeDocument/2006/relationships/tags" Target="../tags/tag1781.xml"/><Relationship Id="rId22" Type="http://schemas.openxmlformats.org/officeDocument/2006/relationships/tags" Target="../tags/tag1700.xml"/><Relationship Id="rId27" Type="http://schemas.openxmlformats.org/officeDocument/2006/relationships/tags" Target="../tags/tag1706.xml"/><Relationship Id="rId43" Type="http://schemas.openxmlformats.org/officeDocument/2006/relationships/tags" Target="../tags/tag1725.xml"/><Relationship Id="rId48" Type="http://schemas.openxmlformats.org/officeDocument/2006/relationships/tags" Target="../tags/tag1731.xml"/><Relationship Id="rId64" Type="http://schemas.openxmlformats.org/officeDocument/2006/relationships/tags" Target="../tags/tag1747.xml"/><Relationship Id="rId69" Type="http://schemas.openxmlformats.org/officeDocument/2006/relationships/tags" Target="../tags/tag1752.xml"/><Relationship Id="rId113" Type="http://schemas.openxmlformats.org/officeDocument/2006/relationships/tags" Target="../tags/tag1802.xml"/><Relationship Id="rId118" Type="http://schemas.openxmlformats.org/officeDocument/2006/relationships/tags" Target="../tags/tag1927.xml"/><Relationship Id="rId134" Type="http://schemas.openxmlformats.org/officeDocument/2006/relationships/image" Target="../media/image72.png"/><Relationship Id="rId139" Type="http://schemas.openxmlformats.org/officeDocument/2006/relationships/tags" Target="../tags/tag1984.xml"/><Relationship Id="rId80" Type="http://schemas.openxmlformats.org/officeDocument/2006/relationships/tags" Target="../tags/tag1763.xml"/><Relationship Id="rId85" Type="http://schemas.openxmlformats.org/officeDocument/2006/relationships/tags" Target="../tags/tag1769.xml"/><Relationship Id="rId150" Type="http://schemas.openxmlformats.org/officeDocument/2006/relationships/tags" Target="../tags/tag2020.xml"/><Relationship Id="rId155" Type="http://schemas.openxmlformats.org/officeDocument/2006/relationships/image" Target="../media/image86.png"/><Relationship Id="rId12" Type="http://schemas.openxmlformats.org/officeDocument/2006/relationships/tags" Target="../tags/tag1689.xml"/><Relationship Id="rId17" Type="http://schemas.openxmlformats.org/officeDocument/2006/relationships/tags" Target="../tags/tag1694.xml"/><Relationship Id="rId33" Type="http://schemas.openxmlformats.org/officeDocument/2006/relationships/tags" Target="../tags/tag1713.xml"/><Relationship Id="rId38" Type="http://schemas.openxmlformats.org/officeDocument/2006/relationships/tags" Target="../tags/tag1719.xml"/><Relationship Id="rId59" Type="http://schemas.openxmlformats.org/officeDocument/2006/relationships/tags" Target="../tags/tag1742.xml"/><Relationship Id="rId103" Type="http://schemas.openxmlformats.org/officeDocument/2006/relationships/tags" Target="../tags/tag1791.xml"/><Relationship Id="rId108" Type="http://schemas.openxmlformats.org/officeDocument/2006/relationships/tags" Target="../tags/tag1797.xml"/><Relationship Id="rId124" Type="http://schemas.openxmlformats.org/officeDocument/2006/relationships/tags" Target="../tags/tag1938.xml"/><Relationship Id="rId129" Type="http://schemas.openxmlformats.org/officeDocument/2006/relationships/image" Target="../media/image80.png"/><Relationship Id="rId20" Type="http://schemas.openxmlformats.org/officeDocument/2006/relationships/tags" Target="../tags/tag1697.xml"/><Relationship Id="rId41" Type="http://schemas.openxmlformats.org/officeDocument/2006/relationships/tags" Target="../tags/tag1722.xml"/><Relationship Id="rId54" Type="http://schemas.openxmlformats.org/officeDocument/2006/relationships/tags" Target="../tags/tag1737.xml"/><Relationship Id="rId62" Type="http://schemas.openxmlformats.org/officeDocument/2006/relationships/tags" Target="../tags/tag1745.xml"/><Relationship Id="rId70" Type="http://schemas.openxmlformats.org/officeDocument/2006/relationships/tags" Target="../tags/tag1753.xml"/><Relationship Id="rId75" Type="http://schemas.openxmlformats.org/officeDocument/2006/relationships/tags" Target="../tags/tag1758.xml"/><Relationship Id="rId83" Type="http://schemas.openxmlformats.org/officeDocument/2006/relationships/tags" Target="../tags/tag1767.xml"/><Relationship Id="rId88" Type="http://schemas.openxmlformats.org/officeDocument/2006/relationships/tags" Target="../tags/tag1773.xml"/><Relationship Id="rId91" Type="http://schemas.openxmlformats.org/officeDocument/2006/relationships/tags" Target="../tags/tag1777.xml"/><Relationship Id="rId96" Type="http://schemas.openxmlformats.org/officeDocument/2006/relationships/tags" Target="../tags/tag1783.xml"/><Relationship Id="rId111" Type="http://schemas.openxmlformats.org/officeDocument/2006/relationships/tags" Target="../tags/tag1800.xml"/><Relationship Id="rId132" Type="http://schemas.openxmlformats.org/officeDocument/2006/relationships/tags" Target="../tags/tag1962.xml"/><Relationship Id="rId140" Type="http://schemas.openxmlformats.org/officeDocument/2006/relationships/tags" Target="../tags/tag1989.xml"/><Relationship Id="rId145" Type="http://schemas.openxmlformats.org/officeDocument/2006/relationships/tags" Target="../tags/tag2004.xml"/><Relationship Id="rId153" Type="http://schemas.openxmlformats.org/officeDocument/2006/relationships/image" Target="../media/image60.png"/><Relationship Id="rId1" Type="http://schemas.openxmlformats.org/officeDocument/2006/relationships/tags" Target="../tags/tag1678.xml"/><Relationship Id="rId6" Type="http://schemas.openxmlformats.org/officeDocument/2006/relationships/tags" Target="../tags/tag1683.xml"/><Relationship Id="rId15" Type="http://schemas.openxmlformats.org/officeDocument/2006/relationships/tags" Target="../tags/tag1692.xml"/><Relationship Id="rId23" Type="http://schemas.openxmlformats.org/officeDocument/2006/relationships/tags" Target="../tags/tag1701.xml"/><Relationship Id="rId28" Type="http://schemas.openxmlformats.org/officeDocument/2006/relationships/tags" Target="../tags/tag1707.xml"/><Relationship Id="rId36" Type="http://schemas.openxmlformats.org/officeDocument/2006/relationships/tags" Target="../tags/tag1716.xml"/><Relationship Id="rId49" Type="http://schemas.openxmlformats.org/officeDocument/2006/relationships/tags" Target="../tags/tag1732.xml"/><Relationship Id="rId57" Type="http://schemas.openxmlformats.org/officeDocument/2006/relationships/tags" Target="../tags/tag1740.xml"/><Relationship Id="rId106" Type="http://schemas.openxmlformats.org/officeDocument/2006/relationships/tags" Target="../tags/tag1795.xml"/><Relationship Id="rId114" Type="http://schemas.openxmlformats.org/officeDocument/2006/relationships/tags" Target="../tags/tag1803.xml"/><Relationship Id="rId119" Type="http://schemas.openxmlformats.org/officeDocument/2006/relationships/image" Target="../media/image76.png"/><Relationship Id="rId127" Type="http://schemas.openxmlformats.org/officeDocument/2006/relationships/image" Target="../media/image79.png"/><Relationship Id="rId10" Type="http://schemas.openxmlformats.org/officeDocument/2006/relationships/tags" Target="../tags/tag1687.xml"/><Relationship Id="rId31" Type="http://schemas.openxmlformats.org/officeDocument/2006/relationships/tags" Target="../tags/tag1710.xml"/><Relationship Id="rId44" Type="http://schemas.openxmlformats.org/officeDocument/2006/relationships/tags" Target="../tags/tag1726.xml"/><Relationship Id="rId52" Type="http://schemas.openxmlformats.org/officeDocument/2006/relationships/tags" Target="../tags/tag1735.xml"/><Relationship Id="rId60" Type="http://schemas.openxmlformats.org/officeDocument/2006/relationships/tags" Target="../tags/tag1743.xml"/><Relationship Id="rId65" Type="http://schemas.openxmlformats.org/officeDocument/2006/relationships/tags" Target="../tags/tag1748.xml"/><Relationship Id="rId73" Type="http://schemas.openxmlformats.org/officeDocument/2006/relationships/tags" Target="../tags/tag1756.xml"/><Relationship Id="rId78" Type="http://schemas.openxmlformats.org/officeDocument/2006/relationships/tags" Target="../tags/tag1761.xml"/><Relationship Id="rId81" Type="http://schemas.openxmlformats.org/officeDocument/2006/relationships/tags" Target="../tags/tag1765.xml"/><Relationship Id="rId86" Type="http://schemas.openxmlformats.org/officeDocument/2006/relationships/tags" Target="../tags/tag1771.xml"/><Relationship Id="rId94" Type="http://schemas.openxmlformats.org/officeDocument/2006/relationships/tags" Target="../tags/tag1780.xml"/><Relationship Id="rId99" Type="http://schemas.openxmlformats.org/officeDocument/2006/relationships/tags" Target="../tags/tag1786.xml"/><Relationship Id="rId101" Type="http://schemas.openxmlformats.org/officeDocument/2006/relationships/tags" Target="../tags/tag1789.xml"/><Relationship Id="rId122" Type="http://schemas.openxmlformats.org/officeDocument/2006/relationships/tags" Target="../tags/tag1934.xml"/><Relationship Id="rId130" Type="http://schemas.openxmlformats.org/officeDocument/2006/relationships/tags" Target="../tags/tag1957.xml"/><Relationship Id="rId135" Type="http://schemas.openxmlformats.org/officeDocument/2006/relationships/tags" Target="../tags/tag1971.xml"/><Relationship Id="rId143" Type="http://schemas.openxmlformats.org/officeDocument/2006/relationships/tags" Target="../tags/tag1998.xml"/><Relationship Id="rId148" Type="http://schemas.openxmlformats.org/officeDocument/2006/relationships/tags" Target="../tags/tag2016.xml"/><Relationship Id="rId151" Type="http://schemas.openxmlformats.org/officeDocument/2006/relationships/image" Target="../media/image85.png"/><Relationship Id="rId156" Type="http://schemas.openxmlformats.org/officeDocument/2006/relationships/tags" Target="../tags/tag2032.xml"/><Relationship Id="rId4" Type="http://schemas.openxmlformats.org/officeDocument/2006/relationships/tags" Target="../tags/tag1681.xml"/><Relationship Id="rId9" Type="http://schemas.openxmlformats.org/officeDocument/2006/relationships/tags" Target="../tags/tag1686.xml"/><Relationship Id="rId13" Type="http://schemas.openxmlformats.org/officeDocument/2006/relationships/tags" Target="../tags/tag1690.xml"/><Relationship Id="rId18" Type="http://schemas.openxmlformats.org/officeDocument/2006/relationships/tags" Target="../tags/tag1695.xml"/><Relationship Id="rId39" Type="http://schemas.openxmlformats.org/officeDocument/2006/relationships/tags" Target="../tags/tag1720.xml"/><Relationship Id="rId109" Type="http://schemas.openxmlformats.org/officeDocument/2006/relationships/tags" Target="../tags/tag1798.xml"/><Relationship Id="rId34" Type="http://schemas.openxmlformats.org/officeDocument/2006/relationships/tags" Target="../tags/tag1714.xml"/><Relationship Id="rId50" Type="http://schemas.openxmlformats.org/officeDocument/2006/relationships/tags" Target="../tags/tag1733.xml"/><Relationship Id="rId55" Type="http://schemas.openxmlformats.org/officeDocument/2006/relationships/tags" Target="../tags/tag1738.xml"/><Relationship Id="rId76" Type="http://schemas.openxmlformats.org/officeDocument/2006/relationships/tags" Target="../tags/tag1759.xml"/><Relationship Id="rId97" Type="http://schemas.openxmlformats.org/officeDocument/2006/relationships/tags" Target="../tags/tag1784.xml"/><Relationship Id="rId104" Type="http://schemas.openxmlformats.org/officeDocument/2006/relationships/tags" Target="../tags/tag1792.xml"/><Relationship Id="rId120" Type="http://schemas.openxmlformats.org/officeDocument/2006/relationships/tags" Target="../tags/tag1930.xml"/><Relationship Id="rId125" Type="http://schemas.openxmlformats.org/officeDocument/2006/relationships/image" Target="../media/image78.png"/><Relationship Id="rId141" Type="http://schemas.openxmlformats.org/officeDocument/2006/relationships/tags" Target="../tags/tag1993.xml"/><Relationship Id="rId146" Type="http://schemas.openxmlformats.org/officeDocument/2006/relationships/image" Target="../media/image84.png"/><Relationship Id="rId7" Type="http://schemas.openxmlformats.org/officeDocument/2006/relationships/tags" Target="../tags/tag1684.xml"/><Relationship Id="rId71" Type="http://schemas.openxmlformats.org/officeDocument/2006/relationships/tags" Target="../tags/tag1754.xml"/><Relationship Id="rId92" Type="http://schemas.openxmlformats.org/officeDocument/2006/relationships/tags" Target="../tags/tag1778.xml"/><Relationship Id="rId2" Type="http://schemas.openxmlformats.org/officeDocument/2006/relationships/tags" Target="../tags/tag1679.xml"/><Relationship Id="rId29" Type="http://schemas.openxmlformats.org/officeDocument/2006/relationships/tags" Target="../tags/tag1708.xml"/><Relationship Id="rId24" Type="http://schemas.openxmlformats.org/officeDocument/2006/relationships/tags" Target="../tags/tag1702.xml"/><Relationship Id="rId40" Type="http://schemas.openxmlformats.org/officeDocument/2006/relationships/tags" Target="../tags/tag1721.xml"/><Relationship Id="rId45" Type="http://schemas.openxmlformats.org/officeDocument/2006/relationships/tags" Target="../tags/tag1727.xml"/><Relationship Id="rId66" Type="http://schemas.openxmlformats.org/officeDocument/2006/relationships/tags" Target="../tags/tag1749.xml"/><Relationship Id="rId87" Type="http://schemas.openxmlformats.org/officeDocument/2006/relationships/tags" Target="../tags/tag1772.xml"/><Relationship Id="rId110" Type="http://schemas.openxmlformats.org/officeDocument/2006/relationships/tags" Target="../tags/tag1799.xml"/><Relationship Id="rId115" Type="http://schemas.openxmlformats.org/officeDocument/2006/relationships/slideLayout" Target="../slideLayouts/slideLayout6.xml"/><Relationship Id="rId131" Type="http://schemas.openxmlformats.org/officeDocument/2006/relationships/image" Target="../media/image71.png"/><Relationship Id="rId136" Type="http://schemas.openxmlformats.org/officeDocument/2006/relationships/image" Target="../media/image58.png"/><Relationship Id="rId157" Type="http://schemas.openxmlformats.org/officeDocument/2006/relationships/image" Target="../media/image87.png"/><Relationship Id="rId61" Type="http://schemas.openxmlformats.org/officeDocument/2006/relationships/tags" Target="../tags/tag1744.xml"/><Relationship Id="rId82" Type="http://schemas.openxmlformats.org/officeDocument/2006/relationships/tags" Target="../tags/tag1766.xml"/><Relationship Id="rId152" Type="http://schemas.openxmlformats.org/officeDocument/2006/relationships/tags" Target="../tags/tag2024.xml"/><Relationship Id="rId19" Type="http://schemas.openxmlformats.org/officeDocument/2006/relationships/tags" Target="../tags/tag1696.xml"/><Relationship Id="rId14" Type="http://schemas.openxmlformats.org/officeDocument/2006/relationships/tags" Target="../tags/tag1691.xml"/><Relationship Id="rId30" Type="http://schemas.openxmlformats.org/officeDocument/2006/relationships/tags" Target="../tags/tag1709.xml"/><Relationship Id="rId35" Type="http://schemas.openxmlformats.org/officeDocument/2006/relationships/tags" Target="../tags/tag1715.xml"/><Relationship Id="rId56" Type="http://schemas.openxmlformats.org/officeDocument/2006/relationships/tags" Target="../tags/tag1739.xml"/><Relationship Id="rId77" Type="http://schemas.openxmlformats.org/officeDocument/2006/relationships/tags" Target="../tags/tag1760.xml"/><Relationship Id="rId100" Type="http://schemas.openxmlformats.org/officeDocument/2006/relationships/tags" Target="../tags/tag1787.xml"/><Relationship Id="rId105" Type="http://schemas.openxmlformats.org/officeDocument/2006/relationships/tags" Target="../tags/tag1793.xml"/><Relationship Id="rId126" Type="http://schemas.openxmlformats.org/officeDocument/2006/relationships/tags" Target="../tags/tag1944.xml"/><Relationship Id="rId147" Type="http://schemas.openxmlformats.org/officeDocument/2006/relationships/tags" Target="../tags/tag2011.xml"/><Relationship Id="rId8" Type="http://schemas.openxmlformats.org/officeDocument/2006/relationships/tags" Target="../tags/tag1685.xml"/><Relationship Id="rId51" Type="http://schemas.openxmlformats.org/officeDocument/2006/relationships/tags" Target="../tags/tag1734.xml"/><Relationship Id="rId72" Type="http://schemas.openxmlformats.org/officeDocument/2006/relationships/tags" Target="../tags/tag1755.xml"/><Relationship Id="rId93" Type="http://schemas.openxmlformats.org/officeDocument/2006/relationships/tags" Target="../tags/tag1779.xml"/><Relationship Id="rId98" Type="http://schemas.openxmlformats.org/officeDocument/2006/relationships/tags" Target="../tags/tag1785.xml"/><Relationship Id="rId121" Type="http://schemas.openxmlformats.org/officeDocument/2006/relationships/image" Target="../media/image77.png"/><Relationship Id="rId142" Type="http://schemas.openxmlformats.org/officeDocument/2006/relationships/image" Target="../media/image82.png"/><Relationship Id="rId3" Type="http://schemas.openxmlformats.org/officeDocument/2006/relationships/tags" Target="../tags/tag1680.xml"/><Relationship Id="rId25" Type="http://schemas.openxmlformats.org/officeDocument/2006/relationships/tags" Target="../tags/tag1703.xml"/><Relationship Id="rId46" Type="http://schemas.openxmlformats.org/officeDocument/2006/relationships/tags" Target="../tags/tag1728.xml"/><Relationship Id="rId67" Type="http://schemas.openxmlformats.org/officeDocument/2006/relationships/tags" Target="../tags/tag1750.xml"/><Relationship Id="rId116" Type="http://schemas.openxmlformats.org/officeDocument/2006/relationships/tags" Target="../tags/tag1899.xml"/><Relationship Id="rId137" Type="http://schemas.openxmlformats.org/officeDocument/2006/relationships/tags" Target="../tags/tag197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3" Type="http://schemas.openxmlformats.org/officeDocument/2006/relationships/tags" Target="../tags/tag1806.xml"/><Relationship Id="rId7" Type="http://schemas.openxmlformats.org/officeDocument/2006/relationships/tags" Target="../tags/tag1810.xml"/><Relationship Id="rId2" Type="http://schemas.openxmlformats.org/officeDocument/2006/relationships/tags" Target="../tags/tag1805.xml"/><Relationship Id="rId1" Type="http://schemas.openxmlformats.org/officeDocument/2006/relationships/tags" Target="../tags/tag1804.xml"/><Relationship Id="rId6" Type="http://schemas.openxmlformats.org/officeDocument/2006/relationships/tags" Target="../tags/tag1809.xml"/><Relationship Id="rId5" Type="http://schemas.openxmlformats.org/officeDocument/2006/relationships/tags" Target="../tags/tag1808.xml"/><Relationship Id="rId4" Type="http://schemas.openxmlformats.org/officeDocument/2006/relationships/tags" Target="../tags/tag1807.xml"/><Relationship Id="rId9" Type="http://schemas.openxmlformats.org/officeDocument/2006/relationships/notesSlide" Target="../notesSlides/notesSlide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821.xml"/><Relationship Id="rId13" Type="http://schemas.openxmlformats.org/officeDocument/2006/relationships/tags" Target="../tags/tag1827.xml"/><Relationship Id="rId18" Type="http://schemas.openxmlformats.org/officeDocument/2006/relationships/notesSlide" Target="../notesSlides/notesSlide5.xml"/><Relationship Id="rId3" Type="http://schemas.openxmlformats.org/officeDocument/2006/relationships/tags" Target="../tags/tag1816.xml"/><Relationship Id="rId7" Type="http://schemas.openxmlformats.org/officeDocument/2006/relationships/tags" Target="../tags/tag1820.xml"/><Relationship Id="rId12" Type="http://schemas.openxmlformats.org/officeDocument/2006/relationships/tags" Target="../tags/tag1825.xml"/><Relationship Id="rId17" Type="http://schemas.openxmlformats.org/officeDocument/2006/relationships/slideLayout" Target="../slideLayouts/slideLayout6.xml"/><Relationship Id="rId2" Type="http://schemas.openxmlformats.org/officeDocument/2006/relationships/tags" Target="../tags/tag1815.xml"/><Relationship Id="rId16" Type="http://schemas.openxmlformats.org/officeDocument/2006/relationships/tags" Target="../tags/tag1831.xml"/><Relationship Id="rId20" Type="http://schemas.openxmlformats.org/officeDocument/2006/relationships/image" Target="../media/image10.emf"/><Relationship Id="rId1" Type="http://schemas.openxmlformats.org/officeDocument/2006/relationships/tags" Target="../tags/tag1814.xml"/><Relationship Id="rId6" Type="http://schemas.openxmlformats.org/officeDocument/2006/relationships/tags" Target="../tags/tag1819.xml"/><Relationship Id="rId11" Type="http://schemas.openxmlformats.org/officeDocument/2006/relationships/tags" Target="../tags/tag1824.xml"/><Relationship Id="rId5" Type="http://schemas.openxmlformats.org/officeDocument/2006/relationships/tags" Target="../tags/tag1818.xml"/><Relationship Id="rId15" Type="http://schemas.openxmlformats.org/officeDocument/2006/relationships/tags" Target="../tags/tag1830.xml"/><Relationship Id="rId10" Type="http://schemas.openxmlformats.org/officeDocument/2006/relationships/tags" Target="../tags/tag1823.xml"/><Relationship Id="rId19" Type="http://schemas.openxmlformats.org/officeDocument/2006/relationships/oleObject" Target="../embeddings/oleObject1.bin"/><Relationship Id="rId4" Type="http://schemas.openxmlformats.org/officeDocument/2006/relationships/tags" Target="../tags/tag1817.xml"/><Relationship Id="rId9" Type="http://schemas.openxmlformats.org/officeDocument/2006/relationships/tags" Target="../tags/tag1822.xml"/><Relationship Id="rId14" Type="http://schemas.openxmlformats.org/officeDocument/2006/relationships/tags" Target="../tags/tag1828.xml"/></Relationships>
</file>

<file path=ppt/slides/_rels/slide28.xml.rels><?xml version="1.0" encoding="UTF-8" standalone="yes"?>
<Relationships xmlns="http://schemas.openxmlformats.org/package/2006/relationships"><Relationship Id="rId26" Type="http://schemas.openxmlformats.org/officeDocument/2006/relationships/tags" Target="../tags/tag1866.xml"/><Relationship Id="rId21" Type="http://schemas.openxmlformats.org/officeDocument/2006/relationships/tags" Target="../tags/tag1860.xml"/><Relationship Id="rId42" Type="http://schemas.openxmlformats.org/officeDocument/2006/relationships/tags" Target="../tags/tag1886.xml"/><Relationship Id="rId47" Type="http://schemas.openxmlformats.org/officeDocument/2006/relationships/tags" Target="../tags/tag1892.xml"/><Relationship Id="rId63" Type="http://schemas.openxmlformats.org/officeDocument/2006/relationships/tags" Target="../tags/tag1910.xml"/><Relationship Id="rId68" Type="http://schemas.openxmlformats.org/officeDocument/2006/relationships/tags" Target="../tags/tag1915.xml"/><Relationship Id="rId84" Type="http://schemas.openxmlformats.org/officeDocument/2006/relationships/oleObject" Target="../embeddings/oleObject2.bin"/><Relationship Id="rId89" Type="http://schemas.openxmlformats.org/officeDocument/2006/relationships/oleObject" Target="../embeddings/oleObject4.bin"/><Relationship Id="rId112" Type="http://schemas.openxmlformats.org/officeDocument/2006/relationships/oleObject" Target="../embeddings/oleObject19.bin"/><Relationship Id="rId16" Type="http://schemas.openxmlformats.org/officeDocument/2006/relationships/tags" Target="../tags/tag1854.xml"/><Relationship Id="rId107" Type="http://schemas.openxmlformats.org/officeDocument/2006/relationships/oleObject" Target="../embeddings/oleObject15.bin"/><Relationship Id="rId11" Type="http://schemas.openxmlformats.org/officeDocument/2006/relationships/tags" Target="../tags/tag1847.xml"/><Relationship Id="rId24" Type="http://schemas.openxmlformats.org/officeDocument/2006/relationships/tags" Target="../tags/tag1864.xml"/><Relationship Id="rId32" Type="http://schemas.openxmlformats.org/officeDocument/2006/relationships/tags" Target="../tags/tag1874.xml"/><Relationship Id="rId37" Type="http://schemas.openxmlformats.org/officeDocument/2006/relationships/tags" Target="../tags/tag1880.xml"/><Relationship Id="rId40" Type="http://schemas.openxmlformats.org/officeDocument/2006/relationships/tags" Target="../tags/tag1883.xml"/><Relationship Id="rId45" Type="http://schemas.openxmlformats.org/officeDocument/2006/relationships/tags" Target="../tags/tag1890.xml"/><Relationship Id="rId53" Type="http://schemas.openxmlformats.org/officeDocument/2006/relationships/tags" Target="../tags/tag1900.xml"/><Relationship Id="rId58" Type="http://schemas.openxmlformats.org/officeDocument/2006/relationships/tags" Target="../tags/tag1905.xml"/><Relationship Id="rId66" Type="http://schemas.openxmlformats.org/officeDocument/2006/relationships/tags" Target="../tags/tag1913.xml"/><Relationship Id="rId74" Type="http://schemas.openxmlformats.org/officeDocument/2006/relationships/tags" Target="../tags/tag1921.xml"/><Relationship Id="rId79" Type="http://schemas.openxmlformats.org/officeDocument/2006/relationships/tags" Target="../tags/tag1926.xml"/><Relationship Id="rId87" Type="http://schemas.openxmlformats.org/officeDocument/2006/relationships/oleObject" Target="../embeddings/oleObject3.bin"/><Relationship Id="rId102" Type="http://schemas.openxmlformats.org/officeDocument/2006/relationships/oleObject" Target="../embeddings/oleObject11.bin"/><Relationship Id="rId110" Type="http://schemas.openxmlformats.org/officeDocument/2006/relationships/oleObject" Target="../embeddings/oleObject18.bin"/><Relationship Id="rId115" Type="http://schemas.openxmlformats.org/officeDocument/2006/relationships/image" Target="../media/image32.png"/><Relationship Id="rId5" Type="http://schemas.openxmlformats.org/officeDocument/2006/relationships/tags" Target="../tags/tag1840.xml"/><Relationship Id="rId61" Type="http://schemas.openxmlformats.org/officeDocument/2006/relationships/tags" Target="../tags/tag1908.xml"/><Relationship Id="rId82" Type="http://schemas.openxmlformats.org/officeDocument/2006/relationships/tags" Target="../tags/tag1931.xml"/><Relationship Id="rId90" Type="http://schemas.openxmlformats.org/officeDocument/2006/relationships/image" Target="../media/image14.wmf"/><Relationship Id="rId95" Type="http://schemas.openxmlformats.org/officeDocument/2006/relationships/oleObject" Target="../embeddings/oleObject7.bin"/><Relationship Id="rId19" Type="http://schemas.openxmlformats.org/officeDocument/2006/relationships/tags" Target="../tags/tag1857.xml"/><Relationship Id="rId14" Type="http://schemas.openxmlformats.org/officeDocument/2006/relationships/tags" Target="../tags/tag1851.xml"/><Relationship Id="rId22" Type="http://schemas.openxmlformats.org/officeDocument/2006/relationships/tags" Target="../tags/tag1861.xml"/><Relationship Id="rId27" Type="http://schemas.openxmlformats.org/officeDocument/2006/relationships/tags" Target="../tags/tag1868.xml"/><Relationship Id="rId30" Type="http://schemas.openxmlformats.org/officeDocument/2006/relationships/tags" Target="../tags/tag1871.xml"/><Relationship Id="rId35" Type="http://schemas.openxmlformats.org/officeDocument/2006/relationships/tags" Target="../tags/tag1877.xml"/><Relationship Id="rId43" Type="http://schemas.openxmlformats.org/officeDocument/2006/relationships/tags" Target="../tags/tag1887.xml"/><Relationship Id="rId48" Type="http://schemas.openxmlformats.org/officeDocument/2006/relationships/tags" Target="../tags/tag1894.xml"/><Relationship Id="rId56" Type="http://schemas.openxmlformats.org/officeDocument/2006/relationships/tags" Target="../tags/tag1903.xml"/><Relationship Id="rId64" Type="http://schemas.openxmlformats.org/officeDocument/2006/relationships/tags" Target="../tags/tag1911.xml"/><Relationship Id="rId69" Type="http://schemas.openxmlformats.org/officeDocument/2006/relationships/tags" Target="../tags/tag1916.xml"/><Relationship Id="rId77" Type="http://schemas.openxmlformats.org/officeDocument/2006/relationships/tags" Target="../tags/tag1924.xml"/><Relationship Id="rId100" Type="http://schemas.openxmlformats.org/officeDocument/2006/relationships/oleObject" Target="../embeddings/oleObject10.bin"/><Relationship Id="rId105" Type="http://schemas.openxmlformats.org/officeDocument/2006/relationships/oleObject" Target="../embeddings/oleObject14.bin"/><Relationship Id="rId113" Type="http://schemas.openxmlformats.org/officeDocument/2006/relationships/image" Target="../media/image22.wmf"/><Relationship Id="rId8" Type="http://schemas.openxmlformats.org/officeDocument/2006/relationships/tags" Target="../tags/tag1844.xml"/><Relationship Id="rId51" Type="http://schemas.openxmlformats.org/officeDocument/2006/relationships/tags" Target="../tags/tag1897.xml"/><Relationship Id="rId72" Type="http://schemas.openxmlformats.org/officeDocument/2006/relationships/tags" Target="../tags/tag1919.xml"/><Relationship Id="rId80" Type="http://schemas.openxmlformats.org/officeDocument/2006/relationships/tags" Target="../tags/tag1928.xml"/><Relationship Id="rId85" Type="http://schemas.openxmlformats.org/officeDocument/2006/relationships/image" Target="../media/image11.emf"/><Relationship Id="rId93" Type="http://schemas.openxmlformats.org/officeDocument/2006/relationships/oleObject" Target="../embeddings/oleObject6.bin"/><Relationship Id="rId98" Type="http://schemas.openxmlformats.org/officeDocument/2006/relationships/image" Target="../media/image18.wmf"/><Relationship Id="rId3" Type="http://schemas.openxmlformats.org/officeDocument/2006/relationships/tags" Target="../tags/tag1838.xml"/><Relationship Id="rId12" Type="http://schemas.openxmlformats.org/officeDocument/2006/relationships/tags" Target="../tags/tag1848.xml"/><Relationship Id="rId17" Type="http://schemas.openxmlformats.org/officeDocument/2006/relationships/tags" Target="../tags/tag1855.xml"/><Relationship Id="rId25" Type="http://schemas.openxmlformats.org/officeDocument/2006/relationships/tags" Target="../tags/tag1865.xml"/><Relationship Id="rId33" Type="http://schemas.openxmlformats.org/officeDocument/2006/relationships/tags" Target="../tags/tag1875.xml"/><Relationship Id="rId38" Type="http://schemas.openxmlformats.org/officeDocument/2006/relationships/tags" Target="../tags/tag1881.xml"/><Relationship Id="rId46" Type="http://schemas.openxmlformats.org/officeDocument/2006/relationships/tags" Target="../tags/tag1891.xml"/><Relationship Id="rId59" Type="http://schemas.openxmlformats.org/officeDocument/2006/relationships/tags" Target="../tags/tag1906.xml"/><Relationship Id="rId67" Type="http://schemas.openxmlformats.org/officeDocument/2006/relationships/tags" Target="../tags/tag1914.xml"/><Relationship Id="rId103" Type="http://schemas.openxmlformats.org/officeDocument/2006/relationships/oleObject" Target="../embeddings/oleObject12.bin"/><Relationship Id="rId108" Type="http://schemas.openxmlformats.org/officeDocument/2006/relationships/oleObject" Target="../embeddings/oleObject16.bin"/><Relationship Id="rId20" Type="http://schemas.openxmlformats.org/officeDocument/2006/relationships/tags" Target="../tags/tag1859.xml"/><Relationship Id="rId41" Type="http://schemas.openxmlformats.org/officeDocument/2006/relationships/tags" Target="../tags/tag1885.xml"/><Relationship Id="rId54" Type="http://schemas.openxmlformats.org/officeDocument/2006/relationships/tags" Target="../tags/tag1901.xml"/><Relationship Id="rId62" Type="http://schemas.openxmlformats.org/officeDocument/2006/relationships/tags" Target="../tags/tag1909.xml"/><Relationship Id="rId70" Type="http://schemas.openxmlformats.org/officeDocument/2006/relationships/tags" Target="../tags/tag1917.xml"/><Relationship Id="rId75" Type="http://schemas.openxmlformats.org/officeDocument/2006/relationships/tags" Target="../tags/tag1922.xml"/><Relationship Id="rId83" Type="http://schemas.openxmlformats.org/officeDocument/2006/relationships/slideLayout" Target="../slideLayouts/slideLayout6.xml"/><Relationship Id="rId88" Type="http://schemas.openxmlformats.org/officeDocument/2006/relationships/image" Target="../media/image13.wmf"/><Relationship Id="rId91" Type="http://schemas.openxmlformats.org/officeDocument/2006/relationships/oleObject" Target="../embeddings/oleObject5.bin"/><Relationship Id="rId96" Type="http://schemas.openxmlformats.org/officeDocument/2006/relationships/image" Target="../media/image17.wmf"/><Relationship Id="rId111" Type="http://schemas.openxmlformats.org/officeDocument/2006/relationships/image" Target="../media/image21.wmf"/><Relationship Id="rId1" Type="http://schemas.openxmlformats.org/officeDocument/2006/relationships/tags" Target="../tags/tag1835.xml"/><Relationship Id="rId6" Type="http://schemas.openxmlformats.org/officeDocument/2006/relationships/tags" Target="../tags/tag1841.xml"/><Relationship Id="rId15" Type="http://schemas.openxmlformats.org/officeDocument/2006/relationships/tags" Target="../tags/tag1853.xml"/><Relationship Id="rId23" Type="http://schemas.openxmlformats.org/officeDocument/2006/relationships/tags" Target="../tags/tag1862.xml"/><Relationship Id="rId28" Type="http://schemas.openxmlformats.org/officeDocument/2006/relationships/tags" Target="../tags/tag1869.xml"/><Relationship Id="rId36" Type="http://schemas.openxmlformats.org/officeDocument/2006/relationships/tags" Target="../tags/tag1878.xml"/><Relationship Id="rId49" Type="http://schemas.openxmlformats.org/officeDocument/2006/relationships/tags" Target="../tags/tag1895.xml"/><Relationship Id="rId57" Type="http://schemas.openxmlformats.org/officeDocument/2006/relationships/tags" Target="../tags/tag1904.xml"/><Relationship Id="rId106" Type="http://schemas.openxmlformats.org/officeDocument/2006/relationships/image" Target="../media/image20.wmf"/><Relationship Id="rId114" Type="http://schemas.openxmlformats.org/officeDocument/2006/relationships/oleObject" Target="../embeddings/oleObject20.bin"/><Relationship Id="rId10" Type="http://schemas.openxmlformats.org/officeDocument/2006/relationships/tags" Target="../tags/tag1846.xml"/><Relationship Id="rId31" Type="http://schemas.openxmlformats.org/officeDocument/2006/relationships/tags" Target="../tags/tag1873.xml"/><Relationship Id="rId44" Type="http://schemas.openxmlformats.org/officeDocument/2006/relationships/tags" Target="../tags/tag1889.xml"/><Relationship Id="rId52" Type="http://schemas.openxmlformats.org/officeDocument/2006/relationships/tags" Target="../tags/tag1898.xml"/><Relationship Id="rId60" Type="http://schemas.openxmlformats.org/officeDocument/2006/relationships/tags" Target="../tags/tag1907.xml"/><Relationship Id="rId65" Type="http://schemas.openxmlformats.org/officeDocument/2006/relationships/tags" Target="../tags/tag1912.xml"/><Relationship Id="rId73" Type="http://schemas.openxmlformats.org/officeDocument/2006/relationships/tags" Target="../tags/tag1920.xml"/><Relationship Id="rId78" Type="http://schemas.openxmlformats.org/officeDocument/2006/relationships/tags" Target="../tags/tag1925.xml"/><Relationship Id="rId81" Type="http://schemas.openxmlformats.org/officeDocument/2006/relationships/tags" Target="../tags/tag1929.xml"/><Relationship Id="rId86" Type="http://schemas.openxmlformats.org/officeDocument/2006/relationships/image" Target="../media/image12.jpeg"/><Relationship Id="rId94" Type="http://schemas.openxmlformats.org/officeDocument/2006/relationships/image" Target="../media/image16.wmf"/><Relationship Id="rId99" Type="http://schemas.openxmlformats.org/officeDocument/2006/relationships/oleObject" Target="../embeddings/oleObject9.bin"/><Relationship Id="rId101" Type="http://schemas.openxmlformats.org/officeDocument/2006/relationships/image" Target="../media/image19.wmf"/><Relationship Id="rId4" Type="http://schemas.openxmlformats.org/officeDocument/2006/relationships/tags" Target="../tags/tag1839.xml"/><Relationship Id="rId9" Type="http://schemas.openxmlformats.org/officeDocument/2006/relationships/tags" Target="../tags/tag1845.xml"/><Relationship Id="rId13" Type="http://schemas.openxmlformats.org/officeDocument/2006/relationships/tags" Target="../tags/tag1850.xml"/><Relationship Id="rId18" Type="http://schemas.openxmlformats.org/officeDocument/2006/relationships/tags" Target="../tags/tag1856.xml"/><Relationship Id="rId39" Type="http://schemas.openxmlformats.org/officeDocument/2006/relationships/tags" Target="../tags/tag1882.xml"/><Relationship Id="rId109" Type="http://schemas.openxmlformats.org/officeDocument/2006/relationships/oleObject" Target="../embeddings/oleObject17.bin"/><Relationship Id="rId34" Type="http://schemas.openxmlformats.org/officeDocument/2006/relationships/tags" Target="../tags/tag1876.xml"/><Relationship Id="rId50" Type="http://schemas.openxmlformats.org/officeDocument/2006/relationships/tags" Target="../tags/tag1896.xml"/><Relationship Id="rId55" Type="http://schemas.openxmlformats.org/officeDocument/2006/relationships/tags" Target="../tags/tag1902.xml"/><Relationship Id="rId76" Type="http://schemas.openxmlformats.org/officeDocument/2006/relationships/tags" Target="../tags/tag1923.xml"/><Relationship Id="rId97" Type="http://schemas.openxmlformats.org/officeDocument/2006/relationships/oleObject" Target="../embeddings/oleObject8.bin"/><Relationship Id="rId104" Type="http://schemas.openxmlformats.org/officeDocument/2006/relationships/oleObject" Target="../embeddings/oleObject13.bin"/><Relationship Id="rId7" Type="http://schemas.openxmlformats.org/officeDocument/2006/relationships/tags" Target="../tags/tag1842.xml"/><Relationship Id="rId71" Type="http://schemas.openxmlformats.org/officeDocument/2006/relationships/tags" Target="../tags/tag1918.xml"/><Relationship Id="rId92" Type="http://schemas.openxmlformats.org/officeDocument/2006/relationships/image" Target="../media/image15.wmf"/><Relationship Id="rId2" Type="http://schemas.openxmlformats.org/officeDocument/2006/relationships/tags" Target="../tags/tag1836.xml"/><Relationship Id="rId29" Type="http://schemas.openxmlformats.org/officeDocument/2006/relationships/tags" Target="../tags/tag1870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1941.xml"/><Relationship Id="rId13" Type="http://schemas.openxmlformats.org/officeDocument/2006/relationships/slideLayout" Target="../slideLayouts/slideLayout6.xml"/><Relationship Id="rId3" Type="http://schemas.openxmlformats.org/officeDocument/2006/relationships/tags" Target="../tags/tag1935.xml"/><Relationship Id="rId7" Type="http://schemas.openxmlformats.org/officeDocument/2006/relationships/tags" Target="../tags/tag1940.xml"/><Relationship Id="rId12" Type="http://schemas.openxmlformats.org/officeDocument/2006/relationships/tags" Target="../tags/tag1946.xml"/><Relationship Id="rId17" Type="http://schemas.openxmlformats.org/officeDocument/2006/relationships/image" Target="../media/image32.png"/><Relationship Id="rId2" Type="http://schemas.openxmlformats.org/officeDocument/2006/relationships/tags" Target="../tags/tag1933.xml"/><Relationship Id="rId16" Type="http://schemas.openxmlformats.org/officeDocument/2006/relationships/image" Target="NULL" TargetMode="External"/><Relationship Id="rId1" Type="http://schemas.openxmlformats.org/officeDocument/2006/relationships/tags" Target="../tags/tag1932.xml"/><Relationship Id="rId6" Type="http://schemas.openxmlformats.org/officeDocument/2006/relationships/tags" Target="../tags/tag1939.xml"/><Relationship Id="rId11" Type="http://schemas.openxmlformats.org/officeDocument/2006/relationships/tags" Target="../tags/tag1945.xml"/><Relationship Id="rId5" Type="http://schemas.openxmlformats.org/officeDocument/2006/relationships/tags" Target="../tags/tag1937.xml"/><Relationship Id="rId15" Type="http://schemas.openxmlformats.org/officeDocument/2006/relationships/image" Target="../media/image40.png"/><Relationship Id="rId10" Type="http://schemas.openxmlformats.org/officeDocument/2006/relationships/tags" Target="../tags/tag1943.xml"/><Relationship Id="rId4" Type="http://schemas.openxmlformats.org/officeDocument/2006/relationships/tags" Target="../tags/tag1936.xml"/><Relationship Id="rId9" Type="http://schemas.openxmlformats.org/officeDocument/2006/relationships/tags" Target="../tags/tag1942.xml"/><Relationship Id="rId14" Type="http://schemas.openxmlformats.org/officeDocument/2006/relationships/notesSlide" Target="../notesSlides/notesSlide6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1959.xml"/><Relationship Id="rId13" Type="http://schemas.openxmlformats.org/officeDocument/2006/relationships/image" Target="../media/image41.emf"/><Relationship Id="rId3" Type="http://schemas.openxmlformats.org/officeDocument/2006/relationships/tags" Target="../tags/tag1953.xml"/><Relationship Id="rId7" Type="http://schemas.openxmlformats.org/officeDocument/2006/relationships/tags" Target="../tags/tag1958.xml"/><Relationship Id="rId12" Type="http://schemas.openxmlformats.org/officeDocument/2006/relationships/oleObject" Target="../embeddings/oleObject21.bin"/><Relationship Id="rId2" Type="http://schemas.openxmlformats.org/officeDocument/2006/relationships/tags" Target="../tags/tag1952.xml"/><Relationship Id="rId1" Type="http://schemas.openxmlformats.org/officeDocument/2006/relationships/tags" Target="../tags/tag1951.xml"/><Relationship Id="rId6" Type="http://schemas.openxmlformats.org/officeDocument/2006/relationships/tags" Target="../tags/tag1956.xml"/><Relationship Id="rId11" Type="http://schemas.openxmlformats.org/officeDocument/2006/relationships/slideLayout" Target="../slideLayouts/slideLayout6.xml"/><Relationship Id="rId5" Type="http://schemas.openxmlformats.org/officeDocument/2006/relationships/tags" Target="../tags/tag1955.xml"/><Relationship Id="rId10" Type="http://schemas.openxmlformats.org/officeDocument/2006/relationships/tags" Target="../tags/tag1961.xml"/><Relationship Id="rId4" Type="http://schemas.openxmlformats.org/officeDocument/2006/relationships/tags" Target="../tags/tag1954.xml"/><Relationship Id="rId9" Type="http://schemas.openxmlformats.org/officeDocument/2006/relationships/tags" Target="../tags/tag1960.xml"/><Relationship Id="rId14" Type="http://schemas.openxmlformats.org/officeDocument/2006/relationships/image" Target="../media/image12.jpeg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tags" Target="../tags/tag1994.xml"/><Relationship Id="rId117" Type="http://schemas.openxmlformats.org/officeDocument/2006/relationships/image" Target="../media/image64.wmf"/><Relationship Id="rId21" Type="http://schemas.openxmlformats.org/officeDocument/2006/relationships/tags" Target="../tags/tag1987.xml"/><Relationship Id="rId42" Type="http://schemas.openxmlformats.org/officeDocument/2006/relationships/tags" Target="../tags/tag2013.xml"/><Relationship Id="rId47" Type="http://schemas.openxmlformats.org/officeDocument/2006/relationships/tags" Target="../tags/tag2019.xml"/><Relationship Id="rId63" Type="http://schemas.openxmlformats.org/officeDocument/2006/relationships/tags" Target="../tags/tag2039.xml"/><Relationship Id="rId68" Type="http://schemas.openxmlformats.org/officeDocument/2006/relationships/tags" Target="../tags/tag2044.xml"/><Relationship Id="rId84" Type="http://schemas.openxmlformats.org/officeDocument/2006/relationships/image" Target="../media/image54.png"/><Relationship Id="rId89" Type="http://schemas.openxmlformats.org/officeDocument/2006/relationships/image" Target="../media/image17.wmf"/><Relationship Id="rId112" Type="http://schemas.openxmlformats.org/officeDocument/2006/relationships/image" Target="../media/image62.wmf"/><Relationship Id="rId16" Type="http://schemas.openxmlformats.org/officeDocument/2006/relationships/tags" Target="../tags/tag1981.xml"/><Relationship Id="rId107" Type="http://schemas.openxmlformats.org/officeDocument/2006/relationships/oleObject" Target="../embeddings/oleObject34.bin"/><Relationship Id="rId11" Type="http://schemas.openxmlformats.org/officeDocument/2006/relationships/tags" Target="../tags/tag1975.xml"/><Relationship Id="rId24" Type="http://schemas.openxmlformats.org/officeDocument/2006/relationships/tags" Target="../tags/tag1991.xml"/><Relationship Id="rId32" Type="http://schemas.openxmlformats.org/officeDocument/2006/relationships/tags" Target="../tags/tag2001.xml"/><Relationship Id="rId37" Type="http://schemas.openxmlformats.org/officeDocument/2006/relationships/tags" Target="../tags/tag2007.xml"/><Relationship Id="rId40" Type="http://schemas.openxmlformats.org/officeDocument/2006/relationships/tags" Target="../tags/tag2010.xml"/><Relationship Id="rId45" Type="http://schemas.openxmlformats.org/officeDocument/2006/relationships/tags" Target="../tags/tag2017.xml"/><Relationship Id="rId53" Type="http://schemas.openxmlformats.org/officeDocument/2006/relationships/tags" Target="../tags/tag2027.xml"/><Relationship Id="rId58" Type="http://schemas.openxmlformats.org/officeDocument/2006/relationships/tags" Target="../tags/tag2034.xml"/><Relationship Id="rId66" Type="http://schemas.openxmlformats.org/officeDocument/2006/relationships/tags" Target="../tags/tag2042.xml"/><Relationship Id="rId74" Type="http://schemas.openxmlformats.org/officeDocument/2006/relationships/tags" Target="../tags/tag2050.xml"/><Relationship Id="rId79" Type="http://schemas.openxmlformats.org/officeDocument/2006/relationships/tags" Target="../tags/tag2055.xml"/><Relationship Id="rId87" Type="http://schemas.openxmlformats.org/officeDocument/2006/relationships/image" Target="../media/image13.wmf"/><Relationship Id="rId102" Type="http://schemas.openxmlformats.org/officeDocument/2006/relationships/image" Target="../media/image16.wmf"/><Relationship Id="rId110" Type="http://schemas.openxmlformats.org/officeDocument/2006/relationships/image" Target="../media/image61.wmf"/><Relationship Id="rId115" Type="http://schemas.openxmlformats.org/officeDocument/2006/relationships/image" Target="../media/image63.wmf"/><Relationship Id="rId5" Type="http://schemas.openxmlformats.org/officeDocument/2006/relationships/tags" Target="../tags/tag1968.xml"/><Relationship Id="rId61" Type="http://schemas.openxmlformats.org/officeDocument/2006/relationships/tags" Target="../tags/tag2037.xml"/><Relationship Id="rId82" Type="http://schemas.openxmlformats.org/officeDocument/2006/relationships/tags" Target="../tags/tag2058.xml"/><Relationship Id="rId90" Type="http://schemas.openxmlformats.org/officeDocument/2006/relationships/oleObject" Target="../embeddings/oleObject24.bin"/><Relationship Id="rId95" Type="http://schemas.openxmlformats.org/officeDocument/2006/relationships/image" Target="../media/image18.wmf"/><Relationship Id="rId19" Type="http://schemas.openxmlformats.org/officeDocument/2006/relationships/tags" Target="../tags/tag1985.xml"/><Relationship Id="rId14" Type="http://schemas.openxmlformats.org/officeDocument/2006/relationships/tags" Target="../tags/tag1979.xml"/><Relationship Id="rId22" Type="http://schemas.openxmlformats.org/officeDocument/2006/relationships/tags" Target="../tags/tag1988.xml"/><Relationship Id="rId27" Type="http://schemas.openxmlformats.org/officeDocument/2006/relationships/tags" Target="../tags/tag1995.xml"/><Relationship Id="rId30" Type="http://schemas.openxmlformats.org/officeDocument/2006/relationships/tags" Target="../tags/tag1999.xml"/><Relationship Id="rId35" Type="http://schemas.openxmlformats.org/officeDocument/2006/relationships/tags" Target="../tags/tag2005.xml"/><Relationship Id="rId43" Type="http://schemas.openxmlformats.org/officeDocument/2006/relationships/tags" Target="../tags/tag2014.xml"/><Relationship Id="rId48" Type="http://schemas.openxmlformats.org/officeDocument/2006/relationships/tags" Target="../tags/tag2021.xml"/><Relationship Id="rId56" Type="http://schemas.openxmlformats.org/officeDocument/2006/relationships/tags" Target="../tags/tag2031.xml"/><Relationship Id="rId64" Type="http://schemas.openxmlformats.org/officeDocument/2006/relationships/tags" Target="../tags/tag2040.xml"/><Relationship Id="rId69" Type="http://schemas.openxmlformats.org/officeDocument/2006/relationships/tags" Target="../tags/tag2045.xml"/><Relationship Id="rId77" Type="http://schemas.openxmlformats.org/officeDocument/2006/relationships/tags" Target="../tags/tag2053.xml"/><Relationship Id="rId100" Type="http://schemas.openxmlformats.org/officeDocument/2006/relationships/image" Target="../media/image14.wmf"/><Relationship Id="rId105" Type="http://schemas.openxmlformats.org/officeDocument/2006/relationships/oleObject" Target="../embeddings/oleObject32.bin"/><Relationship Id="rId113" Type="http://schemas.openxmlformats.org/officeDocument/2006/relationships/oleObject" Target="../embeddings/oleObject37.bin"/><Relationship Id="rId118" Type="http://schemas.openxmlformats.org/officeDocument/2006/relationships/oleObject" Target="../embeddings/oleObject40.bin"/><Relationship Id="rId8" Type="http://schemas.openxmlformats.org/officeDocument/2006/relationships/tags" Target="../tags/tag1972.xml"/><Relationship Id="rId51" Type="http://schemas.openxmlformats.org/officeDocument/2006/relationships/tags" Target="../tags/tag2025.xml"/><Relationship Id="rId72" Type="http://schemas.openxmlformats.org/officeDocument/2006/relationships/tags" Target="../tags/tag2048.xml"/><Relationship Id="rId80" Type="http://schemas.openxmlformats.org/officeDocument/2006/relationships/tags" Target="../tags/tag2056.xml"/><Relationship Id="rId85" Type="http://schemas.openxmlformats.org/officeDocument/2006/relationships/image" Target="../media/image57.png"/><Relationship Id="rId93" Type="http://schemas.openxmlformats.org/officeDocument/2006/relationships/image" Target="../media/image58.wmf"/><Relationship Id="rId98" Type="http://schemas.openxmlformats.org/officeDocument/2006/relationships/image" Target="../media/image19.wmf"/><Relationship Id="rId3" Type="http://schemas.openxmlformats.org/officeDocument/2006/relationships/tags" Target="../tags/tag1965.xml"/><Relationship Id="rId12" Type="http://schemas.openxmlformats.org/officeDocument/2006/relationships/tags" Target="../tags/tag1976.xml"/><Relationship Id="rId17" Type="http://schemas.openxmlformats.org/officeDocument/2006/relationships/tags" Target="../tags/tag1982.xml"/><Relationship Id="rId25" Type="http://schemas.openxmlformats.org/officeDocument/2006/relationships/tags" Target="../tags/tag1992.xml"/><Relationship Id="rId33" Type="http://schemas.openxmlformats.org/officeDocument/2006/relationships/tags" Target="../tags/tag2002.xml"/><Relationship Id="rId38" Type="http://schemas.openxmlformats.org/officeDocument/2006/relationships/tags" Target="../tags/tag2008.xml"/><Relationship Id="rId46" Type="http://schemas.openxmlformats.org/officeDocument/2006/relationships/tags" Target="../tags/tag2018.xml"/><Relationship Id="rId59" Type="http://schemas.openxmlformats.org/officeDocument/2006/relationships/tags" Target="../tags/tag2035.xml"/><Relationship Id="rId67" Type="http://schemas.openxmlformats.org/officeDocument/2006/relationships/tags" Target="../tags/tag2043.xml"/><Relationship Id="rId103" Type="http://schemas.openxmlformats.org/officeDocument/2006/relationships/oleObject" Target="../embeddings/oleObject31.bin"/><Relationship Id="rId108" Type="http://schemas.openxmlformats.org/officeDocument/2006/relationships/image" Target="../media/image60.wmf"/><Relationship Id="rId116" Type="http://schemas.openxmlformats.org/officeDocument/2006/relationships/oleObject" Target="../embeddings/oleObject39.bin"/><Relationship Id="rId20" Type="http://schemas.openxmlformats.org/officeDocument/2006/relationships/tags" Target="../tags/tag1986.xml"/><Relationship Id="rId41" Type="http://schemas.openxmlformats.org/officeDocument/2006/relationships/tags" Target="../tags/tag2012.xml"/><Relationship Id="rId54" Type="http://schemas.openxmlformats.org/officeDocument/2006/relationships/tags" Target="../tags/tag2028.xml"/><Relationship Id="rId62" Type="http://schemas.openxmlformats.org/officeDocument/2006/relationships/tags" Target="../tags/tag2038.xml"/><Relationship Id="rId70" Type="http://schemas.openxmlformats.org/officeDocument/2006/relationships/tags" Target="../tags/tag2046.xml"/><Relationship Id="rId75" Type="http://schemas.openxmlformats.org/officeDocument/2006/relationships/tags" Target="../tags/tag2051.xml"/><Relationship Id="rId83" Type="http://schemas.openxmlformats.org/officeDocument/2006/relationships/slideLayout" Target="../slideLayouts/slideLayout6.xml"/><Relationship Id="rId88" Type="http://schemas.openxmlformats.org/officeDocument/2006/relationships/oleObject" Target="../embeddings/oleObject23.bin"/><Relationship Id="rId91" Type="http://schemas.openxmlformats.org/officeDocument/2006/relationships/image" Target="../media/image20.wmf"/><Relationship Id="rId96" Type="http://schemas.openxmlformats.org/officeDocument/2006/relationships/oleObject" Target="../embeddings/oleObject27.bin"/><Relationship Id="rId111" Type="http://schemas.openxmlformats.org/officeDocument/2006/relationships/oleObject" Target="../embeddings/oleObject36.bin"/><Relationship Id="rId1" Type="http://schemas.openxmlformats.org/officeDocument/2006/relationships/tags" Target="../tags/tag1963.xml"/><Relationship Id="rId6" Type="http://schemas.openxmlformats.org/officeDocument/2006/relationships/tags" Target="../tags/tag1969.xml"/><Relationship Id="rId15" Type="http://schemas.openxmlformats.org/officeDocument/2006/relationships/tags" Target="../tags/tag1980.xml"/><Relationship Id="rId23" Type="http://schemas.openxmlformats.org/officeDocument/2006/relationships/tags" Target="../tags/tag1990.xml"/><Relationship Id="rId28" Type="http://schemas.openxmlformats.org/officeDocument/2006/relationships/tags" Target="../tags/tag1996.xml"/><Relationship Id="rId36" Type="http://schemas.openxmlformats.org/officeDocument/2006/relationships/tags" Target="../tags/tag2006.xml"/><Relationship Id="rId49" Type="http://schemas.openxmlformats.org/officeDocument/2006/relationships/tags" Target="../tags/tag2022.xml"/><Relationship Id="rId57" Type="http://schemas.openxmlformats.org/officeDocument/2006/relationships/tags" Target="../tags/tag2033.xml"/><Relationship Id="rId106" Type="http://schemas.openxmlformats.org/officeDocument/2006/relationships/oleObject" Target="../embeddings/oleObject33.bin"/><Relationship Id="rId114" Type="http://schemas.openxmlformats.org/officeDocument/2006/relationships/oleObject" Target="../embeddings/oleObject38.bin"/><Relationship Id="rId119" Type="http://schemas.openxmlformats.org/officeDocument/2006/relationships/image" Target="../media/image65.wmf"/><Relationship Id="rId10" Type="http://schemas.openxmlformats.org/officeDocument/2006/relationships/tags" Target="../tags/tag1974.xml"/><Relationship Id="rId31" Type="http://schemas.openxmlformats.org/officeDocument/2006/relationships/tags" Target="../tags/tag2000.xml"/><Relationship Id="rId44" Type="http://schemas.openxmlformats.org/officeDocument/2006/relationships/tags" Target="../tags/tag2015.xml"/><Relationship Id="rId52" Type="http://schemas.openxmlformats.org/officeDocument/2006/relationships/tags" Target="../tags/tag2026.xml"/><Relationship Id="rId60" Type="http://schemas.openxmlformats.org/officeDocument/2006/relationships/tags" Target="../tags/tag2036.xml"/><Relationship Id="rId65" Type="http://schemas.openxmlformats.org/officeDocument/2006/relationships/tags" Target="../tags/tag2041.xml"/><Relationship Id="rId73" Type="http://schemas.openxmlformats.org/officeDocument/2006/relationships/tags" Target="../tags/tag2049.xml"/><Relationship Id="rId78" Type="http://schemas.openxmlformats.org/officeDocument/2006/relationships/tags" Target="../tags/tag2054.xml"/><Relationship Id="rId81" Type="http://schemas.openxmlformats.org/officeDocument/2006/relationships/tags" Target="../tags/tag2057.xml"/><Relationship Id="rId86" Type="http://schemas.openxmlformats.org/officeDocument/2006/relationships/oleObject" Target="../embeddings/oleObject22.bin"/><Relationship Id="rId94" Type="http://schemas.openxmlformats.org/officeDocument/2006/relationships/oleObject" Target="../embeddings/oleObject26.bin"/><Relationship Id="rId99" Type="http://schemas.openxmlformats.org/officeDocument/2006/relationships/oleObject" Target="../embeddings/oleObject29.bin"/><Relationship Id="rId101" Type="http://schemas.openxmlformats.org/officeDocument/2006/relationships/oleObject" Target="../embeddings/oleObject30.bin"/><Relationship Id="rId4" Type="http://schemas.openxmlformats.org/officeDocument/2006/relationships/tags" Target="../tags/tag1967.xml"/><Relationship Id="rId9" Type="http://schemas.openxmlformats.org/officeDocument/2006/relationships/tags" Target="../tags/tag1973.xml"/><Relationship Id="rId13" Type="http://schemas.openxmlformats.org/officeDocument/2006/relationships/tags" Target="../tags/tag1978.xml"/><Relationship Id="rId18" Type="http://schemas.openxmlformats.org/officeDocument/2006/relationships/tags" Target="../tags/tag1983.xml"/><Relationship Id="rId39" Type="http://schemas.openxmlformats.org/officeDocument/2006/relationships/tags" Target="../tags/tag2009.xml"/><Relationship Id="rId109" Type="http://schemas.openxmlformats.org/officeDocument/2006/relationships/oleObject" Target="../embeddings/oleObject35.bin"/><Relationship Id="rId34" Type="http://schemas.openxmlformats.org/officeDocument/2006/relationships/tags" Target="../tags/tag2003.xml"/><Relationship Id="rId50" Type="http://schemas.openxmlformats.org/officeDocument/2006/relationships/tags" Target="../tags/tag2023.xml"/><Relationship Id="rId55" Type="http://schemas.openxmlformats.org/officeDocument/2006/relationships/tags" Target="../tags/tag2030.xml"/><Relationship Id="rId76" Type="http://schemas.openxmlformats.org/officeDocument/2006/relationships/tags" Target="../tags/tag2052.xml"/><Relationship Id="rId97" Type="http://schemas.openxmlformats.org/officeDocument/2006/relationships/oleObject" Target="../embeddings/oleObject28.bin"/><Relationship Id="rId104" Type="http://schemas.openxmlformats.org/officeDocument/2006/relationships/image" Target="../media/image59.wmf"/><Relationship Id="rId7" Type="http://schemas.openxmlformats.org/officeDocument/2006/relationships/tags" Target="../tags/tag1970.xml"/><Relationship Id="rId71" Type="http://schemas.openxmlformats.org/officeDocument/2006/relationships/tags" Target="../tags/tag2047.xml"/><Relationship Id="rId92" Type="http://schemas.openxmlformats.org/officeDocument/2006/relationships/oleObject" Target="../embeddings/oleObject25.bin"/><Relationship Id="rId2" Type="http://schemas.openxmlformats.org/officeDocument/2006/relationships/tags" Target="../tags/tag1964.xml"/><Relationship Id="rId29" Type="http://schemas.openxmlformats.org/officeDocument/2006/relationships/tags" Target="../tags/tag199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2060.xml"/><Relationship Id="rId1" Type="http://schemas.openxmlformats.org/officeDocument/2006/relationships/tags" Target="../tags/tag2059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/>
          <p:nvPr>
            <p:custDataLst>
              <p:tags r:id="rId1"/>
            </p:custDataLst>
          </p:nvPr>
        </p:nvSpPr>
        <p:spPr>
          <a:xfrm>
            <a:off x="1235075" y="2364105"/>
            <a:ext cx="6824345" cy="64516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3600">
                <a:solidFill>
                  <a:srgbClr val="B61C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lvl="0" algn="ctr">
              <a:defRPr sz="1800">
                <a:solidFill>
                  <a:srgbClr val="000000"/>
                </a:solidFill>
              </a:defRPr>
            </a:pPr>
            <a:r>
              <a:rPr lang="zh-CN" altLang="en-US" sz="3600" b="1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第三章 </a:t>
            </a:r>
            <a:r>
              <a:rPr lang="en-US" altLang="zh-CN" sz="3600" b="1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  </a:t>
            </a:r>
            <a:r>
              <a:rPr lang="zh-CN" altLang="en-US" sz="3600" b="1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相互作用</a:t>
            </a:r>
            <a:r>
              <a:rPr lang="en-US" altLang="zh-CN" sz="3600" b="1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——</a:t>
            </a:r>
            <a:r>
              <a:rPr lang="zh-CN" altLang="en-US" sz="3600" b="1">
                <a:solidFill>
                  <a:srgbClr val="7030A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力</a:t>
            </a:r>
          </a:p>
        </p:txBody>
      </p:sp>
      <p:sp>
        <p:nvSpPr>
          <p:cNvPr id="6" name="Shape 40"/>
          <p:cNvSpPr/>
          <p:nvPr>
            <p:custDataLst>
              <p:tags r:id="rId2"/>
            </p:custDataLst>
          </p:nvPr>
        </p:nvSpPr>
        <p:spPr>
          <a:xfrm>
            <a:off x="1348105" y="3454400"/>
            <a:ext cx="6774815" cy="46037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3600">
                <a:solidFill>
                  <a:srgbClr val="B61C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lvl="0" algn="ctr">
              <a:lnSpc>
                <a:spcPct val="100000"/>
              </a:lnSpc>
              <a:defRPr sz="1800" b="0"/>
            </a:pPr>
            <a:r>
              <a:rPr lang="zh-CN" sz="24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专题</a:t>
            </a:r>
            <a:r>
              <a:rPr lang="en-US" altLang="zh-CN" sz="24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  </a:t>
            </a:r>
            <a:r>
              <a:rPr lang="zh-CN" altLang="en-US" sz="2400" b="1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受力分析</a:t>
            </a:r>
            <a:endParaRPr lang="zh-CN" altLang="en-US" sz="2400" b="1" spc="30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楷体" panose="02010609060101010101" charset="-122"/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4865" y="3454553"/>
            <a:ext cx="1872568" cy="1872568"/>
          </a:xfrm>
          <a:prstGeom prst="rect">
            <a:avLst/>
          </a:prstGeom>
        </p:spPr>
      </p:pic>
      <p:sp>
        <p:nvSpPr>
          <p:cNvPr id="3" name="Shape 40"/>
          <p:cNvSpPr/>
          <p:nvPr>
            <p:custDataLst>
              <p:tags r:id="rId4"/>
            </p:custDataLst>
          </p:nvPr>
        </p:nvSpPr>
        <p:spPr>
          <a:xfrm>
            <a:off x="1172210" y="835660"/>
            <a:ext cx="6950710" cy="922020"/>
          </a:xfrm>
          <a:prstGeom prst="rect">
            <a:avLst/>
          </a:prstGeom>
          <a:ln w="12700">
            <a:miter lim="4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45719" rIns="45719">
            <a:spAutoFit/>
          </a:bodyPr>
          <a:lstStyle>
            <a:lvl1pPr>
              <a:defRPr sz="3600">
                <a:solidFill>
                  <a:srgbClr val="B61C2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lang="zh-CN" altLang="en-US" sz="4800" b="1">
                <a:solidFill>
                  <a:srgbClr val="B61C2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新教材人教版   </a:t>
            </a:r>
            <a:r>
              <a:rPr lang="zh-CN" altLang="en-US" sz="5400" b="1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物理</a:t>
            </a:r>
            <a:r>
              <a:rPr lang="zh-CN" altLang="en-US" sz="1400" b="1">
                <a:solidFill>
                  <a:srgbClr val="B61C22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（必修第一册）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41" name="TextBox 2"/>
          <p:cNvSpPr txBox="1"/>
          <p:nvPr>
            <p:custDataLst>
              <p:tags r:id="rId2"/>
            </p:custDataLst>
          </p:nvPr>
        </p:nvSpPr>
        <p:spPr>
          <a:xfrm>
            <a:off x="1127760" y="1710055"/>
            <a:ext cx="7185660" cy="140271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>
            <a:spAutoFit/>
          </a:bodyPr>
          <a:lstStyle/>
          <a:p>
            <a:pPr eaLnBrk="0" latinLnBrk="1" hangingPunct="0">
              <a:lnSpc>
                <a:spcPct val="190000"/>
              </a:lnSpc>
            </a:pPr>
            <a:r>
              <a:rPr lang="en-US" altLang="zh-CN" sz="2395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zh-CN" altLang="en-US" sz="2395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把指定物体(研究对象)在特定的物理环境中受到的所有外力都找出来,并画出</a:t>
            </a:r>
            <a:r>
              <a:rPr lang="zh-CN" altLang="en-US" sz="2395" b="1">
                <a:solidFill>
                  <a:srgbClr val="00B0F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受力示意图的</a:t>
            </a:r>
            <a:r>
              <a:rPr lang="zh-CN" altLang="en-US" sz="2395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过程。</a:t>
            </a:r>
          </a:p>
        </p:txBody>
      </p:sp>
      <p:cxnSp>
        <p:nvCxnSpPr>
          <p:cNvPr id="20" name="直接连接符 19"/>
          <p:cNvCxnSpPr/>
          <p:nvPr>
            <p:custDataLst>
              <p:tags r:id="rId3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圆角矩形 30">
            <a:hlinkClick r:id="" action="ppaction://noaction"/>
          </p:cNvPr>
          <p:cNvSpPr/>
          <p:nvPr>
            <p:custDataLst>
              <p:tags r:id="rId4"/>
            </p:custDataLst>
          </p:nvPr>
        </p:nvSpPr>
        <p:spPr>
          <a:xfrm>
            <a:off x="0" y="22860"/>
            <a:ext cx="210883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32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85090" y="125095"/>
            <a:ext cx="2117090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一、受力分析</a:t>
            </a:r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3"/>
          <p:cNvSpPr/>
          <p:nvPr>
            <p:custDataLst>
              <p:tags r:id="rId2"/>
            </p:custDataLst>
          </p:nvPr>
        </p:nvSpPr>
        <p:spPr>
          <a:xfrm>
            <a:off x="1183428" y="1097943"/>
            <a:ext cx="6499013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000" b="1">
                <a:solidFill>
                  <a:schemeClr val="dk1"/>
                </a:solidFill>
                <a:latin typeface="宋体" panose="02010600030101010101" pitchFamily="2" charset="-122"/>
              </a:rPr>
              <a:t>一、明确研究对象：即明确分析哪个物体的受力情况。</a:t>
            </a:r>
          </a:p>
        </p:txBody>
      </p:sp>
      <p:sp>
        <p:nvSpPr>
          <p:cNvPr id="5123" name="Text Box 4"/>
          <p:cNvSpPr/>
          <p:nvPr>
            <p:custDataLst>
              <p:tags r:id="rId3"/>
            </p:custDataLst>
          </p:nvPr>
        </p:nvSpPr>
        <p:spPr>
          <a:xfrm>
            <a:off x="1183428" y="1851649"/>
            <a:ext cx="6499013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000" b="1">
                <a:solidFill>
                  <a:schemeClr val="dk1"/>
                </a:solidFill>
                <a:latin typeface="宋体" panose="02010600030101010101" pitchFamily="2" charset="-122"/>
              </a:rPr>
              <a:t>二、按顺序分析物体所受的力：</a:t>
            </a:r>
          </a:p>
        </p:txBody>
      </p:sp>
      <p:sp>
        <p:nvSpPr>
          <p:cNvPr id="5124" name="Text Box 5"/>
          <p:cNvSpPr/>
          <p:nvPr>
            <p:custDataLst>
              <p:tags r:id="rId4"/>
            </p:custDataLst>
          </p:nvPr>
        </p:nvSpPr>
        <p:spPr>
          <a:xfrm>
            <a:off x="1450340" y="2503805"/>
            <a:ext cx="4102100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000">
                <a:solidFill>
                  <a:srgbClr val="00B0F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 b="1">
                <a:solidFill>
                  <a:srgbClr val="00B0F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一重 、二弹、 三摩擦 、四其他</a:t>
            </a:r>
          </a:p>
        </p:txBody>
      </p:sp>
      <p:grpSp>
        <p:nvGrpSpPr>
          <p:cNvPr id="5125" name="Group 6"/>
          <p:cNvGrpSpPr/>
          <p:nvPr>
            <p:custDataLst>
              <p:tags r:id="rId5"/>
            </p:custDataLst>
          </p:nvPr>
        </p:nvGrpSpPr>
        <p:grpSpPr>
          <a:xfrm>
            <a:off x="6032872" y="1723953"/>
            <a:ext cx="2040443" cy="881262"/>
            <a:chOff x="0" y="-36"/>
            <a:chExt cx="1718" cy="742"/>
          </a:xfrm>
        </p:grpSpPr>
        <p:grpSp>
          <p:nvGrpSpPr>
            <p:cNvPr id="5126" name="Group 7"/>
            <p:cNvGrpSpPr/>
            <p:nvPr>
              <p:custDataLst>
                <p:tags r:id="rId11"/>
              </p:custDataLst>
            </p:nvPr>
          </p:nvGrpSpPr>
          <p:grpSpPr>
            <a:xfrm>
              <a:off x="0" y="528"/>
              <a:ext cx="1718" cy="178"/>
              <a:chOff x="0" y="0"/>
              <a:chExt cx="1338" cy="130"/>
            </a:xfrm>
          </p:grpSpPr>
          <p:cxnSp>
            <p:nvCxnSpPr>
              <p:cNvPr id="5127" name="Line 8"/>
              <p:cNvCxnSpPr/>
              <p:nvPr>
                <p:custDataLst>
                  <p:tags r:id="rId14"/>
                </p:custDataLst>
              </p:nvPr>
            </p:nvCxnSpPr>
            <p:spPr>
              <a:xfrm flipH="1">
                <a:off x="0" y="8"/>
                <a:ext cx="120" cy="122"/>
              </a:xfrm>
              <a:prstGeom prst="line">
                <a:avLst/>
              </a:prstGeom>
              <a:noFill/>
              <a:ln w="38100">
                <a:solidFill>
                  <a:prstClr val="black"/>
                </a:solidFill>
                <a:bevel/>
              </a:ln>
            </p:spPr>
          </p:cxnSp>
          <p:cxnSp>
            <p:nvCxnSpPr>
              <p:cNvPr id="5128" name="Line 9"/>
              <p:cNvCxnSpPr/>
              <p:nvPr>
                <p:custDataLst>
                  <p:tags r:id="rId15"/>
                </p:custDataLst>
              </p:nvPr>
            </p:nvCxnSpPr>
            <p:spPr>
              <a:xfrm flipH="1">
                <a:off x="120" y="8"/>
                <a:ext cx="121" cy="122"/>
              </a:xfrm>
              <a:prstGeom prst="line">
                <a:avLst/>
              </a:prstGeom>
              <a:noFill/>
              <a:ln w="38100">
                <a:solidFill>
                  <a:prstClr val="black"/>
                </a:solidFill>
                <a:bevel/>
              </a:ln>
            </p:spPr>
          </p:cxnSp>
          <p:cxnSp>
            <p:nvCxnSpPr>
              <p:cNvPr id="5129" name="Line 10"/>
              <p:cNvCxnSpPr/>
              <p:nvPr>
                <p:custDataLst>
                  <p:tags r:id="rId16"/>
                </p:custDataLst>
              </p:nvPr>
            </p:nvCxnSpPr>
            <p:spPr>
              <a:xfrm flipH="1">
                <a:off x="241" y="8"/>
                <a:ext cx="120" cy="122"/>
              </a:xfrm>
              <a:prstGeom prst="line">
                <a:avLst/>
              </a:prstGeom>
              <a:noFill/>
              <a:ln w="38100">
                <a:solidFill>
                  <a:prstClr val="black"/>
                </a:solidFill>
                <a:bevel/>
              </a:ln>
            </p:spPr>
          </p:cxnSp>
          <p:cxnSp>
            <p:nvCxnSpPr>
              <p:cNvPr id="5130" name="Line 11"/>
              <p:cNvCxnSpPr/>
              <p:nvPr>
                <p:custDataLst>
                  <p:tags r:id="rId17"/>
                </p:custDataLst>
              </p:nvPr>
            </p:nvCxnSpPr>
            <p:spPr>
              <a:xfrm flipH="1">
                <a:off x="361" y="8"/>
                <a:ext cx="120" cy="122"/>
              </a:xfrm>
              <a:prstGeom prst="line">
                <a:avLst/>
              </a:prstGeom>
              <a:noFill/>
              <a:ln w="38100">
                <a:solidFill>
                  <a:prstClr val="black"/>
                </a:solidFill>
                <a:bevel/>
              </a:ln>
            </p:spPr>
          </p:cxnSp>
          <p:cxnSp>
            <p:nvCxnSpPr>
              <p:cNvPr id="5131" name="Line 12"/>
              <p:cNvCxnSpPr/>
              <p:nvPr>
                <p:custDataLst>
                  <p:tags r:id="rId18"/>
                </p:custDataLst>
              </p:nvPr>
            </p:nvCxnSpPr>
            <p:spPr>
              <a:xfrm flipH="1">
                <a:off x="481" y="8"/>
                <a:ext cx="120" cy="122"/>
              </a:xfrm>
              <a:prstGeom prst="line">
                <a:avLst/>
              </a:prstGeom>
              <a:noFill/>
              <a:ln w="38100">
                <a:solidFill>
                  <a:prstClr val="black"/>
                </a:solidFill>
                <a:bevel/>
              </a:ln>
            </p:spPr>
          </p:cxnSp>
          <p:cxnSp>
            <p:nvCxnSpPr>
              <p:cNvPr id="5132" name="Line 13"/>
              <p:cNvCxnSpPr/>
              <p:nvPr>
                <p:custDataLst>
                  <p:tags r:id="rId19"/>
                </p:custDataLst>
              </p:nvPr>
            </p:nvCxnSpPr>
            <p:spPr>
              <a:xfrm flipH="1">
                <a:off x="601" y="8"/>
                <a:ext cx="121" cy="122"/>
              </a:xfrm>
              <a:prstGeom prst="line">
                <a:avLst/>
              </a:prstGeom>
              <a:noFill/>
              <a:ln w="38100">
                <a:solidFill>
                  <a:prstClr val="black"/>
                </a:solidFill>
                <a:bevel/>
              </a:ln>
            </p:spPr>
          </p:cxnSp>
          <p:cxnSp>
            <p:nvCxnSpPr>
              <p:cNvPr id="5133" name="Line 14"/>
              <p:cNvCxnSpPr/>
              <p:nvPr>
                <p:custDataLst>
                  <p:tags r:id="rId20"/>
                </p:custDataLst>
              </p:nvPr>
            </p:nvCxnSpPr>
            <p:spPr>
              <a:xfrm flipH="1">
                <a:off x="722" y="8"/>
                <a:ext cx="120" cy="122"/>
              </a:xfrm>
              <a:prstGeom prst="line">
                <a:avLst/>
              </a:prstGeom>
              <a:noFill/>
              <a:ln w="38100">
                <a:solidFill>
                  <a:prstClr val="black"/>
                </a:solidFill>
                <a:bevel/>
              </a:ln>
            </p:spPr>
          </p:cxnSp>
          <p:cxnSp>
            <p:nvCxnSpPr>
              <p:cNvPr id="5134" name="Line 15"/>
              <p:cNvCxnSpPr/>
              <p:nvPr>
                <p:custDataLst>
                  <p:tags r:id="rId21"/>
                </p:custDataLst>
              </p:nvPr>
            </p:nvCxnSpPr>
            <p:spPr>
              <a:xfrm flipH="1">
                <a:off x="842" y="8"/>
                <a:ext cx="120" cy="122"/>
              </a:xfrm>
              <a:prstGeom prst="line">
                <a:avLst/>
              </a:prstGeom>
              <a:noFill/>
              <a:ln w="38100">
                <a:solidFill>
                  <a:prstClr val="black"/>
                </a:solidFill>
                <a:bevel/>
              </a:ln>
            </p:spPr>
          </p:cxnSp>
          <p:cxnSp>
            <p:nvCxnSpPr>
              <p:cNvPr id="5135" name="Line 16"/>
              <p:cNvCxnSpPr/>
              <p:nvPr>
                <p:custDataLst>
                  <p:tags r:id="rId22"/>
                </p:custDataLst>
              </p:nvPr>
            </p:nvCxnSpPr>
            <p:spPr>
              <a:xfrm flipH="1">
                <a:off x="962" y="8"/>
                <a:ext cx="120" cy="122"/>
              </a:xfrm>
              <a:prstGeom prst="line">
                <a:avLst/>
              </a:prstGeom>
              <a:noFill/>
              <a:ln w="38100">
                <a:solidFill>
                  <a:prstClr val="black"/>
                </a:solidFill>
                <a:bevel/>
              </a:ln>
            </p:spPr>
          </p:cxnSp>
          <p:cxnSp>
            <p:nvCxnSpPr>
              <p:cNvPr id="5136" name="Line 17"/>
              <p:cNvCxnSpPr/>
              <p:nvPr>
                <p:custDataLst>
                  <p:tags r:id="rId23"/>
                </p:custDataLst>
              </p:nvPr>
            </p:nvCxnSpPr>
            <p:spPr>
              <a:xfrm flipH="1">
                <a:off x="1082" y="8"/>
                <a:ext cx="121" cy="122"/>
              </a:xfrm>
              <a:prstGeom prst="line">
                <a:avLst/>
              </a:prstGeom>
              <a:noFill/>
              <a:ln w="38100">
                <a:solidFill>
                  <a:prstClr val="black"/>
                </a:solidFill>
                <a:bevel/>
              </a:ln>
            </p:spPr>
          </p:cxnSp>
          <p:cxnSp>
            <p:nvCxnSpPr>
              <p:cNvPr id="5137" name="Line 18"/>
              <p:cNvCxnSpPr/>
              <p:nvPr>
                <p:custDataLst>
                  <p:tags r:id="rId24"/>
                </p:custDataLst>
              </p:nvPr>
            </p:nvCxnSpPr>
            <p:spPr>
              <a:xfrm flipH="1">
                <a:off x="1203" y="8"/>
                <a:ext cx="120" cy="122"/>
              </a:xfrm>
              <a:prstGeom prst="line">
                <a:avLst/>
              </a:prstGeom>
              <a:noFill/>
              <a:ln w="38100">
                <a:solidFill>
                  <a:prstClr val="black"/>
                </a:solidFill>
                <a:bevel/>
              </a:ln>
            </p:spPr>
          </p:cxnSp>
          <p:cxnSp>
            <p:nvCxnSpPr>
              <p:cNvPr id="5138" name="Line 19"/>
              <p:cNvCxnSpPr/>
              <p:nvPr>
                <p:custDataLst>
                  <p:tags r:id="rId25"/>
                </p:custDataLst>
              </p:nvPr>
            </p:nvCxnSpPr>
            <p:spPr>
              <a:xfrm>
                <a:off x="23" y="0"/>
                <a:ext cx="1315" cy="0"/>
              </a:xfrm>
              <a:prstGeom prst="line">
                <a:avLst/>
              </a:prstGeom>
              <a:noFill/>
              <a:ln w="38100">
                <a:solidFill>
                  <a:prstClr val="black"/>
                </a:solidFill>
                <a:bevel/>
              </a:ln>
            </p:spPr>
          </p:cxnSp>
        </p:grpSp>
        <p:sp>
          <p:nvSpPr>
            <p:cNvPr id="5139" name="Rectangle 20"/>
            <p:cNvSpPr/>
            <p:nvPr>
              <p:custDataLst>
                <p:tags r:id="rId12"/>
              </p:custDataLst>
            </p:nvPr>
          </p:nvSpPr>
          <p:spPr>
            <a:xfrm>
              <a:off x="576" y="-36"/>
              <a:ext cx="480" cy="528"/>
            </a:xfrm>
            <a:prstGeom prst="rect">
              <a:avLst/>
            </a:prstGeom>
            <a:solidFill>
              <a:srgbClr val="FFC000"/>
            </a:solidFill>
            <a:ln w="38100">
              <a:solidFill>
                <a:srgbClr val="FFC000"/>
              </a:solidFill>
              <a:round/>
            </a:ln>
          </p:spPr>
          <p:txBody>
            <a:bodyPr wrap="none" anchor="ctr" anchorCtr="0"/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/>
              <a:endParaRPr lang="zh-CN" altLang="en-US" sz="2000">
                <a:solidFill>
                  <a:schemeClr val="dk1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5140" name="Text Box 21"/>
            <p:cNvSpPr/>
            <p:nvPr>
              <p:custDataLst>
                <p:tags r:id="rId13"/>
              </p:custDataLst>
            </p:nvPr>
          </p:nvSpPr>
          <p:spPr>
            <a:xfrm>
              <a:off x="696" y="96"/>
              <a:ext cx="240" cy="33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2000" b="1">
                  <a:solidFill>
                    <a:schemeClr val="dk1"/>
                  </a:solidFill>
                  <a:latin typeface="宋体" panose="02010600030101010101" pitchFamily="2" charset="-122"/>
                </a:rPr>
                <a:t>A</a:t>
              </a:r>
            </a:p>
          </p:txBody>
        </p:sp>
      </p:grpSp>
      <p:sp>
        <p:nvSpPr>
          <p:cNvPr id="6145" name="Text Box 2"/>
          <p:cNvSpPr/>
          <p:nvPr>
            <p:custDataLst>
              <p:tags r:id="rId6"/>
            </p:custDataLst>
          </p:nvPr>
        </p:nvSpPr>
        <p:spPr>
          <a:xfrm>
            <a:off x="1183428" y="3015201"/>
            <a:ext cx="6499013" cy="101473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三、正确画出物体受力示意图：不要求严格按照要求   画出每个力的大小，但是方向必须准确。</a:t>
            </a:r>
          </a:p>
        </p:txBody>
      </p:sp>
      <p:sp>
        <p:nvSpPr>
          <p:cNvPr id="6146" name="Text Box 3"/>
          <p:cNvSpPr/>
          <p:nvPr>
            <p:custDataLst>
              <p:tags r:id="rId7"/>
            </p:custDataLst>
          </p:nvPr>
        </p:nvSpPr>
        <p:spPr>
          <a:xfrm>
            <a:off x="1183428" y="4337878"/>
            <a:ext cx="6499013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000" b="1">
                <a:solidFill>
                  <a:schemeClr val="dk1"/>
                </a:solidFill>
                <a:latin typeface="宋体" panose="02010600030101010101" pitchFamily="2" charset="-122"/>
              </a:rPr>
              <a:t>四、检查：防止错画力、多画力、漏画力。</a:t>
            </a:r>
          </a:p>
        </p:txBody>
      </p:sp>
      <p:cxnSp>
        <p:nvCxnSpPr>
          <p:cNvPr id="20" name="直接连接符 19"/>
          <p:cNvCxnSpPr/>
          <p:nvPr>
            <p:custDataLst>
              <p:tags r:id="rId8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圆角矩形 30">
            <a:hlinkClick r:id="" action="ppaction://noaction"/>
          </p:cNvPr>
          <p:cNvSpPr/>
          <p:nvPr>
            <p:custDataLst>
              <p:tags r:id="rId9"/>
            </p:custDataLst>
          </p:nvPr>
        </p:nvSpPr>
        <p:spPr>
          <a:xfrm>
            <a:off x="0" y="22860"/>
            <a:ext cx="371665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32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5090" y="125095"/>
            <a:ext cx="356425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二、受力分析的一般步骤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1" dur="500" fill="hold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 additive="base">
                                        <p:cTn id="16" dur="1000" fill="hold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  <p:bldP spid="5124" grpId="1"/>
      <p:bldP spid="6145" grpId="0"/>
      <p:bldP spid="61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ext Box 5"/>
          <p:cNvSpPr/>
          <p:nvPr>
            <p:custDataLst>
              <p:tags r:id="rId2"/>
            </p:custDataLst>
          </p:nvPr>
        </p:nvSpPr>
        <p:spPr>
          <a:xfrm>
            <a:off x="1129613" y="1132518"/>
            <a:ext cx="6499013" cy="101473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>
                <a:solidFill>
                  <a:schemeClr val="dk1"/>
                </a:solidFill>
                <a:latin typeface="宋体" panose="02010600030101010101" pitchFamily="2" charset="-122"/>
              </a:rPr>
              <a:t>一、只分析研究对象所受的力，不分析研究对象对其他物体所施的力。</a:t>
            </a:r>
          </a:p>
        </p:txBody>
      </p:sp>
      <p:sp>
        <p:nvSpPr>
          <p:cNvPr id="6149" name="Text Box 6"/>
          <p:cNvSpPr/>
          <p:nvPr>
            <p:custDataLst>
              <p:tags r:id="rId3"/>
            </p:custDataLst>
          </p:nvPr>
        </p:nvSpPr>
        <p:spPr>
          <a:xfrm>
            <a:off x="1129613" y="2373590"/>
            <a:ext cx="6499013" cy="101473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lnSpc>
                <a:spcPct val="150000"/>
              </a:lnSpc>
              <a:spcBef>
                <a:spcPct val="50000"/>
              </a:spcBef>
            </a:pPr>
            <a:r>
              <a:rPr lang="zh-CN" altLang="en-US" sz="2000" b="1">
                <a:solidFill>
                  <a:schemeClr val="dk1"/>
                </a:solidFill>
                <a:latin typeface="宋体" panose="02010600030101010101" pitchFamily="2" charset="-122"/>
              </a:rPr>
              <a:t>二、只分析根据性质命名的力：重力、弹力、摩擦力、分子力、电磁力、核力。</a:t>
            </a:r>
          </a:p>
        </p:txBody>
      </p:sp>
      <p:sp>
        <p:nvSpPr>
          <p:cNvPr id="6150" name="Text Box 7"/>
          <p:cNvSpPr/>
          <p:nvPr>
            <p:custDataLst>
              <p:tags r:id="rId4"/>
            </p:custDataLst>
          </p:nvPr>
        </p:nvSpPr>
        <p:spPr>
          <a:xfrm>
            <a:off x="1129613" y="3865593"/>
            <a:ext cx="6499013" cy="398780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000" b="1">
                <a:solidFill>
                  <a:schemeClr val="dk1"/>
                </a:solidFill>
                <a:latin typeface="宋体" panose="02010600030101010101" pitchFamily="2" charset="-122"/>
              </a:rPr>
              <a:t>三、合力与分力不能同时分析。</a:t>
            </a:r>
          </a:p>
        </p:txBody>
      </p:sp>
      <p:cxnSp>
        <p:nvCxnSpPr>
          <p:cNvPr id="20" name="直接连接符 19"/>
          <p:cNvCxnSpPr/>
          <p:nvPr>
            <p:custDataLst>
              <p:tags r:id="rId5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圆角矩形 30">
            <a:hlinkClick r:id="" action="ppaction://noaction"/>
          </p:cNvPr>
          <p:cNvSpPr/>
          <p:nvPr>
            <p:custDataLst>
              <p:tags r:id="rId6"/>
            </p:custDataLst>
          </p:nvPr>
        </p:nvSpPr>
        <p:spPr>
          <a:xfrm>
            <a:off x="0" y="22860"/>
            <a:ext cx="3321050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32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5090" y="125095"/>
            <a:ext cx="3313430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三、受力分析注意事项</a:t>
            </a:r>
          </a:p>
        </p:txBody>
      </p:sp>
    </p:spTree>
    <p:custDataLst>
      <p:tags r:id="rId1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74320" y="1045845"/>
            <a:ext cx="5779770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、单个物体（可看作质点）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静止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水平面</a:t>
            </a:r>
            <a:endParaRPr kumimoji="0" lang="zh-CN" altLang="en-US" sz="2095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椭圆 21"/>
          <p:cNvSpPr/>
          <p:nvPr>
            <p:custDataLst>
              <p:tags r:id="rId3"/>
            </p:custDataLst>
          </p:nvPr>
        </p:nvSpPr>
        <p:spPr>
          <a:xfrm>
            <a:off x="824544" y="2588072"/>
            <a:ext cx="725728" cy="725728"/>
          </a:xfrm>
          <a:prstGeom prst="ellipse">
            <a:avLst/>
          </a:prstGeom>
          <a:solidFill>
            <a:srgbClr val="00B0F0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4"/>
            </p:custDataLst>
          </p:nvPr>
        </p:nvGrpSpPr>
        <p:grpSpPr>
          <a:xfrm>
            <a:off x="321468" y="3311247"/>
            <a:ext cx="1939415" cy="101473"/>
            <a:chOff x="1415480" y="4149080"/>
            <a:chExt cx="2592288" cy="135632"/>
          </a:xfrm>
        </p:grpSpPr>
        <p:cxnSp>
          <p:nvCxnSpPr>
            <p:cNvPr id="5" name="直线连接符 4"/>
            <p:cNvCxnSpPr/>
            <p:nvPr>
              <p:custDataLst>
                <p:tags r:id="rId102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>
              <p:custDataLst>
                <p:tags r:id="rId103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>
              <p:custDataLst>
                <p:tags r:id="rId104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>
              <p:custDataLst>
                <p:tags r:id="rId105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11"/>
            <p:cNvCxnSpPr/>
            <p:nvPr>
              <p:custDataLst>
                <p:tags r:id="rId106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/>
            <p:cNvCxnSpPr/>
            <p:nvPr>
              <p:custDataLst>
                <p:tags r:id="rId107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线连接符 13"/>
            <p:cNvCxnSpPr/>
            <p:nvPr>
              <p:custDataLst>
                <p:tags r:id="rId108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连接符 14"/>
            <p:cNvCxnSpPr/>
            <p:nvPr>
              <p:custDataLst>
                <p:tags r:id="rId109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线连接符 15"/>
            <p:cNvCxnSpPr/>
            <p:nvPr>
              <p:custDataLst>
                <p:tags r:id="rId110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>
            <p:custDataLst>
              <p:tags r:id="rId5"/>
            </p:custDataLst>
          </p:nvPr>
        </p:nvGrpSpPr>
        <p:grpSpPr>
          <a:xfrm>
            <a:off x="1084620" y="2954803"/>
            <a:ext cx="484854" cy="938741"/>
            <a:chOff x="5403129" y="1628800"/>
            <a:chExt cx="648072" cy="1254753"/>
          </a:xfrm>
        </p:grpSpPr>
        <p:grpSp>
          <p:nvGrpSpPr>
            <p:cNvPr id="37" name="组合 36"/>
            <p:cNvGrpSpPr/>
            <p:nvPr>
              <p:custDataLst>
                <p:tags r:id="rId98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39" name="直线箭头连接符 38"/>
              <p:cNvCxnSpPr/>
              <p:nvPr>
                <p:custDataLst>
                  <p:tags r:id="rId100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文本框 39"/>
                  <p:cNvSpPr txBox="1"/>
                  <p:nvPr>
                    <p:custDataLst>
                      <p:tags r:id="rId101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46" name="文本框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2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8" name="椭圆 37"/>
            <p:cNvSpPr/>
            <p:nvPr>
              <p:custDataLst>
                <p:tags r:id="rId99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6"/>
            </p:custDataLst>
          </p:nvPr>
        </p:nvGrpSpPr>
        <p:grpSpPr>
          <a:xfrm>
            <a:off x="787850" y="1974808"/>
            <a:ext cx="484854" cy="1040214"/>
            <a:chOff x="7536160" y="462823"/>
            <a:chExt cx="648072" cy="1390385"/>
          </a:xfrm>
        </p:grpSpPr>
        <p:grpSp>
          <p:nvGrpSpPr>
            <p:cNvPr id="42" name="组合 41"/>
            <p:cNvGrpSpPr/>
            <p:nvPr>
              <p:custDataLst>
                <p:tags r:id="rId94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44" name="直线箭头连接符 43"/>
              <p:cNvCxnSpPr/>
              <p:nvPr>
                <p:custDataLst>
                  <p:tags r:id="rId96"/>
                </p:custDataLst>
              </p:nvPr>
            </p:nvCxnSpPr>
            <p:spPr>
              <a:xfrm flipH="1">
                <a:off x="5602129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文本框 44"/>
                  <p:cNvSpPr txBox="1"/>
                  <p:nvPr>
                    <p:custDataLst>
                      <p:tags r:id="rId97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47" name="文本框 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4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3" name="椭圆 42"/>
            <p:cNvSpPr/>
            <p:nvPr>
              <p:custDataLst>
                <p:tags r:id="rId95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6" name="椭圆 45"/>
          <p:cNvSpPr/>
          <p:nvPr>
            <p:custDataLst>
              <p:tags r:id="rId7"/>
            </p:custDataLst>
          </p:nvPr>
        </p:nvSpPr>
        <p:spPr>
          <a:xfrm>
            <a:off x="2649520" y="2585521"/>
            <a:ext cx="725728" cy="725728"/>
          </a:xfrm>
          <a:prstGeom prst="ellipse">
            <a:avLst/>
          </a:prstGeom>
          <a:solidFill>
            <a:srgbClr val="00B0F0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7" name="组合 46"/>
          <p:cNvGrpSpPr/>
          <p:nvPr>
            <p:custDataLst>
              <p:tags r:id="rId8"/>
            </p:custDataLst>
          </p:nvPr>
        </p:nvGrpSpPr>
        <p:grpSpPr>
          <a:xfrm>
            <a:off x="2763469" y="3311247"/>
            <a:ext cx="1308577" cy="101473"/>
            <a:chOff x="1415480" y="4149080"/>
            <a:chExt cx="1749088" cy="135632"/>
          </a:xfrm>
        </p:grpSpPr>
        <p:cxnSp>
          <p:nvCxnSpPr>
            <p:cNvPr id="48" name="直线连接符 47"/>
            <p:cNvCxnSpPr/>
            <p:nvPr>
              <p:custDataLst>
                <p:tags r:id="rId88"/>
              </p:custDataLst>
            </p:nvPr>
          </p:nvCxnSpPr>
          <p:spPr>
            <a:xfrm>
              <a:off x="1415480" y="4149080"/>
              <a:ext cx="17490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线连接符 48"/>
            <p:cNvCxnSpPr/>
            <p:nvPr>
              <p:custDataLst>
                <p:tags r:id="rId89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直线连接符 49"/>
            <p:cNvCxnSpPr/>
            <p:nvPr>
              <p:custDataLst>
                <p:tags r:id="rId90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线连接符 50"/>
            <p:cNvCxnSpPr/>
            <p:nvPr>
              <p:custDataLst>
                <p:tags r:id="rId91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线连接符 51"/>
            <p:cNvCxnSpPr/>
            <p:nvPr>
              <p:custDataLst>
                <p:tags r:id="rId92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线连接符 52"/>
            <p:cNvCxnSpPr/>
            <p:nvPr>
              <p:custDataLst>
                <p:tags r:id="rId93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7" name="组合 56"/>
          <p:cNvGrpSpPr/>
          <p:nvPr>
            <p:custDataLst>
              <p:tags r:id="rId9"/>
            </p:custDataLst>
          </p:nvPr>
        </p:nvGrpSpPr>
        <p:grpSpPr>
          <a:xfrm rot="4033989">
            <a:off x="1942172" y="2499377"/>
            <a:ext cx="1176717" cy="489565"/>
            <a:chOff x="2382689" y="3821895"/>
            <a:chExt cx="1572840" cy="654369"/>
          </a:xfrm>
        </p:grpSpPr>
        <p:cxnSp>
          <p:nvCxnSpPr>
            <p:cNvPr id="58" name="直线连接符 57"/>
            <p:cNvCxnSpPr/>
            <p:nvPr>
              <p:custDataLst>
                <p:tags r:id="rId82"/>
              </p:custDataLst>
            </p:nvPr>
          </p:nvCxnSpPr>
          <p:spPr>
            <a:xfrm rot="17566012">
              <a:off x="2835107" y="3369477"/>
              <a:ext cx="654369" cy="1559206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线连接符 61"/>
            <p:cNvCxnSpPr/>
            <p:nvPr>
              <p:custDataLst>
                <p:tags r:id="rId83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线连接符 62"/>
            <p:cNvCxnSpPr/>
            <p:nvPr>
              <p:custDataLst>
                <p:tags r:id="rId84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线连接符 63"/>
            <p:cNvCxnSpPr/>
            <p:nvPr>
              <p:custDataLst>
                <p:tags r:id="rId85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线连接符 64"/>
            <p:cNvCxnSpPr/>
            <p:nvPr>
              <p:custDataLst>
                <p:tags r:id="rId86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线连接符 65"/>
            <p:cNvCxnSpPr/>
            <p:nvPr>
              <p:custDataLst>
                <p:tags r:id="rId87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7" name="组合 66"/>
          <p:cNvGrpSpPr/>
          <p:nvPr>
            <p:custDataLst>
              <p:tags r:id="rId10"/>
            </p:custDataLst>
          </p:nvPr>
        </p:nvGrpSpPr>
        <p:grpSpPr>
          <a:xfrm>
            <a:off x="2921896" y="2937016"/>
            <a:ext cx="484854" cy="938741"/>
            <a:chOff x="5403129" y="1628800"/>
            <a:chExt cx="648072" cy="1254753"/>
          </a:xfrm>
        </p:grpSpPr>
        <p:grpSp>
          <p:nvGrpSpPr>
            <p:cNvPr id="68" name="组合 67"/>
            <p:cNvGrpSpPr/>
            <p:nvPr>
              <p:custDataLst>
                <p:tags r:id="rId78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70" name="直线箭头连接符 69"/>
              <p:cNvCxnSpPr/>
              <p:nvPr>
                <p:custDataLst>
                  <p:tags r:id="rId80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文本框 70"/>
                  <p:cNvSpPr txBox="1"/>
                  <p:nvPr>
                    <p:custDataLst>
                      <p:tags r:id="rId81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48" name="文本框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6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9" name="椭圆 68"/>
            <p:cNvSpPr/>
            <p:nvPr>
              <p:custDataLst>
                <p:tags r:id="rId79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2" name="组合 71"/>
          <p:cNvGrpSpPr/>
          <p:nvPr>
            <p:custDataLst>
              <p:tags r:id="rId11"/>
            </p:custDataLst>
          </p:nvPr>
        </p:nvGrpSpPr>
        <p:grpSpPr>
          <a:xfrm>
            <a:off x="2625126" y="1957021"/>
            <a:ext cx="484854" cy="1040214"/>
            <a:chOff x="7536160" y="462823"/>
            <a:chExt cx="648072" cy="1390385"/>
          </a:xfrm>
        </p:grpSpPr>
        <p:grpSp>
          <p:nvGrpSpPr>
            <p:cNvPr id="73" name="组合 72"/>
            <p:cNvGrpSpPr/>
            <p:nvPr>
              <p:custDataLst>
                <p:tags r:id="rId74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75" name="直线箭头连接符 74"/>
              <p:cNvCxnSpPr/>
              <p:nvPr>
                <p:custDataLst>
                  <p:tags r:id="rId76"/>
                </p:custDataLst>
              </p:nvPr>
            </p:nvCxnSpPr>
            <p:spPr>
              <a:xfrm flipH="1">
                <a:off x="5602129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9" name="文本框 75"/>
                  <p:cNvSpPr txBox="1"/>
                  <p:nvPr>
                    <p:custDataLst>
                      <p:tags r:id="rId77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49" name="文本框 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7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4" name="椭圆 73"/>
            <p:cNvSpPr/>
            <p:nvPr>
              <p:custDataLst>
                <p:tags r:id="rId75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9" name="组合 78"/>
          <p:cNvGrpSpPr/>
          <p:nvPr>
            <p:custDataLst>
              <p:tags r:id="rId12"/>
            </p:custDataLst>
          </p:nvPr>
        </p:nvGrpSpPr>
        <p:grpSpPr>
          <a:xfrm>
            <a:off x="4348254" y="3317261"/>
            <a:ext cx="1939415" cy="101473"/>
            <a:chOff x="1415480" y="4149080"/>
            <a:chExt cx="2592288" cy="135632"/>
          </a:xfrm>
        </p:grpSpPr>
        <p:cxnSp>
          <p:nvCxnSpPr>
            <p:cNvPr id="80" name="直线连接符 79"/>
            <p:cNvCxnSpPr/>
            <p:nvPr>
              <p:custDataLst>
                <p:tags r:id="rId65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线连接符 80"/>
            <p:cNvCxnSpPr/>
            <p:nvPr>
              <p:custDataLst>
                <p:tags r:id="rId66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线连接符 81"/>
            <p:cNvCxnSpPr/>
            <p:nvPr>
              <p:custDataLst>
                <p:tags r:id="rId67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线连接符 82"/>
            <p:cNvCxnSpPr/>
            <p:nvPr>
              <p:custDataLst>
                <p:tags r:id="rId68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线连接符 83"/>
            <p:cNvCxnSpPr/>
            <p:nvPr>
              <p:custDataLst>
                <p:tags r:id="rId69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线连接符 84"/>
            <p:cNvCxnSpPr/>
            <p:nvPr>
              <p:custDataLst>
                <p:tags r:id="rId70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线连接符 85"/>
            <p:cNvCxnSpPr/>
            <p:nvPr>
              <p:custDataLst>
                <p:tags r:id="rId71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线连接符 86"/>
            <p:cNvCxnSpPr/>
            <p:nvPr>
              <p:custDataLst>
                <p:tags r:id="rId72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线连接符 87"/>
            <p:cNvCxnSpPr/>
            <p:nvPr>
              <p:custDataLst>
                <p:tags r:id="rId73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9" name="矩形 88"/>
          <p:cNvSpPr/>
          <p:nvPr>
            <p:custDataLst>
              <p:tags r:id="rId13"/>
            </p:custDataLst>
          </p:nvPr>
        </p:nvSpPr>
        <p:spPr>
          <a:xfrm>
            <a:off x="5014173" y="2910901"/>
            <a:ext cx="497536" cy="400346"/>
          </a:xfrm>
          <a:prstGeom prst="rect">
            <a:avLst/>
          </a:prstGeom>
          <a:solidFill>
            <a:srgbClr val="FFC000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0" name="组合 89"/>
          <p:cNvGrpSpPr/>
          <p:nvPr>
            <p:custDataLst>
              <p:tags r:id="rId14"/>
            </p:custDataLst>
          </p:nvPr>
        </p:nvGrpSpPr>
        <p:grpSpPr>
          <a:xfrm rot="19333856">
            <a:off x="4713972" y="2126982"/>
            <a:ext cx="484854" cy="826382"/>
            <a:chOff x="5508085" y="1700808"/>
            <a:chExt cx="648072" cy="1104570"/>
          </a:xfrm>
        </p:grpSpPr>
        <p:cxnSp>
          <p:nvCxnSpPr>
            <p:cNvPr id="91" name="直线箭头连接符 90"/>
            <p:cNvCxnSpPr/>
            <p:nvPr>
              <p:custDataLst>
                <p:tags r:id="rId63"/>
              </p:custDataLst>
            </p:nvPr>
          </p:nvCxnSpPr>
          <p:spPr>
            <a:xfrm flipH="1">
              <a:off x="5591944" y="1700808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91"/>
                <p:cNvSpPr txBox="1"/>
                <p:nvPr>
                  <p:custDataLst>
                    <p:tags r:id="rId64"/>
                  </p:custDataLst>
                </p:nvPr>
              </p:nvSpPr>
              <p:spPr>
                <a:xfrm rot="2105676">
                  <a:off x="5508085" y="2313096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50" name="文本框 9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18"/>
                  </p:custDataLst>
                </p:nvPr>
              </p:nvSpPr>
              <p:spPr>
                <a:xfrm rot="2105676">
                  <a:off x="5508085" y="2313096"/>
                  <a:ext cx="648072" cy="492282"/>
                </a:xfrm>
                <a:prstGeom prst="rect">
                  <a:avLst/>
                </a:prstGeom>
                <a:blipFill rotWithShape="1">
                  <a:blip r:embed="rId1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3" name="组合 92"/>
          <p:cNvGrpSpPr/>
          <p:nvPr>
            <p:custDataLst>
              <p:tags r:id="rId15"/>
            </p:custDataLst>
          </p:nvPr>
        </p:nvGrpSpPr>
        <p:grpSpPr>
          <a:xfrm>
            <a:off x="5139046" y="3111074"/>
            <a:ext cx="484854" cy="938741"/>
            <a:chOff x="5403129" y="1628800"/>
            <a:chExt cx="648072" cy="1254753"/>
          </a:xfrm>
        </p:grpSpPr>
        <p:grpSp>
          <p:nvGrpSpPr>
            <p:cNvPr id="94" name="组合 93"/>
            <p:cNvGrpSpPr/>
            <p:nvPr>
              <p:custDataLst>
                <p:tags r:id="rId59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96" name="直线箭头连接符 95"/>
              <p:cNvCxnSpPr/>
              <p:nvPr>
                <p:custDataLst>
                  <p:tags r:id="rId61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1" name="文本框 96"/>
                  <p:cNvSpPr txBox="1"/>
                  <p:nvPr>
                    <p:custDataLst>
                      <p:tags r:id="rId62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51" name="文本框 9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0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5" name="椭圆 94"/>
            <p:cNvSpPr/>
            <p:nvPr>
              <p:custDataLst>
                <p:tags r:id="rId60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8" name="组合 97"/>
          <p:cNvGrpSpPr/>
          <p:nvPr>
            <p:custDataLst>
              <p:tags r:id="rId16"/>
            </p:custDataLst>
          </p:nvPr>
        </p:nvGrpSpPr>
        <p:grpSpPr>
          <a:xfrm>
            <a:off x="4842489" y="2112892"/>
            <a:ext cx="484854" cy="1040214"/>
            <a:chOff x="7536160" y="462823"/>
            <a:chExt cx="648072" cy="1390385"/>
          </a:xfrm>
        </p:grpSpPr>
        <p:grpSp>
          <p:nvGrpSpPr>
            <p:cNvPr id="99" name="组合 98"/>
            <p:cNvGrpSpPr/>
            <p:nvPr>
              <p:custDataLst>
                <p:tags r:id="rId55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101" name="直线箭头连接符 100"/>
              <p:cNvCxnSpPr/>
              <p:nvPr>
                <p:custDataLst>
                  <p:tags r:id="rId57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2" name="文本框 101"/>
                  <p:cNvSpPr txBox="1"/>
                  <p:nvPr>
                    <p:custDataLst>
                      <p:tags r:id="rId58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52" name="文本框 10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1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0" name="椭圆 99"/>
            <p:cNvSpPr/>
            <p:nvPr>
              <p:custDataLst>
                <p:tags r:id="rId56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3" name="组合 102"/>
          <p:cNvGrpSpPr/>
          <p:nvPr>
            <p:custDataLst>
              <p:tags r:id="rId17"/>
            </p:custDataLst>
          </p:nvPr>
        </p:nvGrpSpPr>
        <p:grpSpPr>
          <a:xfrm rot="16200000">
            <a:off x="4559523" y="2444283"/>
            <a:ext cx="418720" cy="1015686"/>
            <a:chOff x="8040216" y="495607"/>
            <a:chExt cx="559676" cy="1357601"/>
          </a:xfrm>
        </p:grpSpPr>
        <p:grpSp>
          <p:nvGrpSpPr>
            <p:cNvPr id="104" name="组合 103"/>
            <p:cNvGrpSpPr/>
            <p:nvPr>
              <p:custDataLst>
                <p:tags r:id="rId51"/>
              </p:custDataLst>
            </p:nvPr>
          </p:nvGrpSpPr>
          <p:grpSpPr>
            <a:xfrm rot="10800000">
              <a:off x="8084359" y="495607"/>
              <a:ext cx="515533" cy="1285593"/>
              <a:chOff x="5076411" y="1700808"/>
              <a:chExt cx="515533" cy="1285593"/>
            </a:xfrm>
          </p:grpSpPr>
          <p:cxnSp>
            <p:nvCxnSpPr>
              <p:cNvPr id="106" name="直线箭头连接符 105"/>
              <p:cNvCxnSpPr/>
              <p:nvPr>
                <p:custDataLst>
                  <p:tags r:id="rId53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文本框 106"/>
                  <p:cNvSpPr txBox="1"/>
                  <p:nvPr>
                    <p:custDataLst>
                      <p:tags r:id="rId54"/>
                    </p:custDataLst>
                  </p:nvPr>
                </p:nvSpPr>
                <p:spPr>
                  <a:xfrm rot="16200000">
                    <a:off x="4987906" y="2426833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53" name="文本框 1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2"/>
                    </p:custDataLst>
                  </p:nvPr>
                </p:nvSpPr>
                <p:spPr>
                  <a:xfrm rot="16200000">
                    <a:off x="4987906" y="2426833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5" name="椭圆 104"/>
            <p:cNvSpPr/>
            <p:nvPr>
              <p:custDataLst>
                <p:tags r:id="rId52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8" name="组合 107"/>
          <p:cNvGrpSpPr/>
          <p:nvPr>
            <p:custDataLst>
              <p:tags r:id="rId18"/>
            </p:custDataLst>
          </p:nvPr>
        </p:nvGrpSpPr>
        <p:grpSpPr>
          <a:xfrm>
            <a:off x="6454315" y="3317261"/>
            <a:ext cx="1939415" cy="101473"/>
            <a:chOff x="1415480" y="4149080"/>
            <a:chExt cx="2592288" cy="135632"/>
          </a:xfrm>
        </p:grpSpPr>
        <p:cxnSp>
          <p:nvCxnSpPr>
            <p:cNvPr id="109" name="直线连接符 108"/>
            <p:cNvCxnSpPr/>
            <p:nvPr>
              <p:custDataLst>
                <p:tags r:id="rId42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直线连接符 109"/>
            <p:cNvCxnSpPr/>
            <p:nvPr>
              <p:custDataLst>
                <p:tags r:id="rId43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线连接符 110"/>
            <p:cNvCxnSpPr/>
            <p:nvPr>
              <p:custDataLst>
                <p:tags r:id="rId44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线连接符 111"/>
            <p:cNvCxnSpPr/>
            <p:nvPr>
              <p:custDataLst>
                <p:tags r:id="rId45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直线连接符 112"/>
            <p:cNvCxnSpPr/>
            <p:nvPr>
              <p:custDataLst>
                <p:tags r:id="rId46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线连接符 113"/>
            <p:cNvCxnSpPr/>
            <p:nvPr>
              <p:custDataLst>
                <p:tags r:id="rId47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线连接符 114"/>
            <p:cNvCxnSpPr/>
            <p:nvPr>
              <p:custDataLst>
                <p:tags r:id="rId48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直线连接符 115"/>
            <p:cNvCxnSpPr/>
            <p:nvPr>
              <p:custDataLst>
                <p:tags r:id="rId49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直线连接符 116"/>
            <p:cNvCxnSpPr/>
            <p:nvPr>
              <p:custDataLst>
                <p:tags r:id="rId50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8" name="矩形 117"/>
          <p:cNvSpPr/>
          <p:nvPr>
            <p:custDataLst>
              <p:tags r:id="rId19"/>
            </p:custDataLst>
          </p:nvPr>
        </p:nvSpPr>
        <p:spPr>
          <a:xfrm>
            <a:off x="7120234" y="2910901"/>
            <a:ext cx="497536" cy="400346"/>
          </a:xfrm>
          <a:prstGeom prst="rect">
            <a:avLst/>
          </a:prstGeom>
          <a:solidFill>
            <a:srgbClr val="FFC000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19" name="组合 118"/>
          <p:cNvGrpSpPr/>
          <p:nvPr>
            <p:custDataLst>
              <p:tags r:id="rId20"/>
            </p:custDataLst>
          </p:nvPr>
        </p:nvGrpSpPr>
        <p:grpSpPr>
          <a:xfrm rot="14148233">
            <a:off x="7765859" y="2035726"/>
            <a:ext cx="368300" cy="993882"/>
            <a:chOff x="5525823" y="1700808"/>
            <a:chExt cx="492282" cy="13284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文本框 120"/>
                <p:cNvSpPr txBox="1"/>
                <p:nvPr>
                  <p:custDataLst>
                    <p:tags r:id="rId40"/>
                  </p:custDataLst>
                </p:nvPr>
              </p:nvSpPr>
              <p:spPr>
                <a:xfrm rot="6910774">
                  <a:off x="5447928" y="2459087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54" name="文本框 120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24"/>
                  </p:custDataLst>
                </p:nvPr>
              </p:nvSpPr>
              <p:spPr>
                <a:xfrm rot="6910774">
                  <a:off x="5447928" y="2459087"/>
                  <a:ext cx="648072" cy="492282"/>
                </a:xfrm>
                <a:prstGeom prst="rect">
                  <a:avLst/>
                </a:prstGeom>
                <a:blipFill rotWithShape="1">
                  <a:blip r:embed="rId1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直线箭头连接符 119"/>
            <p:cNvCxnSpPr/>
            <p:nvPr>
              <p:custDataLst>
                <p:tags r:id="rId41"/>
              </p:custDataLst>
            </p:nvPr>
          </p:nvCxnSpPr>
          <p:spPr>
            <a:xfrm flipH="1">
              <a:off x="5591944" y="1700808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组合 121"/>
          <p:cNvGrpSpPr/>
          <p:nvPr>
            <p:custDataLst>
              <p:tags r:id="rId21"/>
            </p:custDataLst>
          </p:nvPr>
        </p:nvGrpSpPr>
        <p:grpSpPr>
          <a:xfrm>
            <a:off x="7255030" y="3063539"/>
            <a:ext cx="484854" cy="938741"/>
            <a:chOff x="5403129" y="1628800"/>
            <a:chExt cx="648072" cy="1254753"/>
          </a:xfrm>
        </p:grpSpPr>
        <p:grpSp>
          <p:nvGrpSpPr>
            <p:cNvPr id="123" name="组合 122"/>
            <p:cNvGrpSpPr/>
            <p:nvPr>
              <p:custDataLst>
                <p:tags r:id="rId36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125" name="直线箭头连接符 124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文本框 125"/>
                  <p:cNvSpPr txBox="1"/>
                  <p:nvPr>
                    <p:custDataLst>
                      <p:tags r:id="rId39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55" name="文本框 1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6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4" name="椭圆 123"/>
            <p:cNvSpPr/>
            <p:nvPr>
              <p:custDataLst>
                <p:tags r:id="rId37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7" name="组合 126"/>
          <p:cNvGrpSpPr/>
          <p:nvPr>
            <p:custDataLst>
              <p:tags r:id="rId22"/>
            </p:custDataLst>
          </p:nvPr>
        </p:nvGrpSpPr>
        <p:grpSpPr>
          <a:xfrm rot="16200000">
            <a:off x="6614814" y="2335796"/>
            <a:ext cx="451741" cy="1105221"/>
            <a:chOff x="8040216" y="375932"/>
            <a:chExt cx="603812" cy="1477276"/>
          </a:xfrm>
        </p:grpSpPr>
        <p:grpSp>
          <p:nvGrpSpPr>
            <p:cNvPr id="128" name="组合 127"/>
            <p:cNvGrpSpPr/>
            <p:nvPr>
              <p:custDataLst>
                <p:tags r:id="rId32"/>
              </p:custDataLst>
            </p:nvPr>
          </p:nvGrpSpPr>
          <p:grpSpPr>
            <a:xfrm rot="10800000">
              <a:off x="8084359" y="375932"/>
              <a:ext cx="559669" cy="1405268"/>
              <a:chOff x="5032275" y="1700808"/>
              <a:chExt cx="559669" cy="1405268"/>
            </a:xfrm>
          </p:grpSpPr>
          <p:cxnSp>
            <p:nvCxnSpPr>
              <p:cNvPr id="130" name="直线箭头连接符 129"/>
              <p:cNvCxnSpPr/>
              <p:nvPr>
                <p:custDataLst>
                  <p:tags r:id="rId34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6" name="文本框 130"/>
                  <p:cNvSpPr txBox="1"/>
                  <p:nvPr>
                    <p:custDataLst>
                      <p:tags r:id="rId35"/>
                    </p:custDataLst>
                  </p:nvPr>
                </p:nvSpPr>
                <p:spPr>
                  <a:xfrm rot="16200000">
                    <a:off x="4943770" y="2546508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56" name="文本框 1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7"/>
                    </p:custDataLst>
                  </p:nvPr>
                </p:nvSpPr>
                <p:spPr>
                  <a:xfrm rot="16200000">
                    <a:off x="4943770" y="2546508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9" name="椭圆 128"/>
            <p:cNvSpPr/>
            <p:nvPr>
              <p:custDataLst>
                <p:tags r:id="rId33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1" name="组合 140"/>
          <p:cNvGrpSpPr/>
          <p:nvPr>
            <p:custDataLst>
              <p:tags r:id="rId23"/>
            </p:custDataLst>
          </p:nvPr>
        </p:nvGrpSpPr>
        <p:grpSpPr>
          <a:xfrm>
            <a:off x="6922508" y="2438395"/>
            <a:ext cx="484854" cy="650460"/>
            <a:chOff x="7495454" y="983781"/>
            <a:chExt cx="648072" cy="869427"/>
          </a:xfrm>
          <a:solidFill>
            <a:srgbClr val="FF0000"/>
          </a:solidFill>
        </p:grpSpPr>
        <p:grpSp>
          <p:nvGrpSpPr>
            <p:cNvPr id="142" name="组合 141"/>
            <p:cNvGrpSpPr/>
            <p:nvPr>
              <p:custDataLst>
                <p:tags r:id="rId28"/>
              </p:custDataLst>
            </p:nvPr>
          </p:nvGrpSpPr>
          <p:grpSpPr>
            <a:xfrm rot="10800000">
              <a:off x="7495454" y="983781"/>
              <a:ext cx="648072" cy="797419"/>
              <a:chOff x="5532777" y="1700808"/>
              <a:chExt cx="648072" cy="797419"/>
            </a:xfrm>
            <a:grpFill/>
          </p:grpSpPr>
          <p:cxnSp>
            <p:nvCxnSpPr>
              <p:cNvPr id="144" name="直线箭头连接符 143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5591944" y="1700808"/>
                <a:ext cx="0" cy="686921"/>
              </a:xfrm>
              <a:prstGeom prst="straightConnector1">
                <a:avLst/>
              </a:prstGeom>
              <a:grpFill/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7" name="文本框 144"/>
                  <p:cNvSpPr txBox="1"/>
                  <p:nvPr>
                    <p:custDataLst>
                      <p:tags r:id="rId31"/>
                    </p:custDataLst>
                  </p:nvPr>
                </p:nvSpPr>
                <p:spPr>
                  <a:xfrm rot="10800000">
                    <a:off x="5532777" y="2005945"/>
                    <a:ext cx="648072" cy="49228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57" name="文本框 1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8"/>
                    </p:custDataLst>
                  </p:nvPr>
                </p:nvSpPr>
                <p:spPr>
                  <a:xfrm rot="10800000">
                    <a:off x="5532777" y="2005945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29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3" name="椭圆 142"/>
            <p:cNvSpPr/>
            <p:nvPr>
              <p:custDataLst>
                <p:tags r:id="rId29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文本框 3"/>
          <p:cNvSpPr txBox="1"/>
          <p:nvPr>
            <p:custDataLst>
              <p:tags r:id="rId24"/>
            </p:custDataLst>
          </p:nvPr>
        </p:nvSpPr>
        <p:spPr>
          <a:xfrm>
            <a:off x="2260735" y="3821283"/>
            <a:ext cx="156608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地面光滑</a:t>
            </a:r>
          </a:p>
        </p:txBody>
      </p:sp>
      <p:cxnSp>
        <p:nvCxnSpPr>
          <p:cNvPr id="20" name="直接连接符 19"/>
          <p:cNvCxnSpPr/>
          <p:nvPr>
            <p:custDataLst>
              <p:tags r:id="rId25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圆角矩形 30">
            <a:hlinkClick r:id="" action="ppaction://noaction"/>
          </p:cNvPr>
          <p:cNvSpPr/>
          <p:nvPr>
            <p:custDataLst>
              <p:tags r:id="rId26"/>
            </p:custDataLst>
          </p:nvPr>
        </p:nvSpPr>
        <p:spPr>
          <a:xfrm>
            <a:off x="0" y="22860"/>
            <a:ext cx="207708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32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2230" y="125095"/>
            <a:ext cx="208089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四、实例分析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06 -2.22222E-06 L 0.07396 0.1544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98" y="7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06 1.85185E-06 L -0.02656 0.02916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28" y="1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490502" y="2794430"/>
            <a:ext cx="1939415" cy="101473"/>
            <a:chOff x="1415480" y="4149080"/>
            <a:chExt cx="2592288" cy="135632"/>
          </a:xfrm>
        </p:grpSpPr>
        <p:cxnSp>
          <p:nvCxnSpPr>
            <p:cNvPr id="5" name="直线连接符 4"/>
            <p:cNvCxnSpPr/>
            <p:nvPr>
              <p:custDataLst>
                <p:tags r:id="rId88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5"/>
            <p:cNvCxnSpPr/>
            <p:nvPr>
              <p:custDataLst>
                <p:tags r:id="rId89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>
              <p:custDataLst>
                <p:tags r:id="rId90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>
              <p:custDataLst>
                <p:tags r:id="rId91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>
              <p:custDataLst>
                <p:tags r:id="rId92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>
              <p:custDataLst>
                <p:tags r:id="rId93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>
              <p:custDataLst>
                <p:tags r:id="rId94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11"/>
            <p:cNvCxnSpPr/>
            <p:nvPr>
              <p:custDataLst>
                <p:tags r:id="rId95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2"/>
            <p:cNvCxnSpPr/>
            <p:nvPr>
              <p:custDataLst>
                <p:tags r:id="rId96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1156421" y="2388071"/>
            <a:ext cx="497536" cy="40034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15" name="组合 14"/>
          <p:cNvGrpSpPr/>
          <p:nvPr>
            <p:custDataLst>
              <p:tags r:id="rId4"/>
            </p:custDataLst>
          </p:nvPr>
        </p:nvGrpSpPr>
        <p:grpSpPr>
          <a:xfrm>
            <a:off x="1851347" y="1594901"/>
            <a:ext cx="599180" cy="368300"/>
            <a:chOff x="1947486" y="493440"/>
            <a:chExt cx="800884" cy="492282"/>
          </a:xfrm>
        </p:grpSpPr>
        <p:cxnSp>
          <p:nvCxnSpPr>
            <p:cNvPr id="16" name="直线箭头连接符 15"/>
            <p:cNvCxnSpPr/>
            <p:nvPr>
              <p:custDataLst>
                <p:tags r:id="rId86"/>
              </p:custDataLst>
            </p:nvPr>
          </p:nvCxnSpPr>
          <p:spPr>
            <a:xfrm>
              <a:off x="1947486" y="955105"/>
              <a:ext cx="664718" cy="0"/>
            </a:xfrm>
            <a:prstGeom prst="straightConnector1">
              <a:avLst/>
            </a:prstGeom>
            <a:ln w="1905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文本框 16"/>
                <p:cNvSpPr txBox="1"/>
                <p:nvPr>
                  <p:custDataLst>
                    <p:tags r:id="rId87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98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blipFill rotWithShape="1">
                  <a:blip r:embed="rId9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文本框 17"/>
          <p:cNvSpPr txBox="1"/>
          <p:nvPr>
            <p:custDataLst>
              <p:tags r:id="rId5"/>
            </p:custDataLst>
          </p:nvPr>
        </p:nvSpPr>
        <p:spPr>
          <a:xfrm>
            <a:off x="627333" y="3473960"/>
            <a:ext cx="156608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向右匀速</a:t>
            </a:r>
            <a:endParaRPr kumimoji="1" lang="en-US" altLang="zh-CN" sz="1795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（地面光滑）</a:t>
            </a:r>
          </a:p>
        </p:txBody>
      </p:sp>
      <p:grpSp>
        <p:nvGrpSpPr>
          <p:cNvPr id="29" name="组合 28"/>
          <p:cNvGrpSpPr/>
          <p:nvPr>
            <p:custDataLst>
              <p:tags r:id="rId6"/>
            </p:custDataLst>
          </p:nvPr>
        </p:nvGrpSpPr>
        <p:grpSpPr>
          <a:xfrm>
            <a:off x="1303101" y="2578940"/>
            <a:ext cx="484854" cy="938741"/>
            <a:chOff x="5403129" y="1628800"/>
            <a:chExt cx="648072" cy="1254753"/>
          </a:xfrm>
        </p:grpSpPr>
        <p:grpSp>
          <p:nvGrpSpPr>
            <p:cNvPr id="30" name="组合 29"/>
            <p:cNvGrpSpPr/>
            <p:nvPr>
              <p:custDataLst>
                <p:tags r:id="rId82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32" name="直线箭头连接符 31"/>
              <p:cNvCxnSpPr/>
              <p:nvPr>
                <p:custDataLst>
                  <p:tags r:id="rId84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32"/>
                  <p:cNvSpPr txBox="1"/>
                  <p:nvPr>
                    <p:custDataLst>
                      <p:tags r:id="rId85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18" name="文本框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0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" name="椭圆 30"/>
            <p:cNvSpPr/>
            <p:nvPr>
              <p:custDataLst>
                <p:tags r:id="rId83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7"/>
            </p:custDataLst>
          </p:nvPr>
        </p:nvGrpSpPr>
        <p:grpSpPr>
          <a:xfrm>
            <a:off x="1006330" y="1598945"/>
            <a:ext cx="484854" cy="1040214"/>
            <a:chOff x="7536160" y="462823"/>
            <a:chExt cx="648072" cy="1390385"/>
          </a:xfrm>
        </p:grpSpPr>
        <p:grpSp>
          <p:nvGrpSpPr>
            <p:cNvPr id="35" name="组合 34"/>
            <p:cNvGrpSpPr/>
            <p:nvPr>
              <p:custDataLst>
                <p:tags r:id="rId78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37" name="直线箭头连接符 36"/>
              <p:cNvCxnSpPr/>
              <p:nvPr>
                <p:custDataLst>
                  <p:tags r:id="rId80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文本框 37"/>
                  <p:cNvSpPr txBox="1"/>
                  <p:nvPr>
                    <p:custDataLst>
                      <p:tags r:id="rId81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19" name="文本框 3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2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椭圆 35"/>
            <p:cNvSpPr/>
            <p:nvPr>
              <p:custDataLst>
                <p:tags r:id="rId79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8"/>
            </p:custDataLst>
          </p:nvPr>
        </p:nvGrpSpPr>
        <p:grpSpPr>
          <a:xfrm>
            <a:off x="2824205" y="2798308"/>
            <a:ext cx="1939415" cy="101473"/>
            <a:chOff x="1415480" y="4149080"/>
            <a:chExt cx="2592288" cy="135632"/>
          </a:xfrm>
        </p:grpSpPr>
        <p:cxnSp>
          <p:nvCxnSpPr>
            <p:cNvPr id="40" name="直线连接符 39"/>
            <p:cNvCxnSpPr/>
            <p:nvPr>
              <p:custDataLst>
                <p:tags r:id="rId69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线连接符 40"/>
            <p:cNvCxnSpPr/>
            <p:nvPr>
              <p:custDataLst>
                <p:tags r:id="rId70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线连接符 41"/>
            <p:cNvCxnSpPr/>
            <p:nvPr>
              <p:custDataLst>
                <p:tags r:id="rId71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线连接符 42"/>
            <p:cNvCxnSpPr/>
            <p:nvPr>
              <p:custDataLst>
                <p:tags r:id="rId72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直线连接符 43"/>
            <p:cNvCxnSpPr/>
            <p:nvPr>
              <p:custDataLst>
                <p:tags r:id="rId73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线连接符 44"/>
            <p:cNvCxnSpPr/>
            <p:nvPr>
              <p:custDataLst>
                <p:tags r:id="rId74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直线连接符 45"/>
            <p:cNvCxnSpPr/>
            <p:nvPr>
              <p:custDataLst>
                <p:tags r:id="rId75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线连接符 46"/>
            <p:cNvCxnSpPr/>
            <p:nvPr>
              <p:custDataLst>
                <p:tags r:id="rId76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直线连接符 47"/>
            <p:cNvCxnSpPr/>
            <p:nvPr>
              <p:custDataLst>
                <p:tags r:id="rId77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9" name="矩形 48"/>
          <p:cNvSpPr/>
          <p:nvPr>
            <p:custDataLst>
              <p:tags r:id="rId9"/>
            </p:custDataLst>
          </p:nvPr>
        </p:nvSpPr>
        <p:spPr>
          <a:xfrm>
            <a:off x="3490124" y="2391948"/>
            <a:ext cx="497536" cy="400346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50" name="组合 49"/>
          <p:cNvGrpSpPr/>
          <p:nvPr>
            <p:custDataLst>
              <p:tags r:id="rId10"/>
            </p:custDataLst>
          </p:nvPr>
        </p:nvGrpSpPr>
        <p:grpSpPr>
          <a:xfrm>
            <a:off x="4185050" y="1598779"/>
            <a:ext cx="599180" cy="368300"/>
            <a:chOff x="1947486" y="493440"/>
            <a:chExt cx="800884" cy="492282"/>
          </a:xfrm>
        </p:grpSpPr>
        <p:cxnSp>
          <p:nvCxnSpPr>
            <p:cNvPr id="51" name="直线箭头连接符 50"/>
            <p:cNvCxnSpPr/>
            <p:nvPr>
              <p:custDataLst>
                <p:tags r:id="rId67"/>
              </p:custDataLst>
            </p:nvPr>
          </p:nvCxnSpPr>
          <p:spPr>
            <a:xfrm>
              <a:off x="1947486" y="955105"/>
              <a:ext cx="664718" cy="0"/>
            </a:xfrm>
            <a:prstGeom prst="straightConnector1">
              <a:avLst/>
            </a:prstGeom>
            <a:ln w="1905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51"/>
                <p:cNvSpPr txBox="1"/>
                <p:nvPr>
                  <p:custDataLst>
                    <p:tags r:id="rId68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20" name="文本框 5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04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blipFill rotWithShape="1">
                  <a:blip r:embed="rId9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文本框 52"/>
          <p:cNvSpPr txBox="1"/>
          <p:nvPr>
            <p:custDataLst>
              <p:tags r:id="rId11"/>
            </p:custDataLst>
          </p:nvPr>
        </p:nvSpPr>
        <p:spPr>
          <a:xfrm>
            <a:off x="2961036" y="3477837"/>
            <a:ext cx="156608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向右运动</a:t>
            </a:r>
            <a:endParaRPr kumimoji="1" lang="en-US" altLang="zh-CN" sz="1795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（地面粗糙）</a:t>
            </a:r>
          </a:p>
        </p:txBody>
      </p:sp>
      <p:grpSp>
        <p:nvGrpSpPr>
          <p:cNvPr id="64" name="组合 63"/>
          <p:cNvGrpSpPr/>
          <p:nvPr>
            <p:custDataLst>
              <p:tags r:id="rId12"/>
            </p:custDataLst>
          </p:nvPr>
        </p:nvGrpSpPr>
        <p:grpSpPr>
          <a:xfrm rot="5400000">
            <a:off x="4160262" y="2041904"/>
            <a:ext cx="368300" cy="795245"/>
            <a:chOff x="4871325" y="5183165"/>
            <a:chExt cx="492282" cy="1062951"/>
          </a:xfrm>
        </p:grpSpPr>
        <p:cxnSp>
          <p:nvCxnSpPr>
            <p:cNvPr id="65" name="直线箭头连接符 64"/>
            <p:cNvCxnSpPr/>
            <p:nvPr>
              <p:custDataLst>
                <p:tags r:id="rId65"/>
              </p:custDataLst>
            </p:nvPr>
          </p:nvCxnSpPr>
          <p:spPr>
            <a:xfrm flipH="1">
              <a:off x="5344008" y="5183165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1" name="文本框 65"/>
                <p:cNvSpPr txBox="1"/>
                <p:nvPr>
                  <p:custDataLst>
                    <p:tags r:id="rId66"/>
                  </p:custDataLst>
                </p:nvPr>
              </p:nvSpPr>
              <p:spPr>
                <a:xfrm rot="16200000">
                  <a:off x="4793430" y="5675939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21" name="文本框 65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05"/>
                  </p:custDataLst>
                </p:nvPr>
              </p:nvSpPr>
              <p:spPr>
                <a:xfrm rot="16200000">
                  <a:off x="4793430" y="5675939"/>
                  <a:ext cx="648072" cy="492282"/>
                </a:xfrm>
                <a:prstGeom prst="rect">
                  <a:avLst/>
                </a:prstGeom>
                <a:blipFill rotWithShape="1">
                  <a:blip r:embed="rId10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组合 66"/>
          <p:cNvGrpSpPr/>
          <p:nvPr>
            <p:custDataLst>
              <p:tags r:id="rId13"/>
            </p:custDataLst>
          </p:nvPr>
        </p:nvGrpSpPr>
        <p:grpSpPr>
          <a:xfrm>
            <a:off x="3633208" y="2582076"/>
            <a:ext cx="484854" cy="938741"/>
            <a:chOff x="5403129" y="1628800"/>
            <a:chExt cx="648072" cy="1254753"/>
          </a:xfrm>
        </p:grpSpPr>
        <p:grpSp>
          <p:nvGrpSpPr>
            <p:cNvPr id="68" name="组合 67"/>
            <p:cNvGrpSpPr/>
            <p:nvPr>
              <p:custDataLst>
                <p:tags r:id="rId61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70" name="直线箭头连接符 69"/>
              <p:cNvCxnSpPr/>
              <p:nvPr>
                <p:custDataLst>
                  <p:tags r:id="rId63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文本框 70"/>
                  <p:cNvSpPr txBox="1"/>
                  <p:nvPr>
                    <p:custDataLst>
                      <p:tags r:id="rId64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2" name="文本框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7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9" name="椭圆 68"/>
            <p:cNvSpPr/>
            <p:nvPr>
              <p:custDataLst>
                <p:tags r:id="rId62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2" name="组合 71"/>
          <p:cNvGrpSpPr/>
          <p:nvPr>
            <p:custDataLst>
              <p:tags r:id="rId14"/>
            </p:custDataLst>
          </p:nvPr>
        </p:nvGrpSpPr>
        <p:grpSpPr>
          <a:xfrm>
            <a:off x="3336438" y="1602081"/>
            <a:ext cx="484854" cy="1040214"/>
            <a:chOff x="7536160" y="462823"/>
            <a:chExt cx="648072" cy="1390385"/>
          </a:xfrm>
        </p:grpSpPr>
        <p:grpSp>
          <p:nvGrpSpPr>
            <p:cNvPr id="73" name="组合 72"/>
            <p:cNvGrpSpPr/>
            <p:nvPr>
              <p:custDataLst>
                <p:tags r:id="rId57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75" name="直线箭头连接符 74"/>
              <p:cNvCxnSpPr/>
              <p:nvPr>
                <p:custDataLst>
                  <p:tags r:id="rId59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3" name="文本框 75"/>
                  <p:cNvSpPr txBox="1"/>
                  <p:nvPr>
                    <p:custDataLst>
                      <p:tags r:id="rId60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3" name="文本框 7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8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4" name="椭圆 73"/>
            <p:cNvSpPr/>
            <p:nvPr>
              <p:custDataLst>
                <p:tags r:id="rId58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7" name="组合 76"/>
          <p:cNvGrpSpPr/>
          <p:nvPr>
            <p:custDataLst>
              <p:tags r:id="rId15"/>
            </p:custDataLst>
          </p:nvPr>
        </p:nvGrpSpPr>
        <p:grpSpPr>
          <a:xfrm rot="16200000">
            <a:off x="2816145" y="1697004"/>
            <a:ext cx="406673" cy="1496845"/>
            <a:chOff x="8040216" y="-147526"/>
            <a:chExt cx="543573" cy="2000734"/>
          </a:xfrm>
        </p:grpSpPr>
        <p:grpSp>
          <p:nvGrpSpPr>
            <p:cNvPr id="78" name="组合 77"/>
            <p:cNvGrpSpPr/>
            <p:nvPr>
              <p:custDataLst>
                <p:tags r:id="rId53"/>
              </p:custDataLst>
            </p:nvPr>
          </p:nvGrpSpPr>
          <p:grpSpPr>
            <a:xfrm rot="10800000">
              <a:off x="8112726" y="-147526"/>
              <a:ext cx="471063" cy="1928726"/>
              <a:chOff x="5092514" y="1700808"/>
              <a:chExt cx="471063" cy="1928726"/>
            </a:xfrm>
          </p:grpSpPr>
          <p:cxnSp>
            <p:nvCxnSpPr>
              <p:cNvPr id="80" name="直线箭头连接符 79"/>
              <p:cNvCxnSpPr/>
              <p:nvPr>
                <p:custDataLst>
                  <p:tags r:id="rId55"/>
                </p:custDataLst>
              </p:nvPr>
            </p:nvCxnSpPr>
            <p:spPr>
              <a:xfrm rot="16200000" flipH="1">
                <a:off x="4693391" y="2559003"/>
                <a:ext cx="1716390" cy="0"/>
              </a:xfrm>
              <a:prstGeom prst="straightConnector1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文本框 80"/>
                  <p:cNvSpPr txBox="1"/>
                  <p:nvPr>
                    <p:custDataLst>
                      <p:tags r:id="rId56"/>
                    </p:custDataLst>
                  </p:nvPr>
                </p:nvSpPr>
                <p:spPr>
                  <a:xfrm rot="16200000">
                    <a:off x="5004009" y="3069966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chemeClr val="accent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4" name="文本框 8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9"/>
                    </p:custDataLst>
                  </p:nvPr>
                </p:nvSpPr>
                <p:spPr>
                  <a:xfrm rot="16200000">
                    <a:off x="5004009" y="3069966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9" name="椭圆 78"/>
            <p:cNvSpPr/>
            <p:nvPr>
              <p:custDataLst>
                <p:tags r:id="rId54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3" name="组合 82"/>
          <p:cNvGrpSpPr/>
          <p:nvPr>
            <p:custDataLst>
              <p:tags r:id="rId16"/>
            </p:custDataLst>
          </p:nvPr>
        </p:nvGrpSpPr>
        <p:grpSpPr>
          <a:xfrm flipV="1">
            <a:off x="5952103" y="2183788"/>
            <a:ext cx="1939415" cy="101473"/>
            <a:chOff x="1415480" y="4149080"/>
            <a:chExt cx="2592288" cy="135632"/>
          </a:xfrm>
        </p:grpSpPr>
        <p:cxnSp>
          <p:nvCxnSpPr>
            <p:cNvPr id="84" name="直线连接符 83"/>
            <p:cNvCxnSpPr/>
            <p:nvPr>
              <p:custDataLst>
                <p:tags r:id="rId44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线连接符 84"/>
            <p:cNvCxnSpPr/>
            <p:nvPr>
              <p:custDataLst>
                <p:tags r:id="rId45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线连接符 85"/>
            <p:cNvCxnSpPr/>
            <p:nvPr>
              <p:custDataLst>
                <p:tags r:id="rId46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线连接符 86"/>
            <p:cNvCxnSpPr/>
            <p:nvPr>
              <p:custDataLst>
                <p:tags r:id="rId47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线连接符 87"/>
            <p:cNvCxnSpPr/>
            <p:nvPr>
              <p:custDataLst>
                <p:tags r:id="rId48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线连接符 88"/>
            <p:cNvCxnSpPr/>
            <p:nvPr>
              <p:custDataLst>
                <p:tags r:id="rId49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直线连接符 89"/>
            <p:cNvCxnSpPr/>
            <p:nvPr>
              <p:custDataLst>
                <p:tags r:id="rId50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直线连接符 90"/>
            <p:cNvCxnSpPr/>
            <p:nvPr>
              <p:custDataLst>
                <p:tags r:id="rId51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线连接符 91"/>
            <p:cNvCxnSpPr/>
            <p:nvPr>
              <p:custDataLst>
                <p:tags r:id="rId52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3" name="矩形 92"/>
          <p:cNvSpPr/>
          <p:nvPr>
            <p:custDataLst>
              <p:tags r:id="rId17"/>
            </p:custDataLst>
          </p:nvPr>
        </p:nvSpPr>
        <p:spPr>
          <a:xfrm>
            <a:off x="6702573" y="2285261"/>
            <a:ext cx="497536" cy="400346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94" name="组合 93"/>
          <p:cNvGrpSpPr/>
          <p:nvPr>
            <p:custDataLst>
              <p:tags r:id="rId18"/>
            </p:custDataLst>
          </p:nvPr>
        </p:nvGrpSpPr>
        <p:grpSpPr>
          <a:xfrm>
            <a:off x="7108376" y="1572082"/>
            <a:ext cx="599180" cy="368300"/>
            <a:chOff x="1947486" y="493440"/>
            <a:chExt cx="800884" cy="492282"/>
          </a:xfrm>
        </p:grpSpPr>
        <p:cxnSp>
          <p:nvCxnSpPr>
            <p:cNvPr id="95" name="直线箭头连接符 94"/>
            <p:cNvCxnSpPr/>
            <p:nvPr>
              <p:custDataLst>
                <p:tags r:id="rId42"/>
              </p:custDataLst>
            </p:nvPr>
          </p:nvCxnSpPr>
          <p:spPr>
            <a:xfrm>
              <a:off x="1947486" y="955105"/>
              <a:ext cx="664718" cy="0"/>
            </a:xfrm>
            <a:prstGeom prst="straightConnector1">
              <a:avLst/>
            </a:prstGeom>
            <a:ln w="1905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文本框 95"/>
                <p:cNvSpPr txBox="1"/>
                <p:nvPr>
                  <p:custDataLst>
                    <p:tags r:id="rId43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25" name="文本框 95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11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blipFill rotWithShape="1">
                  <a:blip r:embed="rId9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7" name="文本框 96"/>
          <p:cNvSpPr txBox="1"/>
          <p:nvPr>
            <p:custDataLst>
              <p:tags r:id="rId19"/>
            </p:custDataLst>
          </p:nvPr>
        </p:nvSpPr>
        <p:spPr>
          <a:xfrm>
            <a:off x="6205266" y="3473493"/>
            <a:ext cx="1566083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向右运动</a:t>
            </a:r>
            <a:endParaRPr kumimoji="1" lang="en-US" altLang="zh-CN" sz="1795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（墙面粗糙）</a:t>
            </a:r>
            <a:endParaRPr kumimoji="1" lang="en-US" altLang="zh-CN" sz="1795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en-US" altLang="zh-CN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F&gt;G</a:t>
            </a:r>
          </a:p>
        </p:txBody>
      </p:sp>
      <p:grpSp>
        <p:nvGrpSpPr>
          <p:cNvPr id="98" name="组合 97"/>
          <p:cNvGrpSpPr/>
          <p:nvPr>
            <p:custDataLst>
              <p:tags r:id="rId20"/>
            </p:custDataLst>
          </p:nvPr>
        </p:nvGrpSpPr>
        <p:grpSpPr>
          <a:xfrm rot="10800000">
            <a:off x="6872016" y="2681766"/>
            <a:ext cx="484854" cy="754217"/>
            <a:chOff x="5081611" y="1700808"/>
            <a:chExt cx="648072" cy="1008112"/>
          </a:xfrm>
        </p:grpSpPr>
        <p:cxnSp>
          <p:nvCxnSpPr>
            <p:cNvPr id="99" name="直线箭头连接符 98"/>
            <p:cNvCxnSpPr/>
            <p:nvPr>
              <p:custDataLst>
                <p:tags r:id="rId40"/>
              </p:custDataLst>
            </p:nvPr>
          </p:nvCxnSpPr>
          <p:spPr>
            <a:xfrm flipH="1">
              <a:off x="5591944" y="1700808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文本框 99"/>
                <p:cNvSpPr txBox="1"/>
                <p:nvPr>
                  <p:custDataLst>
                    <p:tags r:id="rId41"/>
                  </p:custDataLst>
                </p:nvPr>
              </p:nvSpPr>
              <p:spPr>
                <a:xfrm rot="10800000">
                  <a:off x="5081611" y="2091481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26" name="文本框 99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12"/>
                  </p:custDataLst>
                </p:nvPr>
              </p:nvSpPr>
              <p:spPr>
                <a:xfrm rot="10800000">
                  <a:off x="5081611" y="2091481"/>
                  <a:ext cx="648072" cy="492282"/>
                </a:xfrm>
                <a:prstGeom prst="rect">
                  <a:avLst/>
                </a:prstGeom>
                <a:blipFill rotWithShape="1">
                  <a:blip r:embed="rId10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1" name="组合 100"/>
          <p:cNvGrpSpPr/>
          <p:nvPr>
            <p:custDataLst>
              <p:tags r:id="rId21"/>
            </p:custDataLst>
          </p:nvPr>
        </p:nvGrpSpPr>
        <p:grpSpPr>
          <a:xfrm>
            <a:off x="6851300" y="2480483"/>
            <a:ext cx="484854" cy="938741"/>
            <a:chOff x="5403129" y="1628800"/>
            <a:chExt cx="648072" cy="1254753"/>
          </a:xfrm>
        </p:grpSpPr>
        <p:grpSp>
          <p:nvGrpSpPr>
            <p:cNvPr id="102" name="组合 101"/>
            <p:cNvGrpSpPr/>
            <p:nvPr>
              <p:custDataLst>
                <p:tags r:id="rId36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104" name="直线箭头连接符 103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文本框 104"/>
                  <p:cNvSpPr txBox="1"/>
                  <p:nvPr>
                    <p:custDataLst>
                      <p:tags r:id="rId39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7" name="文本框 10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3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3" name="椭圆 102"/>
            <p:cNvSpPr/>
            <p:nvPr>
              <p:custDataLst>
                <p:tags r:id="rId37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6" name="组合 105"/>
          <p:cNvGrpSpPr/>
          <p:nvPr>
            <p:custDataLst>
              <p:tags r:id="rId22"/>
            </p:custDataLst>
          </p:nvPr>
        </p:nvGrpSpPr>
        <p:grpSpPr>
          <a:xfrm rot="10800000">
            <a:off x="6935965" y="2490641"/>
            <a:ext cx="493143" cy="544602"/>
            <a:chOff x="7453072" y="1125274"/>
            <a:chExt cx="659152" cy="727934"/>
          </a:xfrm>
        </p:grpSpPr>
        <p:grpSp>
          <p:nvGrpSpPr>
            <p:cNvPr id="107" name="组合 106"/>
            <p:cNvGrpSpPr/>
            <p:nvPr>
              <p:custDataLst>
                <p:tags r:id="rId32"/>
              </p:custDataLst>
            </p:nvPr>
          </p:nvGrpSpPr>
          <p:grpSpPr>
            <a:xfrm rot="10800000">
              <a:off x="7453072" y="1125274"/>
              <a:ext cx="648072" cy="655926"/>
              <a:chOff x="5575159" y="1700808"/>
              <a:chExt cx="648072" cy="655926"/>
            </a:xfrm>
          </p:grpSpPr>
          <p:cxnSp>
            <p:nvCxnSpPr>
              <p:cNvPr id="109" name="直线箭头连接符 108"/>
              <p:cNvCxnSpPr/>
              <p:nvPr>
                <p:custDataLst>
                  <p:tags r:id="rId34"/>
                </p:custDataLst>
              </p:nvPr>
            </p:nvCxnSpPr>
            <p:spPr>
              <a:xfrm flipH="1">
                <a:off x="5591944" y="1700808"/>
                <a:ext cx="0" cy="507076"/>
              </a:xfrm>
              <a:prstGeom prst="straightConnector1">
                <a:avLst/>
              </a:prstGeom>
              <a:ln w="38100">
                <a:solidFill>
                  <a:schemeClr val="accent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文本框 109"/>
                  <p:cNvSpPr txBox="1"/>
                  <p:nvPr>
                    <p:custDataLst>
                      <p:tags r:id="rId35"/>
                    </p:custDataLst>
                  </p:nvPr>
                </p:nvSpPr>
                <p:spPr>
                  <a:xfrm>
                    <a:off x="5575159" y="1864452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chemeClr val="accent1">
                          <a:lumMod val="50000"/>
                        </a:schemeClr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8" name="文本框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4"/>
                    </p:custDataLst>
                  </p:nvPr>
                </p:nvSpPr>
                <p:spPr>
                  <a:xfrm>
                    <a:off x="5575159" y="1864452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8" name="椭圆 107"/>
            <p:cNvSpPr/>
            <p:nvPr>
              <p:custDataLst>
                <p:tags r:id="rId33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12" name="组合 111"/>
          <p:cNvGrpSpPr/>
          <p:nvPr>
            <p:custDataLst>
              <p:tags r:id="rId23"/>
            </p:custDataLst>
          </p:nvPr>
        </p:nvGrpSpPr>
        <p:grpSpPr>
          <a:xfrm rot="16200000">
            <a:off x="6268117" y="2143788"/>
            <a:ext cx="364767" cy="1068391"/>
            <a:chOff x="7624664" y="425160"/>
            <a:chExt cx="487560" cy="1428048"/>
          </a:xfrm>
        </p:grpSpPr>
        <p:grpSp>
          <p:nvGrpSpPr>
            <p:cNvPr id="113" name="组合 112"/>
            <p:cNvGrpSpPr/>
            <p:nvPr>
              <p:custDataLst>
                <p:tags r:id="rId28"/>
              </p:custDataLst>
            </p:nvPr>
          </p:nvGrpSpPr>
          <p:grpSpPr>
            <a:xfrm rot="10800000">
              <a:off x="7624664" y="425160"/>
              <a:ext cx="471063" cy="1356040"/>
              <a:chOff x="5580576" y="1700808"/>
              <a:chExt cx="471063" cy="1356040"/>
            </a:xfrm>
          </p:grpSpPr>
          <p:cxnSp>
            <p:nvCxnSpPr>
              <p:cNvPr id="115" name="直线箭头连接符 114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文本框 115"/>
                  <p:cNvSpPr txBox="1"/>
                  <p:nvPr>
                    <p:custDataLst>
                      <p:tags r:id="rId31"/>
                    </p:custDataLst>
                  </p:nvPr>
                </p:nvSpPr>
                <p:spPr>
                  <a:xfrm rot="16200000">
                    <a:off x="5492071" y="2497280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9" name="文本框 1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6"/>
                    </p:custDataLst>
                  </p:nvPr>
                </p:nvSpPr>
                <p:spPr>
                  <a:xfrm rot="16200000">
                    <a:off x="5492071" y="2497280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4" name="椭圆 113"/>
            <p:cNvSpPr/>
            <p:nvPr>
              <p:custDataLst>
                <p:tags r:id="rId29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7" name="Rectangle 14"/>
          <p:cNvSpPr>
            <a:spLocks noChangeArrowheads="1"/>
          </p:cNvSpPr>
          <p:nvPr>
            <p:custDataLst>
              <p:tags r:id="rId24"/>
            </p:custDataLst>
          </p:nvPr>
        </p:nvSpPr>
        <p:spPr bwMode="auto">
          <a:xfrm>
            <a:off x="274320" y="1045845"/>
            <a:ext cx="5497195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、单个物体（可看作质点）在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水平面上运动</a:t>
            </a:r>
            <a:endParaRPr kumimoji="0" lang="zh-CN" altLang="en-US" sz="2095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25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圆角矩形 18">
            <a:hlinkClick r:id="" action="ppaction://noaction"/>
          </p:cNvPr>
          <p:cNvSpPr/>
          <p:nvPr>
            <p:custDataLst>
              <p:tags r:id="rId26"/>
            </p:custDataLst>
          </p:nvPr>
        </p:nvSpPr>
        <p:spPr>
          <a:xfrm>
            <a:off x="0" y="22860"/>
            <a:ext cx="207708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21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62230" y="125095"/>
            <a:ext cx="208089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四、实例分析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06 -1.85185E-06 L -0.10873 -0.00278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43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06 0.00116 L -0.00195 -0.17037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85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 rot="20525100">
            <a:off x="1750461" y="2711310"/>
            <a:ext cx="497536" cy="400346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5" name="直角三角形 4"/>
          <p:cNvSpPr/>
          <p:nvPr>
            <p:custDataLst>
              <p:tags r:id="rId3"/>
            </p:custDataLst>
          </p:nvPr>
        </p:nvSpPr>
        <p:spPr>
          <a:xfrm flipH="1">
            <a:off x="676966" y="2783286"/>
            <a:ext cx="2478142" cy="754217"/>
          </a:xfrm>
          <a:prstGeom prst="rtTriangl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4"/>
            </p:custDataLst>
          </p:nvPr>
        </p:nvGrpSpPr>
        <p:grpSpPr>
          <a:xfrm>
            <a:off x="1890074" y="2912579"/>
            <a:ext cx="484854" cy="938741"/>
            <a:chOff x="5403129" y="1628800"/>
            <a:chExt cx="648072" cy="1254753"/>
          </a:xfrm>
        </p:grpSpPr>
        <p:grpSp>
          <p:nvGrpSpPr>
            <p:cNvPr id="8" name="组合 7"/>
            <p:cNvGrpSpPr/>
            <p:nvPr>
              <p:custDataLst>
                <p:tags r:id="rId35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10" name="直线箭头连接符 9"/>
              <p:cNvCxnSpPr/>
              <p:nvPr>
                <p:custDataLst>
                  <p:tags r:id="rId37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文本框 10"/>
                  <p:cNvSpPr txBox="1"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38" name="文本框 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40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" name="椭圆 8"/>
            <p:cNvSpPr/>
            <p:nvPr>
              <p:custDataLst>
                <p:tags r:id="rId36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 rot="20514054">
            <a:off x="1433138" y="1995320"/>
            <a:ext cx="484854" cy="1040214"/>
            <a:chOff x="7536160" y="462823"/>
            <a:chExt cx="648072" cy="1390385"/>
          </a:xfrm>
        </p:grpSpPr>
        <p:grpSp>
          <p:nvGrpSpPr>
            <p:cNvPr id="13" name="组合 12"/>
            <p:cNvGrpSpPr/>
            <p:nvPr>
              <p:custDataLst>
                <p:tags r:id="rId31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15" name="直线箭头连接符 14"/>
              <p:cNvCxnSpPr/>
              <p:nvPr>
                <p:custDataLst>
                  <p:tags r:id="rId33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文本框 15"/>
                  <p:cNvSpPr txBox="1"/>
                  <p:nvPr>
                    <p:custDataLst>
                      <p:tags r:id="rId34"/>
                    </p:custDataLst>
                  </p:nvPr>
                </p:nvSpPr>
                <p:spPr>
                  <a:xfrm rot="11885946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39" name="文本框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42"/>
                    </p:custDataLst>
                  </p:nvPr>
                </p:nvSpPr>
                <p:spPr>
                  <a:xfrm rot="11885946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4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" name="椭圆 13"/>
            <p:cNvSpPr/>
            <p:nvPr>
              <p:custDataLst>
                <p:tags r:id="rId32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6"/>
            </p:custDataLst>
          </p:nvPr>
        </p:nvGrpSpPr>
        <p:grpSpPr>
          <a:xfrm rot="4404475">
            <a:off x="2023252" y="2364145"/>
            <a:ext cx="428954" cy="664476"/>
            <a:chOff x="7584486" y="965047"/>
            <a:chExt cx="573354" cy="888161"/>
          </a:xfrm>
        </p:grpSpPr>
        <p:grpSp>
          <p:nvGrpSpPr>
            <p:cNvPr id="18" name="组合 17"/>
            <p:cNvGrpSpPr/>
            <p:nvPr>
              <p:custDataLst>
                <p:tags r:id="rId27"/>
              </p:custDataLst>
            </p:nvPr>
          </p:nvGrpSpPr>
          <p:grpSpPr>
            <a:xfrm rot="10800000">
              <a:off x="7584486" y="965047"/>
              <a:ext cx="573354" cy="805439"/>
              <a:chOff x="5518463" y="1711522"/>
              <a:chExt cx="573354" cy="805439"/>
            </a:xfrm>
          </p:grpSpPr>
          <p:cxnSp>
            <p:nvCxnSpPr>
              <p:cNvPr id="20" name="直线箭头连接符 19"/>
              <p:cNvCxnSpPr/>
              <p:nvPr>
                <p:custDataLst>
                  <p:tags r:id="rId29"/>
                </p:custDataLst>
              </p:nvPr>
            </p:nvCxnSpPr>
            <p:spPr>
              <a:xfrm rot="6395525" flipV="1">
                <a:off x="5345332" y="1884653"/>
                <a:ext cx="493224" cy="14696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20"/>
                  <p:cNvSpPr txBox="1"/>
                  <p:nvPr>
                    <p:custDataLst>
                      <p:tags r:id="rId30"/>
                    </p:custDataLst>
                  </p:nvPr>
                </p:nvSpPr>
                <p:spPr>
                  <a:xfrm rot="6395525">
                    <a:off x="5532249" y="1957393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40" name="文本框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44"/>
                    </p:custDataLst>
                  </p:nvPr>
                </p:nvSpPr>
                <p:spPr>
                  <a:xfrm rot="6395525">
                    <a:off x="5532249" y="1957393"/>
                    <a:ext cx="648072" cy="471063"/>
                  </a:xfrm>
                  <a:prstGeom prst="rect">
                    <a:avLst/>
                  </a:prstGeom>
                  <a:blipFill rotWithShape="1">
                    <a:blip r:embed="rId4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椭圆 18"/>
            <p:cNvSpPr/>
            <p:nvPr>
              <p:custDataLst>
                <p:tags r:id="rId28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2" name="矩形 21"/>
          <p:cNvSpPr/>
          <p:nvPr>
            <p:custDataLst>
              <p:tags r:id="rId7"/>
            </p:custDataLst>
          </p:nvPr>
        </p:nvSpPr>
        <p:spPr>
          <a:xfrm rot="20525100">
            <a:off x="6284268" y="2658390"/>
            <a:ext cx="497536" cy="40034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23" name="直角三角形 22"/>
          <p:cNvSpPr/>
          <p:nvPr>
            <p:custDataLst>
              <p:tags r:id="rId8"/>
            </p:custDataLst>
          </p:nvPr>
        </p:nvSpPr>
        <p:spPr>
          <a:xfrm flipH="1">
            <a:off x="5210774" y="2730366"/>
            <a:ext cx="2478142" cy="754217"/>
          </a:xfrm>
          <a:prstGeom prst="rtTriangle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4" name="组合 23"/>
          <p:cNvGrpSpPr/>
          <p:nvPr>
            <p:custDataLst>
              <p:tags r:id="rId9"/>
            </p:custDataLst>
          </p:nvPr>
        </p:nvGrpSpPr>
        <p:grpSpPr>
          <a:xfrm rot="16200000">
            <a:off x="5946992" y="2380413"/>
            <a:ext cx="368300" cy="484854"/>
            <a:chOff x="5516156" y="2187178"/>
            <a:chExt cx="492282" cy="648072"/>
          </a:xfrm>
        </p:grpSpPr>
        <p:cxnSp>
          <p:nvCxnSpPr>
            <p:cNvPr id="25" name="直线箭头连接符 24"/>
            <p:cNvCxnSpPr/>
            <p:nvPr>
              <p:custDataLst>
                <p:tags r:id="rId25"/>
              </p:custDataLst>
            </p:nvPr>
          </p:nvCxnSpPr>
          <p:spPr>
            <a:xfrm rot="5400000">
              <a:off x="5340227" y="2457203"/>
              <a:ext cx="503435" cy="0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25"/>
                <p:cNvSpPr txBox="1"/>
                <p:nvPr>
                  <p:custDataLst>
                    <p:tags r:id="rId26"/>
                  </p:custDataLst>
                </p:nvPr>
              </p:nvSpPr>
              <p:spPr>
                <a:xfrm rot="5400000">
                  <a:off x="5438261" y="2265073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41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6"/>
                  </p:custDataLst>
                </p:nvPr>
              </p:nvSpPr>
              <p:spPr>
                <a:xfrm rot="5400000">
                  <a:off x="5438261" y="2265073"/>
                  <a:ext cx="648072" cy="492282"/>
                </a:xfrm>
                <a:prstGeom prst="rect">
                  <a:avLst/>
                </a:prstGeom>
                <a:blipFill rotWithShape="1"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/>
          <p:cNvGrpSpPr/>
          <p:nvPr>
            <p:custDataLst>
              <p:tags r:id="rId10"/>
            </p:custDataLst>
          </p:nvPr>
        </p:nvGrpSpPr>
        <p:grpSpPr>
          <a:xfrm>
            <a:off x="6449845" y="2833516"/>
            <a:ext cx="484854" cy="938741"/>
            <a:chOff x="5403129" y="1628800"/>
            <a:chExt cx="648072" cy="1254753"/>
          </a:xfrm>
        </p:grpSpPr>
        <p:grpSp>
          <p:nvGrpSpPr>
            <p:cNvPr id="28" name="组合 27"/>
            <p:cNvGrpSpPr/>
            <p:nvPr>
              <p:custDataLst>
                <p:tags r:id="rId21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30" name="直线箭头连接符 29"/>
              <p:cNvCxnSpPr/>
              <p:nvPr>
                <p:custDataLst>
                  <p:tags r:id="rId23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30"/>
                  <p:cNvSpPr txBox="1"/>
                  <p:nvPr>
                    <p:custDataLst>
                      <p:tags r:id="rId24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42" name="文本框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48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9" name="椭圆 28"/>
            <p:cNvSpPr/>
            <p:nvPr>
              <p:custDataLst>
                <p:tags r:id="rId22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11"/>
            </p:custDataLst>
          </p:nvPr>
        </p:nvGrpSpPr>
        <p:grpSpPr>
          <a:xfrm rot="20514054">
            <a:off x="6011913" y="1915874"/>
            <a:ext cx="484854" cy="1040214"/>
            <a:chOff x="7536160" y="462823"/>
            <a:chExt cx="648072" cy="1390385"/>
          </a:xfrm>
        </p:grpSpPr>
        <p:grpSp>
          <p:nvGrpSpPr>
            <p:cNvPr id="33" name="组合 32"/>
            <p:cNvGrpSpPr/>
            <p:nvPr>
              <p:custDataLst>
                <p:tags r:id="rId17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35" name="直线箭头连接符 34"/>
              <p:cNvCxnSpPr/>
              <p:nvPr>
                <p:custDataLst>
                  <p:tags r:id="rId19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35"/>
                  <p:cNvSpPr txBox="1"/>
                  <p:nvPr>
                    <p:custDataLst>
                      <p:tags r:id="rId20"/>
                    </p:custDataLst>
                  </p:nvPr>
                </p:nvSpPr>
                <p:spPr>
                  <a:xfrm rot="11885946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43" name="文本框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49"/>
                    </p:custDataLst>
                  </p:nvPr>
                </p:nvSpPr>
                <p:spPr>
                  <a:xfrm rot="11885946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4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4" name="椭圆 33"/>
            <p:cNvSpPr/>
            <p:nvPr>
              <p:custDataLst>
                <p:tags r:id="rId18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7" name="文本框 36"/>
          <p:cNvSpPr txBox="1"/>
          <p:nvPr>
            <p:custDataLst>
              <p:tags r:id="rId12"/>
            </p:custDataLst>
          </p:nvPr>
        </p:nvSpPr>
        <p:spPr>
          <a:xfrm>
            <a:off x="5869446" y="3929785"/>
            <a:ext cx="156608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斜面光滑</a:t>
            </a:r>
          </a:p>
        </p:txBody>
      </p:sp>
      <p:sp>
        <p:nvSpPr>
          <p:cNvPr id="6" name="Rectangle 14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274320" y="1045845"/>
            <a:ext cx="5456555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、单个物体（可看作质点）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静止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斜面上</a:t>
            </a:r>
            <a:r>
              <a:rPr kumimoji="0" lang="zh-CN" altLang="en-US" sz="2095">
                <a:solidFill>
                  <a:schemeClr val="dk1"/>
                </a:solidFill>
                <a:latin typeface="Calibri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</a:p>
        </p:txBody>
      </p:sp>
      <p:cxnSp>
        <p:nvCxnSpPr>
          <p:cNvPr id="11" name="直接连接符 10"/>
          <p:cNvCxnSpPr/>
          <p:nvPr>
            <p:custDataLst>
              <p:tags r:id="rId14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1" name="圆角矩形 30">
            <a:hlinkClick r:id="" action="ppaction://noaction"/>
          </p:cNvPr>
          <p:cNvSpPr/>
          <p:nvPr>
            <p:custDataLst>
              <p:tags r:id="rId15"/>
            </p:custDataLst>
          </p:nvPr>
        </p:nvSpPr>
        <p:spPr>
          <a:xfrm>
            <a:off x="0" y="22860"/>
            <a:ext cx="207708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16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62230" y="125095"/>
            <a:ext cx="208089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四、实例分析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43 1.11111E-06 L 0.11615 0.02106" pathEditMode="relative" rAng="0" ptsTypes="AA">
                                      <p:cBhvr>
                                        <p:cTn id="2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30" y="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/>
          <p:cNvSpPr/>
          <p:nvPr>
            <p:custDataLst>
              <p:tags r:id="rId2"/>
            </p:custDataLst>
          </p:nvPr>
        </p:nvSpPr>
        <p:spPr>
          <a:xfrm>
            <a:off x="2131835" y="2256716"/>
            <a:ext cx="725728" cy="725728"/>
          </a:xfrm>
          <a:prstGeom prst="ellipse">
            <a:avLst/>
          </a:prstGeom>
          <a:solidFill>
            <a:srgbClr val="00B0F0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3" name="组合 2"/>
          <p:cNvGrpSpPr/>
          <p:nvPr>
            <p:custDataLst>
              <p:tags r:id="rId3"/>
            </p:custDataLst>
          </p:nvPr>
        </p:nvGrpSpPr>
        <p:grpSpPr>
          <a:xfrm rot="5400000">
            <a:off x="1543475" y="2252029"/>
            <a:ext cx="1176717" cy="489565"/>
            <a:chOff x="2382689" y="3821895"/>
            <a:chExt cx="1572840" cy="654369"/>
          </a:xfrm>
        </p:grpSpPr>
        <p:cxnSp>
          <p:nvCxnSpPr>
            <p:cNvPr id="4" name="直线连接符 3"/>
            <p:cNvCxnSpPr/>
            <p:nvPr>
              <p:custDataLst>
                <p:tags r:id="rId50"/>
              </p:custDataLst>
            </p:nvPr>
          </p:nvCxnSpPr>
          <p:spPr>
            <a:xfrm rot="17566012">
              <a:off x="2835107" y="3369477"/>
              <a:ext cx="654369" cy="1559206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线连接符 4"/>
            <p:cNvCxnSpPr/>
            <p:nvPr>
              <p:custDataLst>
                <p:tags r:id="rId51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5"/>
            <p:cNvCxnSpPr/>
            <p:nvPr>
              <p:custDataLst>
                <p:tags r:id="rId52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>
              <p:custDataLst>
                <p:tags r:id="rId53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>
              <p:custDataLst>
                <p:tags r:id="rId54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>
              <p:custDataLst>
                <p:tags r:id="rId55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直角三角形 11"/>
          <p:cNvSpPr/>
          <p:nvPr>
            <p:custDataLst>
              <p:tags r:id="rId4"/>
            </p:custDataLst>
          </p:nvPr>
        </p:nvSpPr>
        <p:spPr>
          <a:xfrm flipH="1">
            <a:off x="1269872" y="2619580"/>
            <a:ext cx="2478142" cy="754217"/>
          </a:xfrm>
          <a:prstGeom prst="rtTriangl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690164" y="3663668"/>
            <a:ext cx="178618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各接触面均光滑</a:t>
            </a:r>
          </a:p>
        </p:txBody>
      </p: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2375513" y="2605965"/>
            <a:ext cx="484854" cy="858827"/>
            <a:chOff x="5406878" y="1628800"/>
            <a:chExt cx="648072" cy="1147937"/>
          </a:xfrm>
        </p:grpSpPr>
        <p:grpSp>
          <p:nvGrpSpPr>
            <p:cNvPr id="15" name="组合 14"/>
            <p:cNvGrpSpPr/>
            <p:nvPr>
              <p:custDataLst>
                <p:tags r:id="rId46"/>
              </p:custDataLst>
            </p:nvPr>
          </p:nvGrpSpPr>
          <p:grpSpPr>
            <a:xfrm>
              <a:off x="5406878" y="1632992"/>
              <a:ext cx="648072" cy="1143745"/>
              <a:chOff x="5451677" y="1700808"/>
              <a:chExt cx="648072" cy="1143745"/>
            </a:xfrm>
          </p:grpSpPr>
          <p:cxnSp>
            <p:nvCxnSpPr>
              <p:cNvPr id="17" name="直线箭头连接符 16"/>
              <p:cNvCxnSpPr/>
              <p:nvPr>
                <p:custDataLst>
                  <p:tags r:id="rId48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文本框 17"/>
                  <p:cNvSpPr txBox="1"/>
                  <p:nvPr>
                    <p:custDataLst>
                      <p:tags r:id="rId49"/>
                    </p:custDataLst>
                  </p:nvPr>
                </p:nvSpPr>
                <p:spPr>
                  <a:xfrm>
                    <a:off x="5451677" y="2352271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54" name="文本框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57"/>
                    </p:custDataLst>
                  </p:nvPr>
                </p:nvSpPr>
                <p:spPr>
                  <a:xfrm>
                    <a:off x="5451677" y="2352271"/>
                    <a:ext cx="648072" cy="492282"/>
                  </a:xfrm>
                  <a:prstGeom prst="rect">
                    <a:avLst/>
                  </a:prstGeom>
                  <a:blipFill rotWithShape="1">
                    <a:blip r:embed="rId5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" name="椭圆 15"/>
            <p:cNvSpPr/>
            <p:nvPr>
              <p:custDataLst>
                <p:tags r:id="rId47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9" name="组合 18"/>
          <p:cNvGrpSpPr/>
          <p:nvPr>
            <p:custDataLst>
              <p:tags r:id="rId7"/>
            </p:custDataLst>
          </p:nvPr>
        </p:nvGrpSpPr>
        <p:grpSpPr>
          <a:xfrm rot="20514054">
            <a:off x="2206547" y="1495870"/>
            <a:ext cx="484854" cy="1150359"/>
            <a:chOff x="7926617" y="315599"/>
            <a:chExt cx="648072" cy="1537609"/>
          </a:xfrm>
        </p:grpSpPr>
        <p:grpSp>
          <p:nvGrpSpPr>
            <p:cNvPr id="20" name="组合 19"/>
            <p:cNvGrpSpPr/>
            <p:nvPr>
              <p:custDataLst>
                <p:tags r:id="rId42"/>
              </p:custDataLst>
            </p:nvPr>
          </p:nvGrpSpPr>
          <p:grpSpPr>
            <a:xfrm rot="10800000">
              <a:off x="7926617" y="315599"/>
              <a:ext cx="648072" cy="1465601"/>
              <a:chOff x="5101614" y="1700808"/>
              <a:chExt cx="648072" cy="1465601"/>
            </a:xfrm>
          </p:grpSpPr>
          <p:cxnSp>
            <p:nvCxnSpPr>
              <p:cNvPr id="22" name="直线箭头连接符 21"/>
              <p:cNvCxnSpPr/>
              <p:nvPr>
                <p:custDataLst>
                  <p:tags r:id="rId44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文本框 22"/>
                  <p:cNvSpPr txBox="1"/>
                  <p:nvPr>
                    <p:custDataLst>
                      <p:tags r:id="rId45"/>
                    </p:custDataLst>
                  </p:nvPr>
                </p:nvSpPr>
                <p:spPr>
                  <a:xfrm rot="11885946">
                    <a:off x="5101614" y="267412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55" name="文本框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59"/>
                    </p:custDataLst>
                  </p:nvPr>
                </p:nvSpPr>
                <p:spPr>
                  <a:xfrm rot="11885946">
                    <a:off x="5101614" y="267412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6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1" name="椭圆 20"/>
            <p:cNvSpPr/>
            <p:nvPr>
              <p:custDataLst>
                <p:tags r:id="rId43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8"/>
            </p:custDataLst>
          </p:nvPr>
        </p:nvGrpSpPr>
        <p:grpSpPr>
          <a:xfrm rot="5400000">
            <a:off x="2703054" y="2017236"/>
            <a:ext cx="406687" cy="838729"/>
            <a:chOff x="7627982" y="700323"/>
            <a:chExt cx="543591" cy="1121073"/>
          </a:xfrm>
        </p:grpSpPr>
        <p:grpSp>
          <p:nvGrpSpPr>
            <p:cNvPr id="25" name="组合 24"/>
            <p:cNvGrpSpPr/>
            <p:nvPr>
              <p:custDataLst>
                <p:tags r:id="rId38"/>
              </p:custDataLst>
            </p:nvPr>
          </p:nvGrpSpPr>
          <p:grpSpPr>
            <a:xfrm rot="10800000">
              <a:off x="7627982" y="700323"/>
              <a:ext cx="492282" cy="1080876"/>
              <a:chOff x="5556039" y="1700809"/>
              <a:chExt cx="492282" cy="1080876"/>
            </a:xfrm>
          </p:grpSpPr>
          <p:cxnSp>
            <p:nvCxnSpPr>
              <p:cNvPr id="27" name="直线箭头连接符 26"/>
              <p:cNvCxnSpPr/>
              <p:nvPr>
                <p:custDataLst>
                  <p:tags r:id="rId40"/>
                </p:custDataLst>
              </p:nvPr>
            </p:nvCxnSpPr>
            <p:spPr>
              <a:xfrm rot="5400000">
                <a:off x="5277096" y="1983385"/>
                <a:ext cx="565152" cy="0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文本框 27"/>
                  <p:cNvSpPr txBox="1"/>
                  <p:nvPr>
                    <p:custDataLst>
                      <p:tags r:id="rId41"/>
                    </p:custDataLst>
                  </p:nvPr>
                </p:nvSpPr>
                <p:spPr>
                  <a:xfrm rot="5400000">
                    <a:off x="5478144" y="2211508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56" name="文本框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61"/>
                    </p:custDataLst>
                  </p:nvPr>
                </p:nvSpPr>
                <p:spPr>
                  <a:xfrm rot="5400000">
                    <a:off x="5478144" y="2211508"/>
                    <a:ext cx="648072" cy="492282"/>
                  </a:xfrm>
                  <a:prstGeom prst="rect">
                    <a:avLst/>
                  </a:prstGeom>
                  <a:blipFill rotWithShape="1">
                    <a:blip r:embed="rId6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6" name="椭圆 25"/>
            <p:cNvSpPr/>
            <p:nvPr>
              <p:custDataLst>
                <p:tags r:id="rId39"/>
              </p:custDataLst>
            </p:nvPr>
          </p:nvSpPr>
          <p:spPr>
            <a:xfrm>
              <a:off x="8099565" y="1749388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9" name="椭圆 28"/>
          <p:cNvSpPr/>
          <p:nvPr>
            <p:custDataLst>
              <p:tags r:id="rId9"/>
            </p:custDataLst>
          </p:nvPr>
        </p:nvSpPr>
        <p:spPr>
          <a:xfrm>
            <a:off x="5617034" y="2250149"/>
            <a:ext cx="725728" cy="725728"/>
          </a:xfrm>
          <a:prstGeom prst="ellipse">
            <a:avLst/>
          </a:prstGeom>
          <a:solidFill>
            <a:srgbClr val="00B0F0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30" name="组合 29"/>
          <p:cNvGrpSpPr/>
          <p:nvPr>
            <p:custDataLst>
              <p:tags r:id="rId10"/>
            </p:custDataLst>
          </p:nvPr>
        </p:nvGrpSpPr>
        <p:grpSpPr>
          <a:xfrm rot="4157075">
            <a:off x="4954894" y="2233928"/>
            <a:ext cx="1176717" cy="489565"/>
            <a:chOff x="2382689" y="3821895"/>
            <a:chExt cx="1572840" cy="654369"/>
          </a:xfrm>
        </p:grpSpPr>
        <p:cxnSp>
          <p:nvCxnSpPr>
            <p:cNvPr id="31" name="直线连接符 30"/>
            <p:cNvCxnSpPr/>
            <p:nvPr>
              <p:custDataLst>
                <p:tags r:id="rId32"/>
              </p:custDataLst>
            </p:nvPr>
          </p:nvCxnSpPr>
          <p:spPr>
            <a:xfrm rot="17566012">
              <a:off x="2835107" y="3369477"/>
              <a:ext cx="654369" cy="1559206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线连接符 31"/>
            <p:cNvCxnSpPr/>
            <p:nvPr>
              <p:custDataLst>
                <p:tags r:id="rId33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线连接符 32"/>
            <p:cNvCxnSpPr/>
            <p:nvPr>
              <p:custDataLst>
                <p:tags r:id="rId34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线连接符 33"/>
            <p:cNvCxnSpPr/>
            <p:nvPr>
              <p:custDataLst>
                <p:tags r:id="rId35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线连接符 34"/>
            <p:cNvCxnSpPr/>
            <p:nvPr>
              <p:custDataLst>
                <p:tags r:id="rId36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线连接符 35"/>
            <p:cNvCxnSpPr/>
            <p:nvPr>
              <p:custDataLst>
                <p:tags r:id="rId37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直角三角形 36"/>
          <p:cNvSpPr/>
          <p:nvPr>
            <p:custDataLst>
              <p:tags r:id="rId11"/>
            </p:custDataLst>
          </p:nvPr>
        </p:nvSpPr>
        <p:spPr>
          <a:xfrm flipH="1">
            <a:off x="5043264" y="2541669"/>
            <a:ext cx="2478142" cy="754217"/>
          </a:xfrm>
          <a:prstGeom prst="rtTriangle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2"/>
            </p:custDataLst>
          </p:nvPr>
        </p:nvSpPr>
        <p:spPr>
          <a:xfrm>
            <a:off x="5483240" y="3649893"/>
            <a:ext cx="178618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各接触面均光滑</a:t>
            </a:r>
          </a:p>
        </p:txBody>
      </p:sp>
      <p:grpSp>
        <p:nvGrpSpPr>
          <p:cNvPr id="39" name="组合 38"/>
          <p:cNvGrpSpPr/>
          <p:nvPr>
            <p:custDataLst>
              <p:tags r:id="rId13"/>
            </p:custDataLst>
          </p:nvPr>
        </p:nvGrpSpPr>
        <p:grpSpPr>
          <a:xfrm>
            <a:off x="5872539" y="2605965"/>
            <a:ext cx="484854" cy="787953"/>
            <a:chOff x="5403301" y="1628800"/>
            <a:chExt cx="648072" cy="1053205"/>
          </a:xfrm>
        </p:grpSpPr>
        <p:grpSp>
          <p:nvGrpSpPr>
            <p:cNvPr id="40" name="组合 39"/>
            <p:cNvGrpSpPr/>
            <p:nvPr>
              <p:custDataLst>
                <p:tags r:id="rId28"/>
              </p:custDataLst>
            </p:nvPr>
          </p:nvGrpSpPr>
          <p:grpSpPr>
            <a:xfrm>
              <a:off x="5403301" y="1632992"/>
              <a:ext cx="648072" cy="1049013"/>
              <a:chOff x="5448100" y="1700808"/>
              <a:chExt cx="648072" cy="1049013"/>
            </a:xfrm>
          </p:grpSpPr>
          <p:cxnSp>
            <p:nvCxnSpPr>
              <p:cNvPr id="42" name="直线箭头连接符 41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文本框 42"/>
                  <p:cNvSpPr txBox="1"/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5448100" y="2257539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57" name="文本框 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63"/>
                    </p:custDataLst>
                  </p:nvPr>
                </p:nvSpPr>
                <p:spPr>
                  <a:xfrm>
                    <a:off x="5448100" y="2257539"/>
                    <a:ext cx="648072" cy="492282"/>
                  </a:xfrm>
                  <a:prstGeom prst="rect">
                    <a:avLst/>
                  </a:prstGeom>
                  <a:blipFill rotWithShape="1">
                    <a:blip r:embed="rId5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1" name="椭圆 40"/>
            <p:cNvSpPr/>
            <p:nvPr>
              <p:custDataLst>
                <p:tags r:id="rId29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4" name="组合 43"/>
          <p:cNvGrpSpPr/>
          <p:nvPr>
            <p:custDataLst>
              <p:tags r:id="rId14"/>
            </p:custDataLst>
          </p:nvPr>
        </p:nvGrpSpPr>
        <p:grpSpPr>
          <a:xfrm rot="20514054">
            <a:off x="5690419" y="1495869"/>
            <a:ext cx="484854" cy="1150359"/>
            <a:chOff x="7926617" y="315599"/>
            <a:chExt cx="648072" cy="1537609"/>
          </a:xfrm>
        </p:grpSpPr>
        <p:grpSp>
          <p:nvGrpSpPr>
            <p:cNvPr id="45" name="组合 44"/>
            <p:cNvGrpSpPr/>
            <p:nvPr>
              <p:custDataLst>
                <p:tags r:id="rId24"/>
              </p:custDataLst>
            </p:nvPr>
          </p:nvGrpSpPr>
          <p:grpSpPr>
            <a:xfrm rot="10800000">
              <a:off x="7926617" y="315599"/>
              <a:ext cx="648072" cy="1465601"/>
              <a:chOff x="5101614" y="1700808"/>
              <a:chExt cx="648072" cy="1465601"/>
            </a:xfrm>
          </p:grpSpPr>
          <p:cxnSp>
            <p:nvCxnSpPr>
              <p:cNvPr id="47" name="直线箭头连接符 46"/>
              <p:cNvCxnSpPr/>
              <p:nvPr>
                <p:custDataLst>
                  <p:tags r:id="rId26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文本框 47"/>
                  <p:cNvSpPr txBox="1"/>
                  <p:nvPr>
                    <p:custDataLst>
                      <p:tags r:id="rId27"/>
                    </p:custDataLst>
                  </p:nvPr>
                </p:nvSpPr>
                <p:spPr>
                  <a:xfrm rot="11885946">
                    <a:off x="5101614" y="267412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58" name="文本框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64"/>
                    </p:custDataLst>
                  </p:nvPr>
                </p:nvSpPr>
                <p:spPr>
                  <a:xfrm rot="11885946">
                    <a:off x="5101614" y="267412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6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6" name="椭圆 45"/>
            <p:cNvSpPr/>
            <p:nvPr>
              <p:custDataLst>
                <p:tags r:id="rId25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15"/>
            </p:custDataLst>
          </p:nvPr>
        </p:nvGrpSpPr>
        <p:grpSpPr>
          <a:xfrm rot="4410124">
            <a:off x="6015826" y="1950335"/>
            <a:ext cx="533195" cy="747119"/>
            <a:chOff x="7486917" y="822771"/>
            <a:chExt cx="712687" cy="998625"/>
          </a:xfrm>
        </p:grpSpPr>
        <p:grpSp>
          <p:nvGrpSpPr>
            <p:cNvPr id="50" name="组合 49"/>
            <p:cNvGrpSpPr/>
            <p:nvPr>
              <p:custDataLst>
                <p:tags r:id="rId20"/>
              </p:custDataLst>
            </p:nvPr>
          </p:nvGrpSpPr>
          <p:grpSpPr>
            <a:xfrm rot="10800000">
              <a:off x="7486917" y="822771"/>
              <a:ext cx="712687" cy="935420"/>
              <a:chOff x="5476699" y="1723817"/>
              <a:chExt cx="712687" cy="935420"/>
            </a:xfrm>
          </p:grpSpPr>
          <p:cxnSp>
            <p:nvCxnSpPr>
              <p:cNvPr id="52" name="直线箭头连接符 51"/>
              <p:cNvCxnSpPr/>
              <p:nvPr>
                <p:custDataLst>
                  <p:tags r:id="rId22"/>
                </p:custDataLst>
              </p:nvPr>
            </p:nvCxnSpPr>
            <p:spPr>
              <a:xfrm rot="6389876" flipV="1">
                <a:off x="5322876" y="1877639"/>
                <a:ext cx="549321" cy="241676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文本框 52"/>
                  <p:cNvSpPr txBox="1"/>
                  <p:nvPr>
                    <p:custDataLst>
                      <p:tags r:id="rId23"/>
                    </p:custDataLst>
                  </p:nvPr>
                </p:nvSpPr>
                <p:spPr>
                  <a:xfrm rot="6389876">
                    <a:off x="5619209" y="2089060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59" name="文本框 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65"/>
                    </p:custDataLst>
                  </p:nvPr>
                </p:nvSpPr>
                <p:spPr>
                  <a:xfrm rot="6389876">
                    <a:off x="5619209" y="2089060"/>
                    <a:ext cx="648072" cy="492282"/>
                  </a:xfrm>
                  <a:prstGeom prst="rect">
                    <a:avLst/>
                  </a:prstGeom>
                  <a:blipFill rotWithShape="1">
                    <a:blip r:embed="rId6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1" name="椭圆 50"/>
            <p:cNvSpPr/>
            <p:nvPr>
              <p:custDataLst>
                <p:tags r:id="rId21"/>
              </p:custDataLst>
            </p:nvPr>
          </p:nvSpPr>
          <p:spPr>
            <a:xfrm>
              <a:off x="8099565" y="1749388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8" name="Rectangle 14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74320" y="1045845"/>
            <a:ext cx="5598160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、单个物体（可看作质点）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静止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斜面上</a:t>
            </a:r>
            <a:r>
              <a:rPr kumimoji="0" lang="zh-CN" altLang="en-US" sz="2095">
                <a:solidFill>
                  <a:schemeClr val="dk1"/>
                </a:solidFill>
                <a:latin typeface="Calibri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</a:p>
        </p:txBody>
      </p:sp>
      <p:cxnSp>
        <p:nvCxnSpPr>
          <p:cNvPr id="23" name="直接连接符 22"/>
          <p:cNvCxnSpPr/>
          <p:nvPr>
            <p:custDataLst>
              <p:tags r:id="rId17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8" name="圆角矩形 27">
            <a:hlinkClick r:id="" action="ppaction://noaction"/>
          </p:cNvPr>
          <p:cNvSpPr/>
          <p:nvPr>
            <p:custDataLst>
              <p:tags r:id="rId18"/>
            </p:custDataLst>
          </p:nvPr>
        </p:nvSpPr>
        <p:spPr>
          <a:xfrm>
            <a:off x="0" y="22860"/>
            <a:ext cx="207708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43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2230" y="125095"/>
            <a:ext cx="208089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四、实例分析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3"/>
          <p:cNvSpPr/>
          <p:nvPr>
            <p:custDataLst>
              <p:tags r:id="rId2"/>
            </p:custDataLst>
          </p:nvPr>
        </p:nvSpPr>
        <p:spPr>
          <a:xfrm>
            <a:off x="735330" y="694055"/>
            <a:ext cx="7077710" cy="460375"/>
          </a:xfrm>
          <a:prstGeom prst="rect">
            <a:avLst/>
          </a:prstGeom>
          <a:noFill/>
          <a:ln>
            <a:noFill/>
            <a:miter lim="800000"/>
          </a:ln>
        </p:spPr>
        <p:txBody>
          <a:bodyPr wrap="square" anchor="t" anchorCtr="0">
            <a:spAutoFit/>
          </a:bodyPr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>
              <a:spcBef>
                <a:spcPct val="50000"/>
              </a:spcBef>
            </a:pPr>
            <a:r>
              <a:rPr lang="zh-CN" altLang="en-US" sz="2400" b="1">
                <a:solidFill>
                  <a:srgbClr val="00B0F0"/>
                </a:solidFill>
                <a:latin typeface="宋体" panose="02010600030101010101" pitchFamily="2" charset="-122"/>
                <a:cs typeface="微软雅黑" panose="020B0503020204020204" charset="-122"/>
              </a:rPr>
              <a:t>做一做：</a:t>
            </a:r>
            <a:r>
              <a:rPr lang="zh-CN" altLang="en-US" sz="2400" b="1">
                <a:solidFill>
                  <a:schemeClr val="dk1"/>
                </a:solidFill>
                <a:latin typeface="宋体" panose="02010600030101010101" pitchFamily="2" charset="-122"/>
                <a:cs typeface="微软雅黑" panose="020B0503020204020204" charset="-122"/>
              </a:rPr>
              <a:t>木块静止在斜面上，分析斜面的受力情况。</a:t>
            </a:r>
          </a:p>
        </p:txBody>
      </p:sp>
      <p:grpSp>
        <p:nvGrpSpPr>
          <p:cNvPr id="10243" name="Group 4"/>
          <p:cNvGrpSpPr/>
          <p:nvPr>
            <p:custDataLst>
              <p:tags r:id="rId3"/>
            </p:custDataLst>
          </p:nvPr>
        </p:nvGrpSpPr>
        <p:grpSpPr>
          <a:xfrm>
            <a:off x="1068999" y="2134941"/>
            <a:ext cx="2109329" cy="1710267"/>
            <a:chOff x="0" y="0"/>
            <a:chExt cx="1776" cy="1440"/>
          </a:xfrm>
        </p:grpSpPr>
        <p:sp>
          <p:nvSpPr>
            <p:cNvPr id="10244" name="未知"/>
            <p:cNvSpPr/>
            <p:nvPr>
              <p:custDataLst>
                <p:tags r:id="rId27"/>
              </p:custDataLst>
            </p:nvPr>
          </p:nvSpPr>
          <p:spPr>
            <a:xfrm>
              <a:off x="192" y="0"/>
              <a:ext cx="1348" cy="134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1000"/>
                </a:cxn>
                <a:cxn ang="0">
                  <a:pos x="1000" y="1000"/>
                </a:cxn>
                <a:cxn ang="0">
                  <a:pos x="0" y="0"/>
                </a:cxn>
              </a:cxnLst>
              <a:rect l="0" t="0" r="0" b="0"/>
              <a:pathLst>
                <a:path w="1000" h="1000">
                  <a:moveTo>
                    <a:pt x="0" y="0"/>
                  </a:moveTo>
                  <a:lnTo>
                    <a:pt x="0" y="1000"/>
                  </a:lnTo>
                  <a:lnTo>
                    <a:pt x="1000" y="1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38100">
              <a:solidFill>
                <a:prstClr val="black"/>
              </a:solidFill>
              <a:bevel/>
            </a:ln>
          </p:spPr>
          <p:txBody>
            <a:bodyPr anchor="t" anchorCtr="0"/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/>
              <a:endParaRPr lang="zh-CN" altLang="en-US" sz="134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245" name="未知" descr="栎木"/>
            <p:cNvSpPr/>
            <p:nvPr>
              <p:custDataLst>
                <p:tags r:id="rId28"/>
              </p:custDataLst>
            </p:nvPr>
          </p:nvSpPr>
          <p:spPr>
            <a:xfrm rot="2700000">
              <a:off x="525" y="173"/>
              <a:ext cx="388" cy="286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00" y="0"/>
                </a:cxn>
                <a:cxn ang="0">
                  <a:pos x="400" y="400"/>
                </a:cxn>
                <a:cxn ang="0">
                  <a:pos x="0" y="400"/>
                </a:cxn>
                <a:cxn ang="0">
                  <a:pos x="0" y="0"/>
                </a:cxn>
              </a:cxnLst>
              <a:rect l="0" t="0" r="0" b="0"/>
              <a:pathLst>
                <a:path w="400" h="400">
                  <a:moveTo>
                    <a:pt x="0" y="0"/>
                  </a:moveTo>
                  <a:lnTo>
                    <a:pt x="400" y="0"/>
                  </a:lnTo>
                  <a:lnTo>
                    <a:pt x="400" y="400"/>
                  </a:lnTo>
                  <a:lnTo>
                    <a:pt x="0" y="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5"/>
              <a:tile tx="0" ty="0" sx="100000" sy="100000" flip="none" algn="tl"/>
            </a:blipFill>
            <a:ln w="12700">
              <a:solidFill>
                <a:prstClr val="black"/>
              </a:solidFill>
              <a:bevel/>
            </a:ln>
          </p:spPr>
          <p:txBody>
            <a:bodyPr anchor="t" anchorCtr="0"/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/>
              <a:endParaRPr lang="zh-CN" altLang="en-US" sz="134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0246" name="Group 7"/>
            <p:cNvGrpSpPr/>
            <p:nvPr>
              <p:custDataLst>
                <p:tags r:id="rId29"/>
              </p:custDataLst>
            </p:nvPr>
          </p:nvGrpSpPr>
          <p:grpSpPr>
            <a:xfrm>
              <a:off x="0" y="1344"/>
              <a:ext cx="1776" cy="96"/>
              <a:chOff x="0" y="0"/>
              <a:chExt cx="1338" cy="130"/>
            </a:xfrm>
          </p:grpSpPr>
          <p:cxnSp>
            <p:nvCxnSpPr>
              <p:cNvPr id="10247" name="Line 8"/>
              <p:cNvCxnSpPr/>
              <p:nvPr>
                <p:custDataLst>
                  <p:tags r:id="rId32"/>
                </p:custDataLst>
              </p:nvPr>
            </p:nvCxnSpPr>
            <p:spPr>
              <a:xfrm flipH="1">
                <a:off x="0" y="8"/>
                <a:ext cx="120" cy="122"/>
              </a:xfrm>
              <a:prstGeom prst="line">
                <a:avLst/>
              </a:prstGeom>
              <a:noFill/>
              <a:ln>
                <a:solidFill>
                  <a:prstClr val="black"/>
                </a:solidFill>
                <a:bevel/>
              </a:ln>
            </p:spPr>
          </p:cxnSp>
          <p:cxnSp>
            <p:nvCxnSpPr>
              <p:cNvPr id="10248" name="Line 9"/>
              <p:cNvCxnSpPr/>
              <p:nvPr>
                <p:custDataLst>
                  <p:tags r:id="rId33"/>
                </p:custDataLst>
              </p:nvPr>
            </p:nvCxnSpPr>
            <p:spPr>
              <a:xfrm flipH="1">
                <a:off x="120" y="8"/>
                <a:ext cx="121" cy="122"/>
              </a:xfrm>
              <a:prstGeom prst="line">
                <a:avLst/>
              </a:prstGeom>
              <a:noFill/>
              <a:ln>
                <a:solidFill>
                  <a:prstClr val="black"/>
                </a:solidFill>
                <a:bevel/>
              </a:ln>
            </p:spPr>
          </p:cxnSp>
          <p:cxnSp>
            <p:nvCxnSpPr>
              <p:cNvPr id="10249" name="Line 10"/>
              <p:cNvCxnSpPr/>
              <p:nvPr>
                <p:custDataLst>
                  <p:tags r:id="rId34"/>
                </p:custDataLst>
              </p:nvPr>
            </p:nvCxnSpPr>
            <p:spPr>
              <a:xfrm flipH="1">
                <a:off x="241" y="8"/>
                <a:ext cx="120" cy="122"/>
              </a:xfrm>
              <a:prstGeom prst="line">
                <a:avLst/>
              </a:prstGeom>
              <a:noFill/>
              <a:ln>
                <a:solidFill>
                  <a:prstClr val="black"/>
                </a:solidFill>
                <a:bevel/>
              </a:ln>
            </p:spPr>
          </p:cxnSp>
          <p:cxnSp>
            <p:nvCxnSpPr>
              <p:cNvPr id="10250" name="Line 11"/>
              <p:cNvCxnSpPr/>
              <p:nvPr>
                <p:custDataLst>
                  <p:tags r:id="rId35"/>
                </p:custDataLst>
              </p:nvPr>
            </p:nvCxnSpPr>
            <p:spPr>
              <a:xfrm flipH="1">
                <a:off x="361" y="8"/>
                <a:ext cx="120" cy="122"/>
              </a:xfrm>
              <a:prstGeom prst="line">
                <a:avLst/>
              </a:prstGeom>
              <a:noFill/>
              <a:ln>
                <a:solidFill>
                  <a:prstClr val="black"/>
                </a:solidFill>
                <a:bevel/>
              </a:ln>
            </p:spPr>
          </p:cxnSp>
          <p:cxnSp>
            <p:nvCxnSpPr>
              <p:cNvPr id="10251" name="Line 12"/>
              <p:cNvCxnSpPr/>
              <p:nvPr>
                <p:custDataLst>
                  <p:tags r:id="rId36"/>
                </p:custDataLst>
              </p:nvPr>
            </p:nvCxnSpPr>
            <p:spPr>
              <a:xfrm flipH="1">
                <a:off x="481" y="8"/>
                <a:ext cx="120" cy="122"/>
              </a:xfrm>
              <a:prstGeom prst="line">
                <a:avLst/>
              </a:prstGeom>
              <a:noFill/>
              <a:ln>
                <a:solidFill>
                  <a:prstClr val="black"/>
                </a:solidFill>
                <a:bevel/>
              </a:ln>
            </p:spPr>
          </p:cxnSp>
          <p:cxnSp>
            <p:nvCxnSpPr>
              <p:cNvPr id="10252" name="Line 13"/>
              <p:cNvCxnSpPr/>
              <p:nvPr>
                <p:custDataLst>
                  <p:tags r:id="rId37"/>
                </p:custDataLst>
              </p:nvPr>
            </p:nvCxnSpPr>
            <p:spPr>
              <a:xfrm flipH="1">
                <a:off x="601" y="8"/>
                <a:ext cx="121" cy="122"/>
              </a:xfrm>
              <a:prstGeom prst="line">
                <a:avLst/>
              </a:prstGeom>
              <a:noFill/>
              <a:ln>
                <a:solidFill>
                  <a:prstClr val="black"/>
                </a:solidFill>
                <a:bevel/>
              </a:ln>
            </p:spPr>
          </p:cxnSp>
          <p:cxnSp>
            <p:nvCxnSpPr>
              <p:cNvPr id="10253" name="Line 14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722" y="8"/>
                <a:ext cx="120" cy="122"/>
              </a:xfrm>
              <a:prstGeom prst="line">
                <a:avLst/>
              </a:prstGeom>
              <a:noFill/>
              <a:ln>
                <a:solidFill>
                  <a:prstClr val="black"/>
                </a:solidFill>
                <a:bevel/>
              </a:ln>
            </p:spPr>
          </p:cxnSp>
          <p:cxnSp>
            <p:nvCxnSpPr>
              <p:cNvPr id="10254" name="Line 15"/>
              <p:cNvCxnSpPr/>
              <p:nvPr>
                <p:custDataLst>
                  <p:tags r:id="rId39"/>
                </p:custDataLst>
              </p:nvPr>
            </p:nvCxnSpPr>
            <p:spPr>
              <a:xfrm flipH="1">
                <a:off x="842" y="8"/>
                <a:ext cx="120" cy="122"/>
              </a:xfrm>
              <a:prstGeom prst="line">
                <a:avLst/>
              </a:prstGeom>
              <a:noFill/>
              <a:ln>
                <a:solidFill>
                  <a:prstClr val="black"/>
                </a:solidFill>
                <a:bevel/>
              </a:ln>
            </p:spPr>
          </p:cxnSp>
          <p:cxnSp>
            <p:nvCxnSpPr>
              <p:cNvPr id="10255" name="Line 16"/>
              <p:cNvCxnSpPr/>
              <p:nvPr>
                <p:custDataLst>
                  <p:tags r:id="rId40"/>
                </p:custDataLst>
              </p:nvPr>
            </p:nvCxnSpPr>
            <p:spPr>
              <a:xfrm flipH="1">
                <a:off x="962" y="8"/>
                <a:ext cx="120" cy="122"/>
              </a:xfrm>
              <a:prstGeom prst="line">
                <a:avLst/>
              </a:prstGeom>
              <a:noFill/>
              <a:ln>
                <a:solidFill>
                  <a:prstClr val="black"/>
                </a:solidFill>
                <a:bevel/>
              </a:ln>
            </p:spPr>
          </p:cxnSp>
          <p:cxnSp>
            <p:nvCxnSpPr>
              <p:cNvPr id="10256" name="Line 17"/>
              <p:cNvCxnSpPr/>
              <p:nvPr>
                <p:custDataLst>
                  <p:tags r:id="rId41"/>
                </p:custDataLst>
              </p:nvPr>
            </p:nvCxnSpPr>
            <p:spPr>
              <a:xfrm flipH="1">
                <a:off x="1082" y="8"/>
                <a:ext cx="121" cy="122"/>
              </a:xfrm>
              <a:prstGeom prst="line">
                <a:avLst/>
              </a:prstGeom>
              <a:noFill/>
              <a:ln>
                <a:solidFill>
                  <a:prstClr val="black"/>
                </a:solidFill>
                <a:bevel/>
              </a:ln>
            </p:spPr>
          </p:cxnSp>
          <p:cxnSp>
            <p:nvCxnSpPr>
              <p:cNvPr id="10257" name="Line 18"/>
              <p:cNvCxnSpPr/>
              <p:nvPr>
                <p:custDataLst>
                  <p:tags r:id="rId42"/>
                </p:custDataLst>
              </p:nvPr>
            </p:nvCxnSpPr>
            <p:spPr>
              <a:xfrm flipH="1">
                <a:off x="1203" y="8"/>
                <a:ext cx="120" cy="122"/>
              </a:xfrm>
              <a:prstGeom prst="line">
                <a:avLst/>
              </a:prstGeom>
              <a:noFill/>
              <a:ln>
                <a:solidFill>
                  <a:prstClr val="black"/>
                </a:solidFill>
                <a:bevel/>
              </a:ln>
            </p:spPr>
          </p:cxnSp>
          <p:cxnSp>
            <p:nvCxnSpPr>
              <p:cNvPr id="10258" name="Line 19"/>
              <p:cNvCxnSpPr/>
              <p:nvPr>
                <p:custDataLst>
                  <p:tags r:id="rId43"/>
                </p:custDataLst>
              </p:nvPr>
            </p:nvCxnSpPr>
            <p:spPr>
              <a:xfrm>
                <a:off x="23" y="0"/>
                <a:ext cx="1315" cy="0"/>
              </a:xfrm>
              <a:prstGeom prst="line">
                <a:avLst/>
              </a:prstGeom>
              <a:noFill/>
              <a:ln w="19050">
                <a:solidFill>
                  <a:prstClr val="black"/>
                </a:solidFill>
                <a:bevel/>
              </a:ln>
            </p:spPr>
          </p:cxnSp>
        </p:grpSp>
        <p:sp>
          <p:nvSpPr>
            <p:cNvPr id="10259" name="Text Box 20"/>
            <p:cNvSpPr/>
            <p:nvPr>
              <p:custDataLst>
                <p:tags r:id="rId30"/>
              </p:custDataLst>
            </p:nvPr>
          </p:nvSpPr>
          <p:spPr>
            <a:xfrm>
              <a:off x="480" y="816"/>
              <a:ext cx="384" cy="3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179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M</a:t>
              </a:r>
            </a:p>
          </p:txBody>
        </p:sp>
        <p:sp>
          <p:nvSpPr>
            <p:cNvPr id="10260" name="Text Box 21"/>
            <p:cNvSpPr/>
            <p:nvPr>
              <p:custDataLst>
                <p:tags r:id="rId31"/>
              </p:custDataLst>
            </p:nvPr>
          </p:nvSpPr>
          <p:spPr>
            <a:xfrm>
              <a:off x="576" y="192"/>
              <a:ext cx="288" cy="3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179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m</a:t>
              </a:r>
            </a:p>
          </p:txBody>
        </p:sp>
      </p:grpSp>
      <p:sp>
        <p:nvSpPr>
          <p:cNvPr id="10261" name="未知" descr="栎木"/>
          <p:cNvSpPr/>
          <p:nvPr>
            <p:custDataLst>
              <p:tags r:id="rId4"/>
            </p:custDataLst>
          </p:nvPr>
        </p:nvSpPr>
        <p:spPr>
          <a:xfrm rot="2700000">
            <a:off x="4174032" y="2265550"/>
            <a:ext cx="460822" cy="339678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400" y="0"/>
              </a:cxn>
              <a:cxn ang="0">
                <a:pos x="400" y="400"/>
              </a:cxn>
              <a:cxn ang="0">
                <a:pos x="0" y="400"/>
              </a:cxn>
              <a:cxn ang="0">
                <a:pos x="0" y="0"/>
              </a:cxn>
            </a:cxnLst>
            <a:rect l="0" t="0" r="0" b="0"/>
            <a:pathLst>
              <a:path w="400" h="400">
                <a:moveTo>
                  <a:pt x="0" y="0"/>
                </a:moveTo>
                <a:lnTo>
                  <a:pt x="400" y="0"/>
                </a:lnTo>
                <a:lnTo>
                  <a:pt x="400" y="400"/>
                </a:lnTo>
                <a:lnTo>
                  <a:pt x="0" y="4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45"/>
            <a:tile tx="0" ty="0" sx="100000" sy="100000" flip="none" algn="tl"/>
          </a:blipFill>
          <a:ln w="12700">
            <a:solidFill>
              <a:prstClr val="black"/>
            </a:solidFill>
            <a:bevel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endParaRPr lang="zh-CN" altLang="en-US" sz="1345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262" name="Group 23"/>
          <p:cNvGrpSpPr/>
          <p:nvPr>
            <p:custDataLst>
              <p:tags r:id="rId5"/>
            </p:custDataLst>
          </p:nvPr>
        </p:nvGrpSpPr>
        <p:grpSpPr>
          <a:xfrm>
            <a:off x="4405630" y="2437765"/>
            <a:ext cx="684107" cy="995280"/>
            <a:chOff x="0" y="0"/>
            <a:chExt cx="576" cy="838"/>
          </a:xfrm>
        </p:grpSpPr>
        <p:cxnSp>
          <p:nvCxnSpPr>
            <p:cNvPr id="10263" name="Line 24"/>
            <p:cNvCxnSpPr/>
            <p:nvPr>
              <p:custDataLst>
                <p:tags r:id="rId25"/>
              </p:custDataLst>
            </p:nvPr>
          </p:nvCxnSpPr>
          <p:spPr>
            <a:xfrm flipH="1">
              <a:off x="0" y="0"/>
              <a:ext cx="0" cy="72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bevel/>
              <a:tailEnd type="triangle"/>
            </a:ln>
          </p:spPr>
        </p:cxnSp>
        <p:sp>
          <p:nvSpPr>
            <p:cNvPr id="10264" name="Text Box 25"/>
            <p:cNvSpPr/>
            <p:nvPr>
              <p:custDataLst>
                <p:tags r:id="rId26"/>
              </p:custDataLst>
            </p:nvPr>
          </p:nvSpPr>
          <p:spPr>
            <a:xfrm>
              <a:off x="48" y="528"/>
              <a:ext cx="528" cy="3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179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G</a:t>
              </a:r>
              <a:r>
                <a:rPr lang="en-US" altLang="zh-CN" sz="104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m</a:t>
              </a:r>
            </a:p>
          </p:txBody>
        </p:sp>
      </p:grpSp>
      <p:grpSp>
        <p:nvGrpSpPr>
          <p:cNvPr id="10265" name="Group 26"/>
          <p:cNvGrpSpPr/>
          <p:nvPr>
            <p:custDataLst>
              <p:tags r:id="rId6"/>
            </p:custDataLst>
          </p:nvPr>
        </p:nvGrpSpPr>
        <p:grpSpPr>
          <a:xfrm>
            <a:off x="4405630" y="1753658"/>
            <a:ext cx="969151" cy="684107"/>
            <a:chOff x="0" y="0"/>
            <a:chExt cx="816" cy="576"/>
          </a:xfrm>
        </p:grpSpPr>
        <p:cxnSp>
          <p:nvCxnSpPr>
            <p:cNvPr id="10266" name="Line 27"/>
            <p:cNvCxnSpPr/>
            <p:nvPr>
              <p:custDataLst>
                <p:tags r:id="rId23"/>
              </p:custDataLst>
            </p:nvPr>
          </p:nvCxnSpPr>
          <p:spPr>
            <a:xfrm flipV="1">
              <a:off x="0" y="96"/>
              <a:ext cx="384" cy="48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bevel/>
              <a:tailEnd type="triangle"/>
            </a:ln>
          </p:spPr>
        </p:cxnSp>
        <p:sp>
          <p:nvSpPr>
            <p:cNvPr id="10267" name="Text Box 28"/>
            <p:cNvSpPr/>
            <p:nvPr>
              <p:custDataLst>
                <p:tags r:id="rId24"/>
              </p:custDataLst>
            </p:nvPr>
          </p:nvSpPr>
          <p:spPr>
            <a:xfrm>
              <a:off x="432" y="0"/>
              <a:ext cx="384" cy="3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179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795" b="1" baseline="-2500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N</a:t>
              </a:r>
            </a:p>
          </p:txBody>
        </p:sp>
      </p:grpSp>
      <p:grpSp>
        <p:nvGrpSpPr>
          <p:cNvPr id="10268" name="Group 29"/>
          <p:cNvGrpSpPr/>
          <p:nvPr>
            <p:custDataLst>
              <p:tags r:id="rId7"/>
            </p:custDataLst>
          </p:nvPr>
        </p:nvGrpSpPr>
        <p:grpSpPr>
          <a:xfrm>
            <a:off x="3949559" y="1696649"/>
            <a:ext cx="513080" cy="741116"/>
            <a:chOff x="0" y="0"/>
            <a:chExt cx="432" cy="624"/>
          </a:xfrm>
        </p:grpSpPr>
        <p:cxnSp>
          <p:nvCxnSpPr>
            <p:cNvPr id="10269" name="Line 30"/>
            <p:cNvCxnSpPr/>
            <p:nvPr>
              <p:custDataLst>
                <p:tags r:id="rId21"/>
              </p:custDataLst>
            </p:nvPr>
          </p:nvCxnSpPr>
          <p:spPr>
            <a:xfrm flipH="1" flipV="1">
              <a:off x="0" y="240"/>
              <a:ext cx="384" cy="384"/>
            </a:xfrm>
            <a:prstGeom prst="line">
              <a:avLst/>
            </a:prstGeom>
            <a:noFill/>
            <a:ln w="38100">
              <a:solidFill>
                <a:srgbClr val="FFC000"/>
              </a:solidFill>
              <a:bevel/>
              <a:tailEnd type="triangle"/>
            </a:ln>
          </p:spPr>
        </p:cxnSp>
        <p:sp>
          <p:nvSpPr>
            <p:cNvPr id="10270" name="Text Box 31"/>
            <p:cNvSpPr/>
            <p:nvPr>
              <p:custDataLst>
                <p:tags r:id="rId22"/>
              </p:custDataLst>
            </p:nvPr>
          </p:nvSpPr>
          <p:spPr>
            <a:xfrm>
              <a:off x="0" y="0"/>
              <a:ext cx="432" cy="3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179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795" b="1" baseline="-2500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</a:p>
          </p:txBody>
        </p:sp>
      </p:grpSp>
      <p:sp>
        <p:nvSpPr>
          <p:cNvPr id="10271" name="未知"/>
          <p:cNvSpPr/>
          <p:nvPr>
            <p:custDataLst>
              <p:tags r:id="rId8"/>
            </p:custDataLst>
          </p:nvPr>
        </p:nvSpPr>
        <p:spPr>
          <a:xfrm>
            <a:off x="6597203" y="1902154"/>
            <a:ext cx="1601000" cy="16010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1000"/>
              </a:cxn>
              <a:cxn ang="0">
                <a:pos x="1000" y="1000"/>
              </a:cxn>
              <a:cxn ang="0">
                <a:pos x="0" y="0"/>
              </a:cxn>
            </a:cxnLst>
            <a:rect l="0" t="0" r="0" b="0"/>
            <a:pathLst>
              <a:path w="1000" h="1000">
                <a:moveTo>
                  <a:pt x="0" y="0"/>
                </a:moveTo>
                <a:lnTo>
                  <a:pt x="0" y="1000"/>
                </a:lnTo>
                <a:lnTo>
                  <a:pt x="1000" y="1000"/>
                </a:lnTo>
                <a:lnTo>
                  <a:pt x="0" y="0"/>
                </a:lnTo>
                <a:close/>
              </a:path>
            </a:pathLst>
          </a:custGeom>
          <a:noFill/>
          <a:ln w="38100">
            <a:solidFill>
              <a:prstClr val="black"/>
            </a:solidFill>
            <a:bevel/>
          </a:ln>
        </p:spPr>
        <p:txBody>
          <a:bodyPr anchor="t" anchorCtr="0"/>
          <a:lstStyle>
            <a:lvl1pPr marL="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9144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3716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1828800" indent="0" algn="l" defTabSz="9144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lang="zh-CN" altLang="en-US" sz="1800" b="0" i="0" u="none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endParaRPr lang="zh-CN" altLang="en-US" sz="1345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0272" name="Group 33"/>
          <p:cNvGrpSpPr/>
          <p:nvPr>
            <p:custDataLst>
              <p:tags r:id="rId9"/>
            </p:custDataLst>
          </p:nvPr>
        </p:nvGrpSpPr>
        <p:grpSpPr>
          <a:xfrm>
            <a:off x="7115034" y="3047083"/>
            <a:ext cx="798124" cy="1622378"/>
            <a:chOff x="0" y="0"/>
            <a:chExt cx="672" cy="1366"/>
          </a:xfrm>
        </p:grpSpPr>
        <p:cxnSp>
          <p:nvCxnSpPr>
            <p:cNvPr id="10273" name="Line 34"/>
            <p:cNvCxnSpPr/>
            <p:nvPr>
              <p:custDataLst>
                <p:tags r:id="rId19"/>
              </p:custDataLst>
            </p:nvPr>
          </p:nvCxnSpPr>
          <p:spPr>
            <a:xfrm flipH="1">
              <a:off x="0" y="0"/>
              <a:ext cx="0" cy="12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bevel/>
              <a:tailEnd type="triangle"/>
            </a:ln>
          </p:spPr>
        </p:cxnSp>
        <p:sp>
          <p:nvSpPr>
            <p:cNvPr id="10274" name="Text Box 35"/>
            <p:cNvSpPr/>
            <p:nvPr>
              <p:custDataLst>
                <p:tags r:id="rId20"/>
              </p:custDataLst>
            </p:nvPr>
          </p:nvSpPr>
          <p:spPr>
            <a:xfrm>
              <a:off x="96" y="1056"/>
              <a:ext cx="576" cy="3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179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G</a:t>
              </a:r>
              <a:r>
                <a:rPr lang="en-US" altLang="zh-CN" sz="104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M</a:t>
              </a:r>
            </a:p>
          </p:txBody>
        </p:sp>
      </p:grpSp>
      <p:grpSp>
        <p:nvGrpSpPr>
          <p:cNvPr id="10275" name="Group 36"/>
          <p:cNvGrpSpPr/>
          <p:nvPr>
            <p:custDataLst>
              <p:tags r:id="rId10"/>
            </p:custDataLst>
          </p:nvPr>
        </p:nvGrpSpPr>
        <p:grpSpPr>
          <a:xfrm>
            <a:off x="6373918" y="3047083"/>
            <a:ext cx="741116" cy="881262"/>
            <a:chOff x="0" y="0"/>
            <a:chExt cx="624" cy="742"/>
          </a:xfrm>
        </p:grpSpPr>
        <p:cxnSp>
          <p:nvCxnSpPr>
            <p:cNvPr id="10276" name="Line 37"/>
            <p:cNvCxnSpPr/>
            <p:nvPr>
              <p:custDataLst>
                <p:tags r:id="rId17"/>
              </p:custDataLst>
            </p:nvPr>
          </p:nvCxnSpPr>
          <p:spPr>
            <a:xfrm flipH="1">
              <a:off x="0" y="0"/>
              <a:ext cx="624" cy="48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bevel/>
              <a:tailEnd type="triangle"/>
            </a:ln>
          </p:spPr>
        </p:cxnSp>
        <p:sp>
          <p:nvSpPr>
            <p:cNvPr id="10277" name="Text Box 38"/>
            <p:cNvSpPr/>
            <p:nvPr>
              <p:custDataLst>
                <p:tags r:id="rId18"/>
              </p:custDataLst>
            </p:nvPr>
          </p:nvSpPr>
          <p:spPr>
            <a:xfrm>
              <a:off x="0" y="432"/>
              <a:ext cx="528" cy="3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179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795" b="1" baseline="-2500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N</a:t>
              </a:r>
              <a:r>
                <a:rPr lang="en-US" altLang="zh-CN" sz="179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′</a:t>
              </a:r>
            </a:p>
          </p:txBody>
        </p:sp>
      </p:grpSp>
      <p:grpSp>
        <p:nvGrpSpPr>
          <p:cNvPr id="10278" name="Group 39"/>
          <p:cNvGrpSpPr/>
          <p:nvPr>
            <p:custDataLst>
              <p:tags r:id="rId11"/>
            </p:custDataLst>
          </p:nvPr>
        </p:nvGrpSpPr>
        <p:grpSpPr>
          <a:xfrm>
            <a:off x="7115034" y="1735878"/>
            <a:ext cx="662728" cy="1311204"/>
            <a:chOff x="0" y="0"/>
            <a:chExt cx="558" cy="1104"/>
          </a:xfrm>
        </p:grpSpPr>
        <p:cxnSp>
          <p:nvCxnSpPr>
            <p:cNvPr id="10279" name="Line 40"/>
            <p:cNvCxnSpPr/>
            <p:nvPr>
              <p:custDataLst>
                <p:tags r:id="rId15"/>
              </p:custDataLst>
            </p:nvPr>
          </p:nvCxnSpPr>
          <p:spPr>
            <a:xfrm flipH="1" flipV="1">
              <a:off x="0" y="96"/>
              <a:ext cx="0" cy="100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bevel/>
              <a:tailEnd type="triangle"/>
            </a:ln>
          </p:spPr>
        </p:cxnSp>
        <p:sp>
          <p:nvSpPr>
            <p:cNvPr id="10280" name="Text Box 41"/>
            <p:cNvSpPr/>
            <p:nvPr>
              <p:custDataLst>
                <p:tags r:id="rId16"/>
              </p:custDataLst>
            </p:nvPr>
          </p:nvSpPr>
          <p:spPr>
            <a:xfrm>
              <a:off x="48" y="0"/>
              <a:ext cx="510" cy="3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179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795" b="1" baseline="-2500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N1</a:t>
              </a:r>
            </a:p>
          </p:txBody>
        </p:sp>
      </p:grpSp>
      <p:grpSp>
        <p:nvGrpSpPr>
          <p:cNvPr id="10281" name="Group 42"/>
          <p:cNvGrpSpPr/>
          <p:nvPr>
            <p:custDataLst>
              <p:tags r:id="rId12"/>
            </p:custDataLst>
          </p:nvPr>
        </p:nvGrpSpPr>
        <p:grpSpPr>
          <a:xfrm>
            <a:off x="7115034" y="3047083"/>
            <a:ext cx="1096233" cy="824254"/>
            <a:chOff x="0" y="0"/>
            <a:chExt cx="923" cy="694"/>
          </a:xfrm>
        </p:grpSpPr>
        <p:cxnSp>
          <p:nvCxnSpPr>
            <p:cNvPr id="10282" name="Line 43"/>
            <p:cNvCxnSpPr/>
            <p:nvPr>
              <p:custDataLst>
                <p:tags r:id="rId13"/>
              </p:custDataLst>
            </p:nvPr>
          </p:nvCxnSpPr>
          <p:spPr>
            <a:xfrm>
              <a:off x="0" y="0"/>
              <a:ext cx="432" cy="432"/>
            </a:xfrm>
            <a:prstGeom prst="line">
              <a:avLst/>
            </a:prstGeom>
            <a:ln>
              <a:solidFill>
                <a:srgbClr val="FFC000"/>
              </a:solidFill>
              <a:tailEnd type="triangl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0283" name="Text Box 44"/>
            <p:cNvSpPr/>
            <p:nvPr>
              <p:custDataLst>
                <p:tags r:id="rId14"/>
              </p:custDataLst>
            </p:nvPr>
          </p:nvSpPr>
          <p:spPr>
            <a:xfrm>
              <a:off x="339" y="384"/>
              <a:ext cx="584" cy="310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anchor="t" anchorCtr="0">
              <a:spAutoFit/>
            </a:bodyPr>
            <a:lstStyle>
              <a:lvl1pPr marL="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4572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9144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3716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1828800" indent="0" algn="l" defTabSz="914400" rtl="0" eaLnBrk="1" fontAlgn="base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lang="zh-CN" altLang="en-US" sz="1800" b="0" i="0" u="none" baseline="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</a:lstStyle>
            <a:p>
              <a:pPr lvl="0">
                <a:spcBef>
                  <a:spcPct val="50000"/>
                </a:spcBef>
              </a:pPr>
              <a:r>
                <a:rPr lang="en-US" altLang="zh-CN" sz="179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795" b="1" baseline="-2500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f </a:t>
              </a:r>
              <a:r>
                <a:rPr lang="en-US" altLang="zh-CN" sz="179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′</a:t>
              </a:r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7" dur="500" fill="hold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 additive="base">
                                        <p:cTn id="12" dur="500" fill="hold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17" dur="500" fill="hold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22" dur="500" fill="hold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27" dur="500" fill="hold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 additive="base">
                                        <p:cTn id="32" dur="500" fill="hold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 additive="base">
                                        <p:cTn id="37" dur="2000" fill="hold"/>
                                        <p:tgtEl>
                                          <p:spTgt spid="1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base">
                                        <p:cTn id="42" dur="500" fill="hold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base"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base">
                                        <p:cTn id="47" dur="500" fill="hold"/>
                                        <p:tgtEl>
                                          <p:spTgt spid="1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直角三角形 3"/>
          <p:cNvSpPr/>
          <p:nvPr>
            <p:custDataLst>
              <p:tags r:id="rId2"/>
            </p:custDataLst>
          </p:nvPr>
        </p:nvSpPr>
        <p:spPr>
          <a:xfrm flipH="1">
            <a:off x="1067307" y="2651965"/>
            <a:ext cx="2478142" cy="754217"/>
          </a:xfrm>
          <a:prstGeom prst="rtTriangl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 rot="20525100">
            <a:off x="2057610" y="2615783"/>
            <a:ext cx="497536" cy="400346"/>
          </a:xfrm>
          <a:prstGeom prst="rect">
            <a:avLst/>
          </a:prstGeom>
          <a:solidFill>
            <a:srgbClr val="00B050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6" name="组合 5"/>
          <p:cNvGrpSpPr/>
          <p:nvPr>
            <p:custDataLst>
              <p:tags r:id="rId4"/>
            </p:custDataLst>
          </p:nvPr>
        </p:nvGrpSpPr>
        <p:grpSpPr>
          <a:xfrm rot="20559516" flipH="1">
            <a:off x="2394242" y="1605253"/>
            <a:ext cx="599180" cy="368300"/>
            <a:chOff x="1947486" y="493440"/>
            <a:chExt cx="800884" cy="492282"/>
          </a:xfrm>
        </p:grpSpPr>
        <p:cxnSp>
          <p:nvCxnSpPr>
            <p:cNvPr id="7" name="直线箭头连接符 6"/>
            <p:cNvCxnSpPr/>
            <p:nvPr>
              <p:custDataLst>
                <p:tags r:id="rId46"/>
              </p:custDataLst>
            </p:nvPr>
          </p:nvCxnSpPr>
          <p:spPr>
            <a:xfrm>
              <a:off x="1947486" y="955105"/>
              <a:ext cx="664718" cy="0"/>
            </a:xfrm>
            <a:prstGeom prst="straightConnector1">
              <a:avLst/>
            </a:prstGeom>
            <a:ln w="1905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7"/>
                <p:cNvSpPr txBox="1"/>
                <p:nvPr>
                  <p:custDataLst>
                    <p:tags r:id="rId47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46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49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blipFill rotWithShape="1"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560624" y="3694148"/>
            <a:ext cx="178618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接触面不光滑</a:t>
            </a:r>
          </a:p>
        </p:txBody>
      </p:sp>
      <p:grpSp>
        <p:nvGrpSpPr>
          <p:cNvPr id="10" name="组合 9"/>
          <p:cNvGrpSpPr/>
          <p:nvPr>
            <p:custDataLst>
              <p:tags r:id="rId6"/>
            </p:custDataLst>
          </p:nvPr>
        </p:nvGrpSpPr>
        <p:grpSpPr>
          <a:xfrm>
            <a:off x="2211114" y="2829486"/>
            <a:ext cx="484854" cy="938741"/>
            <a:chOff x="5403129" y="1628800"/>
            <a:chExt cx="648072" cy="1254753"/>
          </a:xfrm>
        </p:grpSpPr>
        <p:grpSp>
          <p:nvGrpSpPr>
            <p:cNvPr id="11" name="组合 10"/>
            <p:cNvGrpSpPr/>
            <p:nvPr>
              <p:custDataLst>
                <p:tags r:id="rId42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13" name="直线箭头连接符 12"/>
              <p:cNvCxnSpPr/>
              <p:nvPr>
                <p:custDataLst>
                  <p:tags r:id="rId44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文本框 13"/>
                  <p:cNvSpPr txBox="1"/>
                  <p:nvPr>
                    <p:custDataLst>
                      <p:tags r:id="rId45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47" name="文本框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51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5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" name="椭圆 11"/>
            <p:cNvSpPr/>
            <p:nvPr>
              <p:custDataLst>
                <p:tags r:id="rId43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5" name="组合 14"/>
          <p:cNvGrpSpPr/>
          <p:nvPr>
            <p:custDataLst>
              <p:tags r:id="rId7"/>
            </p:custDataLst>
          </p:nvPr>
        </p:nvGrpSpPr>
        <p:grpSpPr>
          <a:xfrm rot="20514054">
            <a:off x="1754179" y="1912227"/>
            <a:ext cx="484854" cy="1040214"/>
            <a:chOff x="7536160" y="462823"/>
            <a:chExt cx="648072" cy="1390385"/>
          </a:xfrm>
        </p:grpSpPr>
        <p:grpSp>
          <p:nvGrpSpPr>
            <p:cNvPr id="16" name="组合 15"/>
            <p:cNvGrpSpPr/>
            <p:nvPr>
              <p:custDataLst>
                <p:tags r:id="rId38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18" name="直线箭头连接符 17"/>
              <p:cNvCxnSpPr/>
              <p:nvPr>
                <p:custDataLst>
                  <p:tags r:id="rId40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文本框 18"/>
                  <p:cNvSpPr txBox="1"/>
                  <p:nvPr>
                    <p:custDataLst>
                      <p:tags r:id="rId41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48" name="文本框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53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5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" name="椭圆 16"/>
            <p:cNvSpPr/>
            <p:nvPr>
              <p:custDataLst>
                <p:tags r:id="rId39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8"/>
            </p:custDataLst>
          </p:nvPr>
        </p:nvGrpSpPr>
        <p:grpSpPr>
          <a:xfrm rot="4404475">
            <a:off x="2348881" y="2232093"/>
            <a:ext cx="468134" cy="722276"/>
            <a:chOff x="7541835" y="887789"/>
            <a:chExt cx="625724" cy="965419"/>
          </a:xfrm>
        </p:grpSpPr>
        <p:grpSp>
          <p:nvGrpSpPr>
            <p:cNvPr id="21" name="组合 20"/>
            <p:cNvGrpSpPr/>
            <p:nvPr>
              <p:custDataLst>
                <p:tags r:id="rId34"/>
              </p:custDataLst>
            </p:nvPr>
          </p:nvGrpSpPr>
          <p:grpSpPr>
            <a:xfrm rot="10800000">
              <a:off x="7541835" y="887789"/>
              <a:ext cx="625724" cy="881279"/>
              <a:chOff x="5508744" y="1712940"/>
              <a:chExt cx="625724" cy="881279"/>
            </a:xfrm>
          </p:grpSpPr>
          <p:cxnSp>
            <p:nvCxnSpPr>
              <p:cNvPr id="23" name="直线箭头连接符 22"/>
              <p:cNvCxnSpPr/>
              <p:nvPr>
                <p:custDataLst>
                  <p:tags r:id="rId36"/>
                </p:custDataLst>
              </p:nvPr>
            </p:nvCxnSpPr>
            <p:spPr>
              <a:xfrm rot="6395525" flipV="1">
                <a:off x="5312713" y="1908970"/>
                <a:ext cx="558461" cy="166400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本框 23"/>
                  <p:cNvSpPr txBox="1"/>
                  <p:nvPr>
                    <p:custDataLst>
                      <p:tags r:id="rId37"/>
                    </p:custDataLst>
                  </p:nvPr>
                </p:nvSpPr>
                <p:spPr>
                  <a:xfrm rot="6395525">
                    <a:off x="5574900" y="2034651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49" name="文本框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55"/>
                    </p:custDataLst>
                  </p:nvPr>
                </p:nvSpPr>
                <p:spPr>
                  <a:xfrm rot="6395525">
                    <a:off x="5574900" y="2034651"/>
                    <a:ext cx="648072" cy="471063"/>
                  </a:xfrm>
                  <a:prstGeom prst="rect">
                    <a:avLst/>
                  </a:prstGeom>
                  <a:blipFill rotWithShape="1">
                    <a:blip r:embed="rId5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" name="椭圆 21"/>
            <p:cNvSpPr/>
            <p:nvPr>
              <p:custDataLst>
                <p:tags r:id="rId35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5" name="直角三角形 24"/>
          <p:cNvSpPr/>
          <p:nvPr>
            <p:custDataLst>
              <p:tags r:id="rId9"/>
            </p:custDataLst>
          </p:nvPr>
        </p:nvSpPr>
        <p:spPr>
          <a:xfrm flipH="1">
            <a:off x="4876836" y="2627728"/>
            <a:ext cx="2478142" cy="754217"/>
          </a:xfrm>
          <a:prstGeom prst="rtTriangl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>
            <p:custDataLst>
              <p:tags r:id="rId10"/>
            </p:custDataLst>
          </p:nvPr>
        </p:nvSpPr>
        <p:spPr>
          <a:xfrm rot="20525100">
            <a:off x="5857614" y="2594086"/>
            <a:ext cx="497536" cy="400346"/>
          </a:xfrm>
          <a:prstGeom prst="rect">
            <a:avLst/>
          </a:prstGeom>
          <a:solidFill>
            <a:srgbClr val="00B050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27" name="文本框 26"/>
          <p:cNvSpPr txBox="1"/>
          <p:nvPr>
            <p:custDataLst>
              <p:tags r:id="rId11"/>
            </p:custDataLst>
          </p:nvPr>
        </p:nvSpPr>
        <p:spPr>
          <a:xfrm>
            <a:off x="5356253" y="3745321"/>
            <a:ext cx="178618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接触面不光滑</a:t>
            </a:r>
          </a:p>
        </p:txBody>
      </p:sp>
      <p:grpSp>
        <p:nvGrpSpPr>
          <p:cNvPr id="28" name="组合 27"/>
          <p:cNvGrpSpPr/>
          <p:nvPr>
            <p:custDataLst>
              <p:tags r:id="rId12"/>
            </p:custDataLst>
          </p:nvPr>
        </p:nvGrpSpPr>
        <p:grpSpPr>
          <a:xfrm rot="20578548">
            <a:off x="6765554" y="1710195"/>
            <a:ext cx="599180" cy="368300"/>
            <a:chOff x="1947486" y="493440"/>
            <a:chExt cx="800884" cy="492282"/>
          </a:xfrm>
        </p:grpSpPr>
        <p:cxnSp>
          <p:nvCxnSpPr>
            <p:cNvPr id="29" name="直线箭头连接符 28"/>
            <p:cNvCxnSpPr/>
            <p:nvPr>
              <p:custDataLst>
                <p:tags r:id="rId32"/>
              </p:custDataLst>
            </p:nvPr>
          </p:nvCxnSpPr>
          <p:spPr>
            <a:xfrm>
              <a:off x="1947486" y="955105"/>
              <a:ext cx="664718" cy="0"/>
            </a:xfrm>
            <a:prstGeom prst="straightConnector1">
              <a:avLst/>
            </a:prstGeom>
            <a:ln w="1905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29"/>
                <p:cNvSpPr txBox="1"/>
                <p:nvPr>
                  <p:custDataLst>
                    <p:tags r:id="rId33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5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57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blipFill rotWithShape="1"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/>
          <p:cNvGrpSpPr/>
          <p:nvPr>
            <p:custDataLst>
              <p:tags r:id="rId13"/>
            </p:custDataLst>
          </p:nvPr>
        </p:nvGrpSpPr>
        <p:grpSpPr>
          <a:xfrm>
            <a:off x="6023577" y="2811551"/>
            <a:ext cx="484854" cy="938741"/>
            <a:chOff x="5403129" y="1628800"/>
            <a:chExt cx="648072" cy="1254753"/>
          </a:xfrm>
        </p:grpSpPr>
        <p:grpSp>
          <p:nvGrpSpPr>
            <p:cNvPr id="32" name="组合 31"/>
            <p:cNvGrpSpPr/>
            <p:nvPr>
              <p:custDataLst>
                <p:tags r:id="rId28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34" name="直线箭头连接符 33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本框 34"/>
                  <p:cNvSpPr txBox="1"/>
                  <p:nvPr>
                    <p:custDataLst>
                      <p:tags r:id="rId31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51" name="文本框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59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5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3" name="椭圆 32"/>
            <p:cNvSpPr/>
            <p:nvPr>
              <p:custDataLst>
                <p:tags r:id="rId29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14"/>
            </p:custDataLst>
          </p:nvPr>
        </p:nvGrpSpPr>
        <p:grpSpPr>
          <a:xfrm rot="20514054">
            <a:off x="5566641" y="1894292"/>
            <a:ext cx="484854" cy="1040214"/>
            <a:chOff x="7536160" y="462823"/>
            <a:chExt cx="648072" cy="1390385"/>
          </a:xfrm>
        </p:grpSpPr>
        <p:grpSp>
          <p:nvGrpSpPr>
            <p:cNvPr id="37" name="组合 36"/>
            <p:cNvGrpSpPr/>
            <p:nvPr>
              <p:custDataLst>
                <p:tags r:id="rId24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39" name="直线箭头连接符 38"/>
              <p:cNvCxnSpPr/>
              <p:nvPr>
                <p:custDataLst>
                  <p:tags r:id="rId26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本框 39"/>
                  <p:cNvSpPr txBox="1"/>
                  <p:nvPr>
                    <p:custDataLst>
                      <p:tags r:id="rId27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52" name="文本框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60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6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8" name="椭圆 37"/>
            <p:cNvSpPr/>
            <p:nvPr>
              <p:custDataLst>
                <p:tags r:id="rId25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15"/>
            </p:custDataLst>
          </p:nvPr>
        </p:nvGrpSpPr>
        <p:grpSpPr>
          <a:xfrm rot="15227701" flipH="1">
            <a:off x="5561264" y="2423423"/>
            <a:ext cx="437964" cy="692532"/>
            <a:chOff x="7570064" y="927546"/>
            <a:chExt cx="585397" cy="925662"/>
          </a:xfrm>
        </p:grpSpPr>
        <p:grpSp>
          <p:nvGrpSpPr>
            <p:cNvPr id="42" name="组合 41"/>
            <p:cNvGrpSpPr/>
            <p:nvPr>
              <p:custDataLst>
                <p:tags r:id="rId20"/>
              </p:custDataLst>
            </p:nvPr>
          </p:nvGrpSpPr>
          <p:grpSpPr>
            <a:xfrm rot="10800000">
              <a:off x="7570064" y="927546"/>
              <a:ext cx="585397" cy="843532"/>
              <a:chOff x="5520842" y="1710930"/>
              <a:chExt cx="585397" cy="843532"/>
            </a:xfrm>
          </p:grpSpPr>
          <p:cxnSp>
            <p:nvCxnSpPr>
              <p:cNvPr id="44" name="直线箭头连接符 43"/>
              <p:cNvCxnSpPr/>
              <p:nvPr>
                <p:custDataLst>
                  <p:tags r:id="rId22"/>
                </p:custDataLst>
              </p:nvPr>
            </p:nvCxnSpPr>
            <p:spPr>
              <a:xfrm rot="4427701">
                <a:off x="5347290" y="1884482"/>
                <a:ext cx="489307" cy="142203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3" name="文本框 44"/>
                  <p:cNvSpPr txBox="1"/>
                  <p:nvPr>
                    <p:custDataLst>
                      <p:tags r:id="rId23"/>
                    </p:custDataLst>
                  </p:nvPr>
                </p:nvSpPr>
                <p:spPr>
                  <a:xfrm rot="4427701">
                    <a:off x="5546671" y="1994894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53" name="文本框 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62"/>
                    </p:custDataLst>
                  </p:nvPr>
                </p:nvSpPr>
                <p:spPr>
                  <a:xfrm rot="4427701">
                    <a:off x="5546671" y="1994894"/>
                    <a:ext cx="648072" cy="471063"/>
                  </a:xfrm>
                  <a:prstGeom prst="rect">
                    <a:avLst/>
                  </a:prstGeom>
                  <a:blipFill rotWithShape="1">
                    <a:blip r:embed="rId6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3" name="椭圆 42"/>
            <p:cNvSpPr/>
            <p:nvPr>
              <p:custDataLst>
                <p:tags r:id="rId21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" name="Rectangle 14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274320" y="1045845"/>
            <a:ext cx="5262880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、单个物体（可看作质点）在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斜面上运动</a:t>
            </a:r>
            <a:endParaRPr kumimoji="0" lang="zh-CN" altLang="en-US" sz="2095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17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圆角矩形 18">
            <a:hlinkClick r:id="" action="ppaction://noaction"/>
          </p:cNvPr>
          <p:cNvSpPr/>
          <p:nvPr>
            <p:custDataLst>
              <p:tags r:id="rId18"/>
            </p:custDataLst>
          </p:nvPr>
        </p:nvSpPr>
        <p:spPr>
          <a:xfrm>
            <a:off x="0" y="22860"/>
            <a:ext cx="207708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24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2230" y="125095"/>
            <a:ext cx="208089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四、实例分析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83845" y="1420495"/>
            <a:ext cx="201993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0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kumimoji="0" lang="zh-CN" altLang="en-US" sz="200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水平传送带</a:t>
            </a:r>
          </a:p>
        </p:txBody>
      </p:sp>
      <p:sp>
        <p:nvSpPr>
          <p:cNvPr id="5" name="Rectangle 1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90570" y="1420495"/>
            <a:ext cx="201993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0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kumimoji="0" lang="zh-CN" altLang="en-US" sz="200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倾斜传送带</a:t>
            </a:r>
          </a:p>
        </p:txBody>
      </p:sp>
      <p:grpSp>
        <p:nvGrpSpPr>
          <p:cNvPr id="27" name="组合 26"/>
          <p:cNvGrpSpPr/>
          <p:nvPr>
            <p:custDataLst>
              <p:tags r:id="rId4"/>
            </p:custDataLst>
          </p:nvPr>
        </p:nvGrpSpPr>
        <p:grpSpPr>
          <a:xfrm>
            <a:off x="454427" y="3028626"/>
            <a:ext cx="2473994" cy="314940"/>
            <a:chOff x="1049896" y="3463995"/>
            <a:chExt cx="3306824" cy="420960"/>
          </a:xfrm>
        </p:grpSpPr>
        <p:sp>
          <p:nvSpPr>
            <p:cNvPr id="6" name="椭圆 5"/>
            <p:cNvSpPr/>
            <p:nvPr>
              <p:custDataLst>
                <p:tags r:id="rId75"/>
              </p:custDataLst>
            </p:nvPr>
          </p:nvSpPr>
          <p:spPr>
            <a:xfrm>
              <a:off x="1049896" y="3463995"/>
              <a:ext cx="420960" cy="42096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7" name="椭圆 6"/>
            <p:cNvSpPr/>
            <p:nvPr>
              <p:custDataLst>
                <p:tags r:id="rId76"/>
              </p:custDataLst>
            </p:nvPr>
          </p:nvSpPr>
          <p:spPr>
            <a:xfrm>
              <a:off x="3935760" y="3463995"/>
              <a:ext cx="420960" cy="42096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9" name="直线连接符 8"/>
            <p:cNvCxnSpPr>
              <a:stCxn id="6" idx="0"/>
              <a:endCxn id="7" idx="0"/>
            </p:cNvCxnSpPr>
            <p:nvPr>
              <p:custDataLst>
                <p:tags r:id="rId77"/>
              </p:custDataLst>
            </p:nvPr>
          </p:nvCxnSpPr>
          <p:spPr>
            <a:xfrm>
              <a:off x="1260376" y="3463995"/>
              <a:ext cx="2885864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11" name="直线连接符 10"/>
            <p:cNvCxnSpPr>
              <a:stCxn id="6" idx="4"/>
              <a:endCxn id="7" idx="4"/>
            </p:cNvCxnSpPr>
            <p:nvPr>
              <p:custDataLst>
                <p:tags r:id="rId78"/>
              </p:custDataLst>
            </p:nvPr>
          </p:nvCxnSpPr>
          <p:spPr>
            <a:xfrm>
              <a:off x="1260376" y="3884955"/>
              <a:ext cx="2885864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1215290" y="2626824"/>
            <a:ext cx="497536" cy="4003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2030895" y="2131044"/>
            <a:ext cx="599180" cy="368300"/>
            <a:chOff x="1947486" y="493440"/>
            <a:chExt cx="800884" cy="492282"/>
          </a:xfrm>
        </p:grpSpPr>
        <p:cxnSp>
          <p:nvCxnSpPr>
            <p:cNvPr id="14" name="直线箭头连接符 13"/>
            <p:cNvCxnSpPr/>
            <p:nvPr>
              <p:custDataLst>
                <p:tags r:id="rId73"/>
              </p:custDataLst>
            </p:nvPr>
          </p:nvCxnSpPr>
          <p:spPr>
            <a:xfrm>
              <a:off x="1947486" y="955105"/>
              <a:ext cx="664718" cy="0"/>
            </a:xfrm>
            <a:prstGeom prst="straightConnector1">
              <a:avLst/>
            </a:prstGeom>
            <a:ln w="1905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14"/>
                <p:cNvSpPr txBox="1"/>
                <p:nvPr>
                  <p:custDataLst>
                    <p:tags r:id="rId74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79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80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blipFill rotWithShape="1"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454660" y="3802380"/>
            <a:ext cx="238061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b="1">
                <a:solidFill>
                  <a:schemeClr val="dk1"/>
                </a:solidFill>
                <a:latin typeface="楷体" panose="02010609060101010101" charset="-122"/>
                <a:ea typeface="楷体" panose="02010609060101010101" charset="-122"/>
              </a:rPr>
              <a:t>物体随水平传送带一起匀速向右运动</a:t>
            </a: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1348108" y="2799046"/>
            <a:ext cx="484854" cy="938741"/>
            <a:chOff x="5403129" y="1628800"/>
            <a:chExt cx="648072" cy="1254753"/>
          </a:xfrm>
        </p:grpSpPr>
        <p:grpSp>
          <p:nvGrpSpPr>
            <p:cNvPr id="18" name="组合 17"/>
            <p:cNvGrpSpPr/>
            <p:nvPr>
              <p:custDataLst>
                <p:tags r:id="rId69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20" name="直线箭头连接符 19"/>
              <p:cNvCxnSpPr/>
              <p:nvPr>
                <p:custDataLst>
                  <p:tags r:id="rId71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本框 20"/>
                  <p:cNvSpPr txBox="1"/>
                  <p:nvPr>
                    <p:custDataLst>
                      <p:tags r:id="rId72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80" name="文本框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82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8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9" name="椭圆 18"/>
            <p:cNvSpPr/>
            <p:nvPr>
              <p:custDataLst>
                <p:tags r:id="rId70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9"/>
            </p:custDataLst>
          </p:nvPr>
        </p:nvGrpSpPr>
        <p:grpSpPr>
          <a:xfrm>
            <a:off x="1003712" y="1934621"/>
            <a:ext cx="484854" cy="924644"/>
            <a:chOff x="7472503" y="617298"/>
            <a:chExt cx="648072" cy="1235910"/>
          </a:xfrm>
        </p:grpSpPr>
        <p:grpSp>
          <p:nvGrpSpPr>
            <p:cNvPr id="23" name="组合 22"/>
            <p:cNvGrpSpPr/>
            <p:nvPr>
              <p:custDataLst>
                <p:tags r:id="rId65"/>
              </p:custDataLst>
            </p:nvPr>
          </p:nvGrpSpPr>
          <p:grpSpPr>
            <a:xfrm rot="10800000">
              <a:off x="7472503" y="617298"/>
              <a:ext cx="648072" cy="1163902"/>
              <a:chOff x="5555728" y="1700808"/>
              <a:chExt cx="648072" cy="1163902"/>
            </a:xfrm>
          </p:grpSpPr>
          <p:cxnSp>
            <p:nvCxnSpPr>
              <p:cNvPr id="25" name="直线箭头连接符 24"/>
              <p:cNvCxnSpPr/>
              <p:nvPr>
                <p:custDataLst>
                  <p:tags r:id="rId67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本框 25"/>
                  <p:cNvSpPr txBox="1"/>
                  <p:nvPr>
                    <p:custDataLst>
                      <p:tags r:id="rId68"/>
                    </p:custDataLst>
                  </p:nvPr>
                </p:nvSpPr>
                <p:spPr>
                  <a:xfrm rot="10800000">
                    <a:off x="5555728" y="2372428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81" name="文本框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84"/>
                    </p:custDataLst>
                  </p:nvPr>
                </p:nvSpPr>
                <p:spPr>
                  <a:xfrm rot="10800000">
                    <a:off x="5555728" y="2372428"/>
                    <a:ext cx="648072" cy="492282"/>
                  </a:xfrm>
                  <a:prstGeom prst="rect">
                    <a:avLst/>
                  </a:prstGeom>
                  <a:blipFill rotWithShape="1">
                    <a:blip r:embed="rId8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椭圆 23"/>
            <p:cNvSpPr/>
            <p:nvPr>
              <p:custDataLst>
                <p:tags r:id="rId66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10"/>
            </p:custDataLst>
          </p:nvPr>
        </p:nvGrpSpPr>
        <p:grpSpPr>
          <a:xfrm rot="20199514">
            <a:off x="3534466" y="2969819"/>
            <a:ext cx="2473994" cy="314940"/>
            <a:chOff x="1049896" y="3463995"/>
            <a:chExt cx="3306824" cy="420960"/>
          </a:xfrm>
        </p:grpSpPr>
        <p:sp>
          <p:nvSpPr>
            <p:cNvPr id="29" name="椭圆 28"/>
            <p:cNvSpPr/>
            <p:nvPr>
              <p:custDataLst>
                <p:tags r:id="rId61"/>
              </p:custDataLst>
            </p:nvPr>
          </p:nvSpPr>
          <p:spPr>
            <a:xfrm>
              <a:off x="1049896" y="3463995"/>
              <a:ext cx="420960" cy="42096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0" name="椭圆 29"/>
            <p:cNvSpPr/>
            <p:nvPr>
              <p:custDataLst>
                <p:tags r:id="rId62"/>
              </p:custDataLst>
            </p:nvPr>
          </p:nvSpPr>
          <p:spPr>
            <a:xfrm>
              <a:off x="3935760" y="3463995"/>
              <a:ext cx="420960" cy="42096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31" name="直线连接符 30"/>
            <p:cNvCxnSpPr>
              <a:stCxn id="29" idx="0"/>
              <a:endCxn id="30" idx="0"/>
            </p:cNvCxnSpPr>
            <p:nvPr>
              <p:custDataLst>
                <p:tags r:id="rId63"/>
              </p:custDataLst>
            </p:nvPr>
          </p:nvCxnSpPr>
          <p:spPr>
            <a:xfrm>
              <a:off x="1260376" y="3463995"/>
              <a:ext cx="2885864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32" name="直线连接符 31"/>
            <p:cNvCxnSpPr>
              <a:stCxn id="29" idx="4"/>
              <a:endCxn id="30" idx="4"/>
            </p:cNvCxnSpPr>
            <p:nvPr>
              <p:custDataLst>
                <p:tags r:id="rId64"/>
              </p:custDataLst>
            </p:nvPr>
          </p:nvCxnSpPr>
          <p:spPr>
            <a:xfrm>
              <a:off x="1260376" y="3884955"/>
              <a:ext cx="2885864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33" name="矩形 32"/>
          <p:cNvSpPr/>
          <p:nvPr>
            <p:custDataLst>
              <p:tags r:id="rId11"/>
            </p:custDataLst>
          </p:nvPr>
        </p:nvSpPr>
        <p:spPr>
          <a:xfrm rot="20199514">
            <a:off x="4295329" y="2625385"/>
            <a:ext cx="497536" cy="4003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34" name="组合 33"/>
          <p:cNvGrpSpPr/>
          <p:nvPr>
            <p:custDataLst>
              <p:tags r:id="rId12"/>
            </p:custDataLst>
          </p:nvPr>
        </p:nvGrpSpPr>
        <p:grpSpPr>
          <a:xfrm rot="20199514">
            <a:off x="5224145" y="1916430"/>
            <a:ext cx="551180" cy="368300"/>
            <a:chOff x="1947486" y="493440"/>
            <a:chExt cx="800884" cy="492282"/>
          </a:xfrm>
        </p:grpSpPr>
        <p:cxnSp>
          <p:nvCxnSpPr>
            <p:cNvPr id="35" name="直线箭头连接符 34"/>
            <p:cNvCxnSpPr/>
            <p:nvPr>
              <p:custDataLst>
                <p:tags r:id="rId59"/>
              </p:custDataLst>
            </p:nvPr>
          </p:nvCxnSpPr>
          <p:spPr>
            <a:xfrm>
              <a:off x="1947486" y="955105"/>
              <a:ext cx="664718" cy="0"/>
            </a:xfrm>
            <a:prstGeom prst="straightConnector1">
              <a:avLst/>
            </a:prstGeom>
            <a:ln w="1905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35"/>
                <p:cNvSpPr txBox="1"/>
                <p:nvPr>
                  <p:custDataLst>
                    <p:tags r:id="rId60"/>
                  </p:custDataLst>
                </p:nvPr>
              </p:nvSpPr>
              <p:spPr>
                <a:xfrm rot="1400486">
                  <a:off x="2418583" y="493440"/>
                  <a:ext cx="329787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82" name="文本框 35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86"/>
                  </p:custDataLst>
                </p:nvPr>
              </p:nvSpPr>
              <p:spPr>
                <a:xfrm rot="1400486">
                  <a:off x="2418583" y="493440"/>
                  <a:ext cx="329787" cy="492282"/>
                </a:xfrm>
                <a:prstGeom prst="rect">
                  <a:avLst/>
                </a:prstGeom>
                <a:blipFill rotWithShape="1"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7" name="组合 36"/>
          <p:cNvGrpSpPr/>
          <p:nvPr>
            <p:custDataLst>
              <p:tags r:id="rId13"/>
            </p:custDataLst>
          </p:nvPr>
        </p:nvGrpSpPr>
        <p:grpSpPr>
          <a:xfrm>
            <a:off x="4451176" y="2825558"/>
            <a:ext cx="484854" cy="938741"/>
            <a:chOff x="5403129" y="1628800"/>
            <a:chExt cx="648072" cy="1254753"/>
          </a:xfrm>
        </p:grpSpPr>
        <p:grpSp>
          <p:nvGrpSpPr>
            <p:cNvPr id="38" name="组合 37"/>
            <p:cNvGrpSpPr/>
            <p:nvPr>
              <p:custDataLst>
                <p:tags r:id="rId55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40" name="直线箭头连接符 39"/>
              <p:cNvCxnSpPr/>
              <p:nvPr>
                <p:custDataLst>
                  <p:tags r:id="rId57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文本框 40"/>
                  <p:cNvSpPr txBox="1"/>
                  <p:nvPr>
                    <p:custDataLst>
                      <p:tags r:id="rId58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83" name="文本框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88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8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椭圆 38"/>
            <p:cNvSpPr/>
            <p:nvPr>
              <p:custDataLst>
                <p:tags r:id="rId56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2" name="组合 41"/>
          <p:cNvGrpSpPr/>
          <p:nvPr>
            <p:custDataLst>
              <p:tags r:id="rId14"/>
            </p:custDataLst>
          </p:nvPr>
        </p:nvGrpSpPr>
        <p:grpSpPr>
          <a:xfrm rot="20514054">
            <a:off x="4011239" y="1915651"/>
            <a:ext cx="484854" cy="1040214"/>
            <a:chOff x="7536160" y="462823"/>
            <a:chExt cx="648072" cy="1390385"/>
          </a:xfrm>
        </p:grpSpPr>
        <p:grpSp>
          <p:nvGrpSpPr>
            <p:cNvPr id="43" name="组合 42"/>
            <p:cNvGrpSpPr/>
            <p:nvPr>
              <p:custDataLst>
                <p:tags r:id="rId51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45" name="直线箭头连接符 44"/>
              <p:cNvCxnSpPr/>
              <p:nvPr>
                <p:custDataLst>
                  <p:tags r:id="rId53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4" name="文本框 45"/>
                  <p:cNvSpPr txBox="1"/>
                  <p:nvPr>
                    <p:custDataLst>
                      <p:tags r:id="rId54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84" name="文本框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89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4" name="椭圆 43"/>
            <p:cNvSpPr/>
            <p:nvPr>
              <p:custDataLst>
                <p:tags r:id="rId52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7" name="组合 46"/>
          <p:cNvGrpSpPr/>
          <p:nvPr>
            <p:custDataLst>
              <p:tags r:id="rId15"/>
            </p:custDataLst>
          </p:nvPr>
        </p:nvGrpSpPr>
        <p:grpSpPr>
          <a:xfrm rot="4003576">
            <a:off x="4595708" y="2216677"/>
            <a:ext cx="466648" cy="724889"/>
            <a:chOff x="7564190" y="884297"/>
            <a:chExt cx="623738" cy="968911"/>
          </a:xfrm>
        </p:grpSpPr>
        <p:grpSp>
          <p:nvGrpSpPr>
            <p:cNvPr id="48" name="组合 47"/>
            <p:cNvGrpSpPr/>
            <p:nvPr>
              <p:custDataLst>
                <p:tags r:id="rId47"/>
              </p:custDataLst>
            </p:nvPr>
          </p:nvGrpSpPr>
          <p:grpSpPr>
            <a:xfrm rot="10800000">
              <a:off x="7564190" y="884297"/>
              <a:ext cx="623738" cy="875573"/>
              <a:chOff x="5488375" y="1722138"/>
              <a:chExt cx="623738" cy="875573"/>
            </a:xfrm>
          </p:grpSpPr>
          <p:cxnSp>
            <p:nvCxnSpPr>
              <p:cNvPr id="50" name="直线箭头连接符 49"/>
              <p:cNvCxnSpPr/>
              <p:nvPr>
                <p:custDataLst>
                  <p:tags r:id="rId49"/>
                </p:custDataLst>
              </p:nvPr>
            </p:nvCxnSpPr>
            <p:spPr>
              <a:xfrm rot="6796424" flipV="1">
                <a:off x="5351154" y="1859358"/>
                <a:ext cx="481582" cy="207141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文本框 50"/>
                  <p:cNvSpPr txBox="1"/>
                  <p:nvPr>
                    <p:custDataLst>
                      <p:tags r:id="rId50"/>
                    </p:custDataLst>
                  </p:nvPr>
                </p:nvSpPr>
                <p:spPr>
                  <a:xfrm rot="6796424">
                    <a:off x="5552545" y="2038143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85" name="文本框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1"/>
                    </p:custDataLst>
                  </p:nvPr>
                </p:nvSpPr>
                <p:spPr>
                  <a:xfrm rot="6796424">
                    <a:off x="5552545" y="2038143"/>
                    <a:ext cx="648072" cy="471063"/>
                  </a:xfrm>
                  <a:prstGeom prst="rect">
                    <a:avLst/>
                  </a:prstGeom>
                  <a:blipFill rotWithShape="1">
                    <a:blip r:embed="rId9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9" name="椭圆 48"/>
            <p:cNvSpPr/>
            <p:nvPr>
              <p:custDataLst>
                <p:tags r:id="rId48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52" name="文本框 51"/>
          <p:cNvSpPr txBox="1"/>
          <p:nvPr>
            <p:custDataLst>
              <p:tags r:id="rId16"/>
            </p:custDataLst>
          </p:nvPr>
        </p:nvSpPr>
        <p:spPr>
          <a:xfrm>
            <a:off x="3380740" y="3802380"/>
            <a:ext cx="265684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b="1">
                <a:solidFill>
                  <a:schemeClr val="dk1"/>
                </a:solidFill>
                <a:latin typeface="楷体" panose="02010609060101010101" charset="-122"/>
                <a:ea typeface="楷体" panose="02010609060101010101" charset="-122"/>
              </a:rPr>
              <a:t>物体随倾斜传送带一起匀速斜向上运动</a:t>
            </a:r>
          </a:p>
        </p:txBody>
      </p:sp>
      <p:sp>
        <p:nvSpPr>
          <p:cNvPr id="53" name="Rectangle 14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6570345" y="1420495"/>
            <a:ext cx="196659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0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3.</a:t>
            </a:r>
            <a:r>
              <a:rPr kumimoji="0" lang="zh-CN" altLang="en-US" sz="2000">
                <a:solidFill>
                  <a:schemeClr val="dk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倾斜传送带</a:t>
            </a:r>
          </a:p>
        </p:txBody>
      </p:sp>
      <p:grpSp>
        <p:nvGrpSpPr>
          <p:cNvPr id="54" name="组合 53"/>
          <p:cNvGrpSpPr/>
          <p:nvPr>
            <p:custDataLst>
              <p:tags r:id="rId18"/>
            </p:custDataLst>
          </p:nvPr>
        </p:nvGrpSpPr>
        <p:grpSpPr>
          <a:xfrm rot="20199514">
            <a:off x="6647187" y="2937958"/>
            <a:ext cx="2473994" cy="314940"/>
            <a:chOff x="1049896" y="3463995"/>
            <a:chExt cx="3306824" cy="420960"/>
          </a:xfrm>
        </p:grpSpPr>
        <p:sp>
          <p:nvSpPr>
            <p:cNvPr id="55" name="椭圆 54"/>
            <p:cNvSpPr/>
            <p:nvPr>
              <p:custDataLst>
                <p:tags r:id="rId43"/>
              </p:custDataLst>
            </p:nvPr>
          </p:nvSpPr>
          <p:spPr>
            <a:xfrm>
              <a:off x="1049896" y="3463995"/>
              <a:ext cx="420960" cy="42096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6" name="椭圆 55"/>
            <p:cNvSpPr/>
            <p:nvPr>
              <p:custDataLst>
                <p:tags r:id="rId44"/>
              </p:custDataLst>
            </p:nvPr>
          </p:nvSpPr>
          <p:spPr>
            <a:xfrm>
              <a:off x="3935760" y="3463995"/>
              <a:ext cx="420960" cy="420960"/>
            </a:xfrm>
            <a:prstGeom prst="ellips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57" name="直线连接符 30"/>
            <p:cNvCxnSpPr>
              <a:stCxn id="55" idx="0"/>
              <a:endCxn id="56" idx="0"/>
            </p:cNvCxnSpPr>
            <p:nvPr>
              <p:custDataLst>
                <p:tags r:id="rId45"/>
              </p:custDataLst>
            </p:nvPr>
          </p:nvCxnSpPr>
          <p:spPr>
            <a:xfrm>
              <a:off x="1260376" y="3463995"/>
              <a:ext cx="2885864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  <p:cxnSp>
          <p:nvCxnSpPr>
            <p:cNvPr id="58" name="直线连接符 31"/>
            <p:cNvCxnSpPr>
              <a:stCxn id="55" idx="4"/>
              <a:endCxn id="56" idx="4"/>
            </p:cNvCxnSpPr>
            <p:nvPr>
              <p:custDataLst>
                <p:tags r:id="rId46"/>
              </p:custDataLst>
            </p:nvPr>
          </p:nvCxnSpPr>
          <p:spPr>
            <a:xfrm>
              <a:off x="1260376" y="3884955"/>
              <a:ext cx="2885864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cxnSp>
      </p:grpSp>
      <p:sp>
        <p:nvSpPr>
          <p:cNvPr id="59" name="矩形 58"/>
          <p:cNvSpPr/>
          <p:nvPr>
            <p:custDataLst>
              <p:tags r:id="rId19"/>
            </p:custDataLst>
          </p:nvPr>
        </p:nvSpPr>
        <p:spPr>
          <a:xfrm rot="20199514">
            <a:off x="7408050" y="2578284"/>
            <a:ext cx="497536" cy="400346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60" name="组合 59"/>
          <p:cNvGrpSpPr/>
          <p:nvPr>
            <p:custDataLst>
              <p:tags r:id="rId20"/>
            </p:custDataLst>
          </p:nvPr>
        </p:nvGrpSpPr>
        <p:grpSpPr>
          <a:xfrm rot="20199514">
            <a:off x="7776695" y="1784847"/>
            <a:ext cx="597632" cy="368300"/>
            <a:chOff x="1813389" y="509117"/>
            <a:chExt cx="798815" cy="492282"/>
          </a:xfrm>
        </p:grpSpPr>
        <p:cxnSp>
          <p:nvCxnSpPr>
            <p:cNvPr id="61" name="直线箭头连接符 34"/>
            <p:cNvCxnSpPr/>
            <p:nvPr>
              <p:custDataLst>
                <p:tags r:id="rId41"/>
              </p:custDataLst>
            </p:nvPr>
          </p:nvCxnSpPr>
          <p:spPr>
            <a:xfrm flipH="1" flipV="1">
              <a:off x="1947486" y="955105"/>
              <a:ext cx="664718" cy="0"/>
            </a:xfrm>
            <a:prstGeom prst="straightConnector1">
              <a:avLst/>
            </a:prstGeom>
            <a:ln w="1905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文本框 61"/>
                <p:cNvSpPr txBox="1"/>
                <p:nvPr>
                  <p:custDataLst>
                    <p:tags r:id="rId42"/>
                  </p:custDataLst>
                </p:nvPr>
              </p:nvSpPr>
              <p:spPr>
                <a:xfrm rot="1400486">
                  <a:off x="1813389" y="509117"/>
                  <a:ext cx="329787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86" name="文本框 6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93"/>
                  </p:custDataLst>
                </p:nvPr>
              </p:nvSpPr>
              <p:spPr>
                <a:xfrm rot="1400486">
                  <a:off x="1813389" y="509117"/>
                  <a:ext cx="329787" cy="492282"/>
                </a:xfrm>
                <a:prstGeom prst="rect">
                  <a:avLst/>
                </a:prstGeom>
                <a:blipFill rotWithShape="1">
                  <a:blip r:embed="rId8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组合 62"/>
          <p:cNvGrpSpPr/>
          <p:nvPr>
            <p:custDataLst>
              <p:tags r:id="rId21"/>
            </p:custDataLst>
          </p:nvPr>
        </p:nvGrpSpPr>
        <p:grpSpPr>
          <a:xfrm>
            <a:off x="7563898" y="2778457"/>
            <a:ext cx="484854" cy="938741"/>
            <a:chOff x="5403129" y="1628800"/>
            <a:chExt cx="648072" cy="1254753"/>
          </a:xfrm>
        </p:grpSpPr>
        <p:grpSp>
          <p:nvGrpSpPr>
            <p:cNvPr id="64" name="组合 63"/>
            <p:cNvGrpSpPr/>
            <p:nvPr>
              <p:custDataLst>
                <p:tags r:id="rId37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66" name="直线箭头连接符 39"/>
              <p:cNvCxnSpPr/>
              <p:nvPr>
                <p:custDataLst>
                  <p:tags r:id="rId39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文本框 66"/>
                  <p:cNvSpPr txBox="1"/>
                  <p:nvPr>
                    <p:custDataLst>
                      <p:tags r:id="rId40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67" name="文本框 6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4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8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5" name="椭圆 64"/>
            <p:cNvSpPr/>
            <p:nvPr>
              <p:custDataLst>
                <p:tags r:id="rId38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8" name="组合 67"/>
          <p:cNvGrpSpPr/>
          <p:nvPr>
            <p:custDataLst>
              <p:tags r:id="rId22"/>
            </p:custDataLst>
          </p:nvPr>
        </p:nvGrpSpPr>
        <p:grpSpPr>
          <a:xfrm rot="20514054">
            <a:off x="7123960" y="1868550"/>
            <a:ext cx="484854" cy="1040214"/>
            <a:chOff x="7536160" y="462823"/>
            <a:chExt cx="648072" cy="1390385"/>
          </a:xfrm>
        </p:grpSpPr>
        <p:grpSp>
          <p:nvGrpSpPr>
            <p:cNvPr id="69" name="组合 68"/>
            <p:cNvGrpSpPr/>
            <p:nvPr>
              <p:custDataLst>
                <p:tags r:id="rId33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71" name="直线箭头连接符 44"/>
              <p:cNvCxnSpPr/>
              <p:nvPr>
                <p:custDataLst>
                  <p:tags r:id="rId35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文本框 71"/>
                  <p:cNvSpPr txBox="1"/>
                  <p:nvPr>
                    <p:custDataLst>
                      <p:tags r:id="rId36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72" name="文本框 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5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0" name="椭圆 69"/>
            <p:cNvSpPr/>
            <p:nvPr>
              <p:custDataLst>
                <p:tags r:id="rId34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3" name="组合 72"/>
          <p:cNvGrpSpPr/>
          <p:nvPr>
            <p:custDataLst>
              <p:tags r:id="rId23"/>
            </p:custDataLst>
          </p:nvPr>
        </p:nvGrpSpPr>
        <p:grpSpPr>
          <a:xfrm rot="4003576">
            <a:off x="7708430" y="2169575"/>
            <a:ext cx="466648" cy="724889"/>
            <a:chOff x="7564190" y="884297"/>
            <a:chExt cx="623738" cy="968911"/>
          </a:xfrm>
        </p:grpSpPr>
        <p:grpSp>
          <p:nvGrpSpPr>
            <p:cNvPr id="74" name="组合 73"/>
            <p:cNvGrpSpPr/>
            <p:nvPr>
              <p:custDataLst>
                <p:tags r:id="rId29"/>
              </p:custDataLst>
            </p:nvPr>
          </p:nvGrpSpPr>
          <p:grpSpPr>
            <a:xfrm rot="10800000">
              <a:off x="7564190" y="884297"/>
              <a:ext cx="623738" cy="875573"/>
              <a:chOff x="5488375" y="1722138"/>
              <a:chExt cx="623738" cy="875573"/>
            </a:xfrm>
          </p:grpSpPr>
          <p:cxnSp>
            <p:nvCxnSpPr>
              <p:cNvPr id="76" name="直线箭头连接符 49"/>
              <p:cNvCxnSpPr/>
              <p:nvPr>
                <p:custDataLst>
                  <p:tags r:id="rId31"/>
                </p:custDataLst>
              </p:nvPr>
            </p:nvCxnSpPr>
            <p:spPr>
              <a:xfrm rot="6796424" flipV="1">
                <a:off x="5351154" y="1859358"/>
                <a:ext cx="481582" cy="207141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文本框 76"/>
                  <p:cNvSpPr txBox="1"/>
                  <p:nvPr>
                    <p:custDataLst>
                      <p:tags r:id="rId32"/>
                    </p:custDataLst>
                  </p:nvPr>
                </p:nvSpPr>
                <p:spPr>
                  <a:xfrm rot="6796424">
                    <a:off x="5552545" y="2038143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89" name="文本框 7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7"/>
                    </p:custDataLst>
                  </p:nvPr>
                </p:nvSpPr>
                <p:spPr>
                  <a:xfrm rot="6796424">
                    <a:off x="5552545" y="2038143"/>
                    <a:ext cx="648072" cy="471063"/>
                  </a:xfrm>
                  <a:prstGeom prst="rect">
                    <a:avLst/>
                  </a:prstGeom>
                  <a:blipFill rotWithShape="1">
                    <a:blip r:embed="rId9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5" name="椭圆 74"/>
            <p:cNvSpPr/>
            <p:nvPr>
              <p:custDataLst>
                <p:tags r:id="rId30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8" name="文本框 77"/>
          <p:cNvSpPr txBox="1"/>
          <p:nvPr>
            <p:custDataLst>
              <p:tags r:id="rId24"/>
            </p:custDataLst>
          </p:nvPr>
        </p:nvSpPr>
        <p:spPr>
          <a:xfrm>
            <a:off x="6414770" y="3802380"/>
            <a:ext cx="255651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000" b="1">
                <a:solidFill>
                  <a:schemeClr val="dk1"/>
                </a:solidFill>
                <a:latin typeface="楷体" panose="02010609060101010101" charset="-122"/>
                <a:ea typeface="楷体" panose="02010609060101010101" charset="-122"/>
              </a:rPr>
              <a:t>物体随倾斜传送带一起匀速斜向下运动</a:t>
            </a:r>
          </a:p>
        </p:txBody>
      </p:sp>
      <p:sp>
        <p:nvSpPr>
          <p:cNvPr id="8" name="Rectangle 14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217170" y="841375"/>
            <a:ext cx="5262880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、单个物体（可看作质点）在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传送带上</a:t>
            </a:r>
            <a:endParaRPr kumimoji="0" lang="zh-CN" altLang="en-US" sz="2095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26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圆角矩形 14">
            <a:hlinkClick r:id="" action="ppaction://noaction"/>
          </p:cNvPr>
          <p:cNvSpPr/>
          <p:nvPr>
            <p:custDataLst>
              <p:tags r:id="rId27"/>
            </p:custDataLst>
          </p:nvPr>
        </p:nvSpPr>
        <p:spPr>
          <a:xfrm>
            <a:off x="0" y="22860"/>
            <a:ext cx="207708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21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62230" y="125095"/>
            <a:ext cx="208089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四、实例分析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 rot="5400000">
            <a:off x="286744" y="2579775"/>
            <a:ext cx="1176717" cy="489565"/>
            <a:chOff x="2382689" y="3821895"/>
            <a:chExt cx="1572840" cy="654369"/>
          </a:xfrm>
        </p:grpSpPr>
        <p:cxnSp>
          <p:nvCxnSpPr>
            <p:cNvPr id="5" name="直线连接符 4"/>
            <p:cNvCxnSpPr/>
            <p:nvPr>
              <p:custDataLst>
                <p:tags r:id="rId100"/>
              </p:custDataLst>
            </p:nvPr>
          </p:nvCxnSpPr>
          <p:spPr>
            <a:xfrm rot="17566012">
              <a:off x="2835107" y="3369477"/>
              <a:ext cx="654369" cy="1559206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5"/>
            <p:cNvCxnSpPr/>
            <p:nvPr>
              <p:custDataLst>
                <p:tags r:id="rId101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>
              <p:custDataLst>
                <p:tags r:id="rId102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>
              <p:custDataLst>
                <p:tags r:id="rId103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>
              <p:custDataLst>
                <p:tags r:id="rId104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>
              <p:custDataLst>
                <p:tags r:id="rId105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883162" y="2559926"/>
            <a:ext cx="439843" cy="529265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 rot="5400000">
            <a:off x="1492322" y="2612305"/>
            <a:ext cx="368300" cy="754217"/>
            <a:chOff x="5565005" y="1700808"/>
            <a:chExt cx="492282" cy="1008112"/>
          </a:xfrm>
        </p:grpSpPr>
        <p:cxnSp>
          <p:nvCxnSpPr>
            <p:cNvPr id="13" name="直线箭头连接符 12"/>
            <p:cNvCxnSpPr/>
            <p:nvPr>
              <p:custDataLst>
                <p:tags r:id="rId98"/>
              </p:custDataLst>
            </p:nvPr>
          </p:nvCxnSpPr>
          <p:spPr>
            <a:xfrm flipH="1">
              <a:off x="5591944" y="1700808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文本框 13"/>
                <p:cNvSpPr txBox="1"/>
                <p:nvPr>
                  <p:custDataLst>
                    <p:tags r:id="rId99"/>
                  </p:custDataLst>
                </p:nvPr>
              </p:nvSpPr>
              <p:spPr>
                <a:xfrm rot="16200000">
                  <a:off x="5487110" y="2129280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16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07"/>
                  </p:custDataLst>
                </p:nvPr>
              </p:nvSpPr>
              <p:spPr>
                <a:xfrm rot="16200000">
                  <a:off x="5487110" y="2129280"/>
                  <a:ext cx="648072" cy="492282"/>
                </a:xfrm>
                <a:prstGeom prst="rect">
                  <a:avLst/>
                </a:prstGeom>
                <a:blipFill rotWithShape="1">
                  <a:blip r:embed="rId10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组合 14"/>
          <p:cNvGrpSpPr/>
          <p:nvPr>
            <p:custDataLst>
              <p:tags r:id="rId5"/>
            </p:custDataLst>
          </p:nvPr>
        </p:nvGrpSpPr>
        <p:grpSpPr>
          <a:xfrm>
            <a:off x="982624" y="2809752"/>
            <a:ext cx="484854" cy="938741"/>
            <a:chOff x="5403129" y="1628800"/>
            <a:chExt cx="648072" cy="1254753"/>
          </a:xfrm>
        </p:grpSpPr>
        <p:grpSp>
          <p:nvGrpSpPr>
            <p:cNvPr id="16" name="组合 15"/>
            <p:cNvGrpSpPr/>
            <p:nvPr>
              <p:custDataLst>
                <p:tags r:id="rId94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18" name="直线箭头连接符 17"/>
              <p:cNvCxnSpPr/>
              <p:nvPr>
                <p:custDataLst>
                  <p:tags r:id="rId96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文本框 18"/>
                  <p:cNvSpPr txBox="1"/>
                  <p:nvPr>
                    <p:custDataLst>
                      <p:tags r:id="rId97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17" name="文本框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9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7" name="椭圆 16"/>
            <p:cNvSpPr/>
            <p:nvPr>
              <p:custDataLst>
                <p:tags r:id="rId95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6"/>
            </p:custDataLst>
          </p:nvPr>
        </p:nvGrpSpPr>
        <p:grpSpPr>
          <a:xfrm rot="5400000">
            <a:off x="1360435" y="2134326"/>
            <a:ext cx="455122" cy="1038170"/>
            <a:chOff x="7563242" y="433743"/>
            <a:chExt cx="608331" cy="1387653"/>
          </a:xfrm>
        </p:grpSpPr>
        <p:grpSp>
          <p:nvGrpSpPr>
            <p:cNvPr id="21" name="组合 20"/>
            <p:cNvGrpSpPr/>
            <p:nvPr>
              <p:custDataLst>
                <p:tags r:id="rId90"/>
              </p:custDataLst>
            </p:nvPr>
          </p:nvGrpSpPr>
          <p:grpSpPr>
            <a:xfrm rot="10800000">
              <a:off x="7563242" y="433743"/>
              <a:ext cx="553389" cy="1347456"/>
              <a:chOff x="5559672" y="1700809"/>
              <a:chExt cx="553389" cy="1347456"/>
            </a:xfrm>
          </p:grpSpPr>
          <p:cxnSp>
            <p:nvCxnSpPr>
              <p:cNvPr id="23" name="直线箭头连接符 22"/>
              <p:cNvCxnSpPr/>
              <p:nvPr>
                <p:custDataLst>
                  <p:tags r:id="rId92"/>
                </p:custDataLst>
              </p:nvPr>
            </p:nvCxnSpPr>
            <p:spPr>
              <a:xfrm flipH="1">
                <a:off x="5559672" y="1700809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23"/>
                  <p:cNvSpPr txBox="1"/>
                  <p:nvPr>
                    <p:custDataLst>
                      <p:tags r:id="rId93"/>
                    </p:custDataLst>
                  </p:nvPr>
                </p:nvSpPr>
                <p:spPr>
                  <a:xfrm rot="5400000">
                    <a:off x="5542884" y="2478088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18" name="文本框 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1"/>
                    </p:custDataLst>
                  </p:nvPr>
                </p:nvSpPr>
                <p:spPr>
                  <a:xfrm rot="5400000">
                    <a:off x="5542884" y="2478088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2" name="椭圆 21"/>
            <p:cNvSpPr/>
            <p:nvPr>
              <p:custDataLst>
                <p:tags r:id="rId91"/>
              </p:custDataLst>
            </p:nvPr>
          </p:nvSpPr>
          <p:spPr>
            <a:xfrm>
              <a:off x="8099565" y="1749388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7"/>
            </p:custDataLst>
          </p:nvPr>
        </p:nvGrpSpPr>
        <p:grpSpPr>
          <a:xfrm>
            <a:off x="692088" y="1852839"/>
            <a:ext cx="484854" cy="1002177"/>
            <a:chOff x="7536160" y="513665"/>
            <a:chExt cx="648072" cy="1339543"/>
          </a:xfrm>
        </p:grpSpPr>
        <p:grpSp>
          <p:nvGrpSpPr>
            <p:cNvPr id="26" name="组合 25"/>
            <p:cNvGrpSpPr/>
            <p:nvPr>
              <p:custDataLst>
                <p:tags r:id="rId86"/>
              </p:custDataLst>
            </p:nvPr>
          </p:nvGrpSpPr>
          <p:grpSpPr>
            <a:xfrm rot="10800000">
              <a:off x="7536160" y="513665"/>
              <a:ext cx="648072" cy="1267535"/>
              <a:chOff x="5492071" y="1700808"/>
              <a:chExt cx="648072" cy="1267535"/>
            </a:xfrm>
          </p:grpSpPr>
          <p:cxnSp>
            <p:nvCxnSpPr>
              <p:cNvPr id="28" name="直线箭头连接符 27"/>
              <p:cNvCxnSpPr/>
              <p:nvPr>
                <p:custDataLst>
                  <p:tags r:id="rId88"/>
                </p:custDataLst>
              </p:nvPr>
            </p:nvCxnSpPr>
            <p:spPr>
              <a:xfrm flipH="1">
                <a:off x="5602129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9" name="文本框 28"/>
                  <p:cNvSpPr txBox="1"/>
                  <p:nvPr>
                    <p:custDataLst>
                      <p:tags r:id="rId89"/>
                    </p:custDataLst>
                  </p:nvPr>
                </p:nvSpPr>
                <p:spPr>
                  <a:xfrm rot="10800000">
                    <a:off x="5492071" y="2497280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19" name="文本框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3"/>
                    </p:custDataLst>
                  </p:nvPr>
                </p:nvSpPr>
                <p:spPr>
                  <a:xfrm rot="10800000">
                    <a:off x="5492071" y="2497280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" name="椭圆 26"/>
            <p:cNvSpPr/>
            <p:nvPr>
              <p:custDataLst>
                <p:tags r:id="rId87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8"/>
            </p:custDataLst>
          </p:nvPr>
        </p:nvGrpSpPr>
        <p:grpSpPr>
          <a:xfrm rot="5400000">
            <a:off x="2369018" y="2580636"/>
            <a:ext cx="1176717" cy="489565"/>
            <a:chOff x="2382689" y="3821895"/>
            <a:chExt cx="1572840" cy="654369"/>
          </a:xfrm>
        </p:grpSpPr>
        <p:cxnSp>
          <p:nvCxnSpPr>
            <p:cNvPr id="31" name="直线连接符 30"/>
            <p:cNvCxnSpPr/>
            <p:nvPr>
              <p:custDataLst>
                <p:tags r:id="rId80"/>
              </p:custDataLst>
            </p:nvPr>
          </p:nvCxnSpPr>
          <p:spPr>
            <a:xfrm rot="17566012">
              <a:off x="2835107" y="3369477"/>
              <a:ext cx="654369" cy="1559206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线连接符 31"/>
            <p:cNvCxnSpPr/>
            <p:nvPr>
              <p:custDataLst>
                <p:tags r:id="rId81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线连接符 32"/>
            <p:cNvCxnSpPr/>
            <p:nvPr>
              <p:custDataLst>
                <p:tags r:id="rId82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线连接符 33"/>
            <p:cNvCxnSpPr/>
            <p:nvPr>
              <p:custDataLst>
                <p:tags r:id="rId83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线连接符 34"/>
            <p:cNvCxnSpPr/>
            <p:nvPr>
              <p:custDataLst>
                <p:tags r:id="rId84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线连接符 35"/>
            <p:cNvCxnSpPr/>
            <p:nvPr>
              <p:custDataLst>
                <p:tags r:id="rId85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7" name="矩形 36"/>
          <p:cNvSpPr/>
          <p:nvPr>
            <p:custDataLst>
              <p:tags r:id="rId9"/>
            </p:custDataLst>
          </p:nvPr>
        </p:nvSpPr>
        <p:spPr>
          <a:xfrm>
            <a:off x="2950196" y="2560787"/>
            <a:ext cx="439843" cy="52926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38" name="组合 37"/>
          <p:cNvGrpSpPr/>
          <p:nvPr>
            <p:custDataLst>
              <p:tags r:id="rId10"/>
            </p:custDataLst>
          </p:nvPr>
        </p:nvGrpSpPr>
        <p:grpSpPr>
          <a:xfrm rot="8585819">
            <a:off x="3234100" y="3037999"/>
            <a:ext cx="484854" cy="811240"/>
            <a:chOff x="5447152" y="1700808"/>
            <a:chExt cx="648072" cy="1084331"/>
          </a:xfrm>
        </p:grpSpPr>
        <p:cxnSp>
          <p:nvCxnSpPr>
            <p:cNvPr id="39" name="直线箭头连接符 38"/>
            <p:cNvCxnSpPr/>
            <p:nvPr>
              <p:custDataLst>
                <p:tags r:id="rId78"/>
              </p:custDataLst>
            </p:nvPr>
          </p:nvCxnSpPr>
          <p:spPr>
            <a:xfrm flipH="1">
              <a:off x="5591944" y="1700808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0" name="文本框 39"/>
                <p:cNvSpPr txBox="1"/>
                <p:nvPr>
                  <p:custDataLst>
                    <p:tags r:id="rId79"/>
                  </p:custDataLst>
                </p:nvPr>
              </p:nvSpPr>
              <p:spPr>
                <a:xfrm rot="13014181">
                  <a:off x="5447152" y="2292857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20" name="文本框 39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15"/>
                  </p:custDataLst>
                </p:nvPr>
              </p:nvSpPr>
              <p:spPr>
                <a:xfrm rot="13014181">
                  <a:off x="5447152" y="2292857"/>
                  <a:ext cx="648072" cy="492282"/>
                </a:xfrm>
                <a:prstGeom prst="rect">
                  <a:avLst/>
                </a:prstGeom>
                <a:blipFill rotWithShape="1">
                  <a:blip r:embed="rId10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组合 40"/>
          <p:cNvGrpSpPr/>
          <p:nvPr>
            <p:custDataLst>
              <p:tags r:id="rId11"/>
            </p:custDataLst>
          </p:nvPr>
        </p:nvGrpSpPr>
        <p:grpSpPr>
          <a:xfrm>
            <a:off x="3064141" y="2833018"/>
            <a:ext cx="484854" cy="938741"/>
            <a:chOff x="5403129" y="1628800"/>
            <a:chExt cx="648072" cy="1254753"/>
          </a:xfrm>
        </p:grpSpPr>
        <p:grpSp>
          <p:nvGrpSpPr>
            <p:cNvPr id="42" name="组合 41"/>
            <p:cNvGrpSpPr/>
            <p:nvPr>
              <p:custDataLst>
                <p:tags r:id="rId74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44" name="直线箭头连接符 43"/>
              <p:cNvCxnSpPr/>
              <p:nvPr>
                <p:custDataLst>
                  <p:tags r:id="rId76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本框 44"/>
                  <p:cNvSpPr txBox="1"/>
                  <p:nvPr>
                    <p:custDataLst>
                      <p:tags r:id="rId77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1" name="文本框 4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6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3" name="椭圆 42"/>
            <p:cNvSpPr/>
            <p:nvPr>
              <p:custDataLst>
                <p:tags r:id="rId75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6" name="文本框 45"/>
          <p:cNvSpPr txBox="1"/>
          <p:nvPr>
            <p:custDataLst>
              <p:tags r:id="rId12"/>
            </p:custDataLst>
          </p:nvPr>
        </p:nvSpPr>
        <p:spPr>
          <a:xfrm>
            <a:off x="2125876" y="3899896"/>
            <a:ext cx="215905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墙壁光滑</a:t>
            </a:r>
          </a:p>
        </p:txBody>
      </p: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 rot="5400000">
            <a:off x="3324214" y="2302407"/>
            <a:ext cx="405630" cy="774158"/>
            <a:chOff x="7629394" y="786630"/>
            <a:chExt cx="542179" cy="1034766"/>
          </a:xfrm>
        </p:grpSpPr>
        <p:grpSp>
          <p:nvGrpSpPr>
            <p:cNvPr id="48" name="组合 47"/>
            <p:cNvGrpSpPr/>
            <p:nvPr>
              <p:custDataLst>
                <p:tags r:id="rId70"/>
              </p:custDataLst>
            </p:nvPr>
          </p:nvGrpSpPr>
          <p:grpSpPr>
            <a:xfrm rot="10800000">
              <a:off x="7629394" y="786630"/>
              <a:ext cx="492282" cy="994569"/>
              <a:chOff x="5554627" y="1700809"/>
              <a:chExt cx="492282" cy="994569"/>
            </a:xfrm>
          </p:grpSpPr>
          <p:cxnSp>
            <p:nvCxnSpPr>
              <p:cNvPr id="50" name="直线箭头连接符 49"/>
              <p:cNvCxnSpPr/>
              <p:nvPr>
                <p:custDataLst>
                  <p:tags r:id="rId72"/>
                </p:custDataLst>
              </p:nvPr>
            </p:nvCxnSpPr>
            <p:spPr>
              <a:xfrm rot="5400000">
                <a:off x="5217634" y="2042847"/>
                <a:ext cx="684076" cy="0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2" name="文本框 50"/>
                  <p:cNvSpPr txBox="1"/>
                  <p:nvPr>
                    <p:custDataLst>
                      <p:tags r:id="rId73"/>
                    </p:custDataLst>
                  </p:nvPr>
                </p:nvSpPr>
                <p:spPr>
                  <a:xfrm rot="5400000">
                    <a:off x="5476732" y="2125201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2" name="文本框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7"/>
                    </p:custDataLst>
                  </p:nvPr>
                </p:nvSpPr>
                <p:spPr>
                  <a:xfrm rot="5400000">
                    <a:off x="5476732" y="2125201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9" name="椭圆 48"/>
            <p:cNvSpPr/>
            <p:nvPr>
              <p:custDataLst>
                <p:tags r:id="rId71"/>
              </p:custDataLst>
            </p:nvPr>
          </p:nvSpPr>
          <p:spPr>
            <a:xfrm>
              <a:off x="8099565" y="1749388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2" name="组合 51"/>
          <p:cNvGrpSpPr/>
          <p:nvPr>
            <p:custDataLst>
              <p:tags r:id="rId14"/>
            </p:custDataLst>
          </p:nvPr>
        </p:nvGrpSpPr>
        <p:grpSpPr>
          <a:xfrm rot="5400000">
            <a:off x="4573086" y="2642108"/>
            <a:ext cx="1176717" cy="489565"/>
            <a:chOff x="2382689" y="3821895"/>
            <a:chExt cx="1572840" cy="654369"/>
          </a:xfrm>
        </p:grpSpPr>
        <p:cxnSp>
          <p:nvCxnSpPr>
            <p:cNvPr id="53" name="直线连接符 52"/>
            <p:cNvCxnSpPr/>
            <p:nvPr>
              <p:custDataLst>
                <p:tags r:id="rId64"/>
              </p:custDataLst>
            </p:nvPr>
          </p:nvCxnSpPr>
          <p:spPr>
            <a:xfrm rot="17566012">
              <a:off x="2835107" y="3369477"/>
              <a:ext cx="654369" cy="1559206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线连接符 53"/>
            <p:cNvCxnSpPr/>
            <p:nvPr>
              <p:custDataLst>
                <p:tags r:id="rId65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线连接符 54"/>
            <p:cNvCxnSpPr/>
            <p:nvPr>
              <p:custDataLst>
                <p:tags r:id="rId66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线连接符 55"/>
            <p:cNvCxnSpPr/>
            <p:nvPr>
              <p:custDataLst>
                <p:tags r:id="rId67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线连接符 56"/>
            <p:cNvCxnSpPr/>
            <p:nvPr>
              <p:custDataLst>
                <p:tags r:id="rId68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线连接符 57"/>
            <p:cNvCxnSpPr/>
            <p:nvPr>
              <p:custDataLst>
                <p:tags r:id="rId69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9" name="矩形 58"/>
          <p:cNvSpPr/>
          <p:nvPr>
            <p:custDataLst>
              <p:tags r:id="rId15"/>
            </p:custDataLst>
          </p:nvPr>
        </p:nvSpPr>
        <p:spPr>
          <a:xfrm>
            <a:off x="5161884" y="2568919"/>
            <a:ext cx="439843" cy="529265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60" name="组合 59"/>
          <p:cNvGrpSpPr/>
          <p:nvPr>
            <p:custDataLst>
              <p:tags r:id="rId16"/>
            </p:custDataLst>
          </p:nvPr>
        </p:nvGrpSpPr>
        <p:grpSpPr>
          <a:xfrm rot="2262496">
            <a:off x="5500683" y="1892190"/>
            <a:ext cx="484854" cy="781472"/>
            <a:chOff x="5132409" y="1700808"/>
            <a:chExt cx="648072" cy="1044542"/>
          </a:xfrm>
        </p:grpSpPr>
        <p:cxnSp>
          <p:nvCxnSpPr>
            <p:cNvPr id="61" name="直线箭头连接符 60"/>
            <p:cNvCxnSpPr/>
            <p:nvPr>
              <p:custDataLst>
                <p:tags r:id="rId62"/>
              </p:custDataLst>
            </p:nvPr>
          </p:nvCxnSpPr>
          <p:spPr>
            <a:xfrm flipH="1">
              <a:off x="5591944" y="1700808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3" name="文本框 61"/>
                <p:cNvSpPr txBox="1"/>
                <p:nvPr>
                  <p:custDataLst>
                    <p:tags r:id="rId63"/>
                  </p:custDataLst>
                </p:nvPr>
              </p:nvSpPr>
              <p:spPr>
                <a:xfrm rot="19337504">
                  <a:off x="5132409" y="2253068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23" name="文本框 6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19"/>
                  </p:custDataLst>
                </p:nvPr>
              </p:nvSpPr>
              <p:spPr>
                <a:xfrm rot="19337504">
                  <a:off x="5132409" y="2253068"/>
                  <a:ext cx="648072" cy="492282"/>
                </a:xfrm>
                <a:prstGeom prst="rect">
                  <a:avLst/>
                </a:prstGeom>
                <a:blipFill rotWithShape="1">
                  <a:blip r:embed="rId10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组合 62"/>
          <p:cNvGrpSpPr/>
          <p:nvPr>
            <p:custDataLst>
              <p:tags r:id="rId17"/>
            </p:custDataLst>
          </p:nvPr>
        </p:nvGrpSpPr>
        <p:grpSpPr>
          <a:xfrm>
            <a:off x="5271680" y="2865365"/>
            <a:ext cx="484854" cy="938741"/>
            <a:chOff x="5403129" y="1628800"/>
            <a:chExt cx="648072" cy="1254753"/>
          </a:xfrm>
        </p:grpSpPr>
        <p:grpSp>
          <p:nvGrpSpPr>
            <p:cNvPr id="64" name="组合 63"/>
            <p:cNvGrpSpPr/>
            <p:nvPr>
              <p:custDataLst>
                <p:tags r:id="rId58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66" name="直线箭头连接符 65"/>
              <p:cNvCxnSpPr/>
              <p:nvPr>
                <p:custDataLst>
                  <p:tags r:id="rId60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文本框 66"/>
                  <p:cNvSpPr txBox="1"/>
                  <p:nvPr>
                    <p:custDataLst>
                      <p:tags r:id="rId61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4" name="文本框 6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0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5" name="椭圆 64"/>
            <p:cNvSpPr/>
            <p:nvPr>
              <p:custDataLst>
                <p:tags r:id="rId59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8" name="组合 67"/>
          <p:cNvGrpSpPr/>
          <p:nvPr>
            <p:custDataLst>
              <p:tags r:id="rId18"/>
            </p:custDataLst>
          </p:nvPr>
        </p:nvGrpSpPr>
        <p:grpSpPr>
          <a:xfrm rot="5400000">
            <a:off x="5544458" y="2328842"/>
            <a:ext cx="397082" cy="773059"/>
            <a:chOff x="7640820" y="788099"/>
            <a:chExt cx="530753" cy="1033297"/>
          </a:xfrm>
        </p:grpSpPr>
        <p:grpSp>
          <p:nvGrpSpPr>
            <p:cNvPr id="69" name="组合 68"/>
            <p:cNvGrpSpPr/>
            <p:nvPr>
              <p:custDataLst>
                <p:tags r:id="rId54"/>
              </p:custDataLst>
            </p:nvPr>
          </p:nvGrpSpPr>
          <p:grpSpPr>
            <a:xfrm rot="10800000">
              <a:off x="7640820" y="788099"/>
              <a:ext cx="492282" cy="993099"/>
              <a:chOff x="5543201" y="1700810"/>
              <a:chExt cx="492282" cy="993099"/>
            </a:xfrm>
          </p:grpSpPr>
          <p:cxnSp>
            <p:nvCxnSpPr>
              <p:cNvPr id="71" name="直线箭头连接符 70"/>
              <p:cNvCxnSpPr/>
              <p:nvPr>
                <p:custDataLst>
                  <p:tags r:id="rId56"/>
                </p:custDataLst>
              </p:nvPr>
            </p:nvCxnSpPr>
            <p:spPr>
              <a:xfrm rot="5400000">
                <a:off x="5239120" y="2021363"/>
                <a:ext cx="641106" cy="0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文本框 71"/>
                  <p:cNvSpPr txBox="1"/>
                  <p:nvPr>
                    <p:custDataLst>
                      <p:tags r:id="rId57"/>
                    </p:custDataLst>
                  </p:nvPr>
                </p:nvSpPr>
                <p:spPr>
                  <a:xfrm rot="5400000">
                    <a:off x="5465306" y="2123732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5" name="文本框 7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1"/>
                    </p:custDataLst>
                  </p:nvPr>
                </p:nvSpPr>
                <p:spPr>
                  <a:xfrm rot="5400000">
                    <a:off x="5465306" y="2123732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0" name="椭圆 69"/>
            <p:cNvSpPr/>
            <p:nvPr>
              <p:custDataLst>
                <p:tags r:id="rId55"/>
              </p:custDataLst>
            </p:nvPr>
          </p:nvSpPr>
          <p:spPr>
            <a:xfrm>
              <a:off x="8099565" y="1749388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3" name="组合 72"/>
          <p:cNvGrpSpPr/>
          <p:nvPr>
            <p:custDataLst>
              <p:tags r:id="rId19"/>
            </p:custDataLst>
          </p:nvPr>
        </p:nvGrpSpPr>
        <p:grpSpPr>
          <a:xfrm>
            <a:off x="4972467" y="1904292"/>
            <a:ext cx="484854" cy="1002177"/>
            <a:chOff x="7536160" y="513665"/>
            <a:chExt cx="648072" cy="1339543"/>
          </a:xfrm>
        </p:grpSpPr>
        <p:grpSp>
          <p:nvGrpSpPr>
            <p:cNvPr id="74" name="组合 73"/>
            <p:cNvGrpSpPr/>
            <p:nvPr>
              <p:custDataLst>
                <p:tags r:id="rId50"/>
              </p:custDataLst>
            </p:nvPr>
          </p:nvGrpSpPr>
          <p:grpSpPr>
            <a:xfrm rot="10800000">
              <a:off x="7536160" y="513665"/>
              <a:ext cx="648072" cy="1267535"/>
              <a:chOff x="5492071" y="1700808"/>
              <a:chExt cx="648072" cy="1267535"/>
            </a:xfrm>
          </p:grpSpPr>
          <p:cxnSp>
            <p:nvCxnSpPr>
              <p:cNvPr id="76" name="直线箭头连接符 75"/>
              <p:cNvCxnSpPr/>
              <p:nvPr>
                <p:custDataLst>
                  <p:tags r:id="rId52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文本框 76"/>
                  <p:cNvSpPr txBox="1"/>
                  <p:nvPr>
                    <p:custDataLst>
                      <p:tags r:id="rId53"/>
                    </p:custDataLst>
                  </p:nvPr>
                </p:nvSpPr>
                <p:spPr>
                  <a:xfrm rot="10800000">
                    <a:off x="5492071" y="2497280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6" name="文本框 7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2"/>
                    </p:custDataLst>
                  </p:nvPr>
                </p:nvSpPr>
                <p:spPr>
                  <a:xfrm rot="10800000">
                    <a:off x="5492071" y="2497280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5" name="椭圆 74"/>
            <p:cNvSpPr/>
            <p:nvPr>
              <p:custDataLst>
                <p:tags r:id="rId51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8" name="文本框 77"/>
          <p:cNvSpPr txBox="1"/>
          <p:nvPr>
            <p:custDataLst>
              <p:tags r:id="rId20"/>
            </p:custDataLst>
          </p:nvPr>
        </p:nvSpPr>
        <p:spPr>
          <a:xfrm>
            <a:off x="4330816" y="3918174"/>
            <a:ext cx="215905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墙壁粗糙</a:t>
            </a:r>
          </a:p>
        </p:txBody>
      </p:sp>
      <p:grpSp>
        <p:nvGrpSpPr>
          <p:cNvPr id="79" name="组合 78"/>
          <p:cNvGrpSpPr/>
          <p:nvPr>
            <p:custDataLst>
              <p:tags r:id="rId21"/>
            </p:custDataLst>
          </p:nvPr>
        </p:nvGrpSpPr>
        <p:grpSpPr>
          <a:xfrm rot="5400000">
            <a:off x="6839639" y="2602666"/>
            <a:ext cx="1176717" cy="489565"/>
            <a:chOff x="2382689" y="3821895"/>
            <a:chExt cx="1572840" cy="654369"/>
          </a:xfrm>
        </p:grpSpPr>
        <p:cxnSp>
          <p:nvCxnSpPr>
            <p:cNvPr id="80" name="直线连接符 79"/>
            <p:cNvCxnSpPr/>
            <p:nvPr>
              <p:custDataLst>
                <p:tags r:id="rId44"/>
              </p:custDataLst>
            </p:nvPr>
          </p:nvCxnSpPr>
          <p:spPr>
            <a:xfrm rot="17566012">
              <a:off x="2835107" y="3369477"/>
              <a:ext cx="654369" cy="1559206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直线连接符 80"/>
            <p:cNvCxnSpPr/>
            <p:nvPr>
              <p:custDataLst>
                <p:tags r:id="rId45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直线连接符 81"/>
            <p:cNvCxnSpPr/>
            <p:nvPr>
              <p:custDataLst>
                <p:tags r:id="rId46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直线连接符 82"/>
            <p:cNvCxnSpPr/>
            <p:nvPr>
              <p:custDataLst>
                <p:tags r:id="rId47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直线连接符 83"/>
            <p:cNvCxnSpPr/>
            <p:nvPr>
              <p:custDataLst>
                <p:tags r:id="rId48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直线连接符 84"/>
            <p:cNvCxnSpPr/>
            <p:nvPr>
              <p:custDataLst>
                <p:tags r:id="rId49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6" name="椭圆 85"/>
          <p:cNvSpPr/>
          <p:nvPr>
            <p:custDataLst>
              <p:tags r:id="rId22"/>
            </p:custDataLst>
          </p:nvPr>
        </p:nvSpPr>
        <p:spPr>
          <a:xfrm>
            <a:off x="7436314" y="2874760"/>
            <a:ext cx="549810" cy="549810"/>
          </a:xfrm>
          <a:prstGeom prst="ellipse">
            <a:avLst/>
          </a:prstGeom>
          <a:solidFill>
            <a:srgbClr val="00B0F0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cxnSp>
        <p:nvCxnSpPr>
          <p:cNvPr id="88" name="直线连接符 87"/>
          <p:cNvCxnSpPr/>
          <p:nvPr>
            <p:custDataLst>
              <p:tags r:id="rId23"/>
            </p:custDataLst>
          </p:nvPr>
        </p:nvCxnSpPr>
        <p:spPr>
          <a:xfrm>
            <a:off x="7436314" y="2254244"/>
            <a:ext cx="227355" cy="638057"/>
          </a:xfrm>
          <a:prstGeom prst="line">
            <a:avLst/>
          </a:prstGeom>
          <a:ln w="2857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/>
          <p:cNvSpPr txBox="1"/>
          <p:nvPr>
            <p:custDataLst>
              <p:tags r:id="rId24"/>
            </p:custDataLst>
          </p:nvPr>
        </p:nvSpPr>
        <p:spPr>
          <a:xfrm>
            <a:off x="6631692" y="3985406"/>
            <a:ext cx="215905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墙壁光滑</a:t>
            </a:r>
          </a:p>
        </p:txBody>
      </p:sp>
      <p:grpSp>
        <p:nvGrpSpPr>
          <p:cNvPr id="96" name="组合 95"/>
          <p:cNvGrpSpPr/>
          <p:nvPr>
            <p:custDataLst>
              <p:tags r:id="rId25"/>
            </p:custDataLst>
          </p:nvPr>
        </p:nvGrpSpPr>
        <p:grpSpPr>
          <a:xfrm>
            <a:off x="7611152" y="3140895"/>
            <a:ext cx="484854" cy="938741"/>
            <a:chOff x="5403129" y="1628800"/>
            <a:chExt cx="648072" cy="1254753"/>
          </a:xfrm>
        </p:grpSpPr>
        <p:grpSp>
          <p:nvGrpSpPr>
            <p:cNvPr id="97" name="组合 96"/>
            <p:cNvGrpSpPr/>
            <p:nvPr>
              <p:custDataLst>
                <p:tags r:id="rId40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99" name="直线箭头连接符 98"/>
              <p:cNvCxnSpPr/>
              <p:nvPr>
                <p:custDataLst>
                  <p:tags r:id="rId42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文本框 99"/>
                  <p:cNvSpPr txBox="1"/>
                  <p:nvPr>
                    <p:custDataLst>
                      <p:tags r:id="rId43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7" name="文本框 9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3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8" name="椭圆 97"/>
            <p:cNvSpPr/>
            <p:nvPr>
              <p:custDataLst>
                <p:tags r:id="rId41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6" name="组合 105"/>
          <p:cNvGrpSpPr/>
          <p:nvPr>
            <p:custDataLst>
              <p:tags r:id="rId26"/>
            </p:custDataLst>
          </p:nvPr>
        </p:nvGrpSpPr>
        <p:grpSpPr>
          <a:xfrm rot="20467596">
            <a:off x="7532733" y="2136975"/>
            <a:ext cx="484854" cy="998497"/>
            <a:chOff x="8035419" y="518583"/>
            <a:chExt cx="648072" cy="1334625"/>
          </a:xfrm>
        </p:grpSpPr>
        <p:grpSp>
          <p:nvGrpSpPr>
            <p:cNvPr id="107" name="组合 106"/>
            <p:cNvGrpSpPr/>
            <p:nvPr>
              <p:custDataLst>
                <p:tags r:id="rId36"/>
              </p:custDataLst>
            </p:nvPr>
          </p:nvGrpSpPr>
          <p:grpSpPr>
            <a:xfrm rot="10800000">
              <a:off x="8035419" y="518583"/>
              <a:ext cx="648072" cy="1262617"/>
              <a:chOff x="4992812" y="1700808"/>
              <a:chExt cx="648072" cy="1262617"/>
            </a:xfrm>
          </p:grpSpPr>
          <p:cxnSp>
            <p:nvCxnSpPr>
              <p:cNvPr id="109" name="直线箭头连接符 108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文本框 109"/>
                  <p:cNvSpPr txBox="1"/>
                  <p:nvPr>
                    <p:custDataLst>
                      <p:tags r:id="rId39"/>
                    </p:custDataLst>
                  </p:nvPr>
                </p:nvSpPr>
                <p:spPr>
                  <a:xfrm rot="11690462">
                    <a:off x="4992812" y="247114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8" name="文本框 10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4"/>
                    </p:custDataLst>
                  </p:nvPr>
                </p:nvSpPr>
                <p:spPr>
                  <a:xfrm rot="11690462">
                    <a:off x="4992812" y="247114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8" name="椭圆 107"/>
            <p:cNvSpPr/>
            <p:nvPr>
              <p:custDataLst>
                <p:tags r:id="rId37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11" name="组合 110"/>
          <p:cNvGrpSpPr/>
          <p:nvPr>
            <p:custDataLst>
              <p:tags r:id="rId27"/>
            </p:custDataLst>
          </p:nvPr>
        </p:nvGrpSpPr>
        <p:grpSpPr>
          <a:xfrm rot="5400000">
            <a:off x="7852145" y="2608910"/>
            <a:ext cx="430312" cy="721872"/>
            <a:chOff x="7596404" y="856518"/>
            <a:chExt cx="575169" cy="964878"/>
          </a:xfrm>
        </p:grpSpPr>
        <p:grpSp>
          <p:nvGrpSpPr>
            <p:cNvPr id="112" name="组合 111"/>
            <p:cNvGrpSpPr/>
            <p:nvPr>
              <p:custDataLst>
                <p:tags r:id="rId32"/>
              </p:custDataLst>
            </p:nvPr>
          </p:nvGrpSpPr>
          <p:grpSpPr>
            <a:xfrm rot="10800000">
              <a:off x="7596404" y="856518"/>
              <a:ext cx="520226" cy="924680"/>
              <a:chOff x="5559673" y="1700810"/>
              <a:chExt cx="520226" cy="924680"/>
            </a:xfrm>
          </p:grpSpPr>
          <p:cxnSp>
            <p:nvCxnSpPr>
              <p:cNvPr id="114" name="直线箭头连接符 113"/>
              <p:cNvCxnSpPr/>
              <p:nvPr>
                <p:custDataLst>
                  <p:tags r:id="rId34"/>
                </p:custDataLst>
              </p:nvPr>
            </p:nvCxnSpPr>
            <p:spPr>
              <a:xfrm rot="5400000">
                <a:off x="5244784" y="2015698"/>
                <a:ext cx="629777" cy="0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文本框 114"/>
                  <p:cNvSpPr txBox="1"/>
                  <p:nvPr>
                    <p:custDataLst>
                      <p:tags r:id="rId35"/>
                    </p:custDataLst>
                  </p:nvPr>
                </p:nvSpPr>
                <p:spPr>
                  <a:xfrm rot="5400000">
                    <a:off x="5509722" y="205531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9" name="文本框 1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6"/>
                    </p:custDataLst>
                  </p:nvPr>
                </p:nvSpPr>
                <p:spPr>
                  <a:xfrm rot="5400000">
                    <a:off x="5509722" y="205531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3" name="椭圆 112"/>
            <p:cNvSpPr/>
            <p:nvPr>
              <p:custDataLst>
                <p:tags r:id="rId33"/>
              </p:custDataLst>
            </p:nvPr>
          </p:nvSpPr>
          <p:spPr>
            <a:xfrm>
              <a:off x="8099565" y="1749388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Rectangle 14"/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304800" y="972820"/>
            <a:ext cx="5723890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、单个物体（可看作质点）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静止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在竖直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面上</a:t>
            </a:r>
            <a:endParaRPr kumimoji="0" lang="zh-CN" altLang="en-US" sz="2095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29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4" name="圆角矩形 23">
            <a:hlinkClick r:id="" action="ppaction://noaction"/>
          </p:cNvPr>
          <p:cNvSpPr/>
          <p:nvPr>
            <p:custDataLst>
              <p:tags r:id="rId30"/>
            </p:custDataLst>
          </p:nvPr>
        </p:nvSpPr>
        <p:spPr>
          <a:xfrm>
            <a:off x="0" y="22860"/>
            <a:ext cx="207708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29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31"/>
            </p:custDataLst>
          </p:nvPr>
        </p:nvSpPr>
        <p:spPr bwMode="auto">
          <a:xfrm>
            <a:off x="62230" y="125095"/>
            <a:ext cx="208089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四、实例分析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06 2.59259E-06 L -0.10482 0.00115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4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06 4.81481E-06 L -0.0711 -0.16297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55" y="-814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06 4.44444E-06 L -0.07578 0.16597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89" y="8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 rot="5400000">
            <a:off x="1381723" y="2717503"/>
            <a:ext cx="1176717" cy="489565"/>
            <a:chOff x="2382689" y="3821895"/>
            <a:chExt cx="1572840" cy="654369"/>
          </a:xfrm>
        </p:grpSpPr>
        <p:cxnSp>
          <p:nvCxnSpPr>
            <p:cNvPr id="5" name="直线连接符 4"/>
            <p:cNvCxnSpPr/>
            <p:nvPr>
              <p:custDataLst>
                <p:tags r:id="rId29"/>
              </p:custDataLst>
            </p:nvPr>
          </p:nvCxnSpPr>
          <p:spPr>
            <a:xfrm rot="17566012">
              <a:off x="2835107" y="3369477"/>
              <a:ext cx="654369" cy="1559206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5"/>
            <p:cNvCxnSpPr/>
            <p:nvPr>
              <p:custDataLst>
                <p:tags r:id="rId30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>
              <p:custDataLst>
                <p:tags r:id="rId31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>
              <p:custDataLst>
                <p:tags r:id="rId32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>
              <p:custDataLst>
                <p:tags r:id="rId33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>
              <p:custDataLst>
                <p:tags r:id="rId34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1978141" y="2697654"/>
            <a:ext cx="439843" cy="529265"/>
          </a:xfrm>
          <a:prstGeom prst="rect">
            <a:avLst/>
          </a:prstGeom>
          <a:solidFill>
            <a:srgbClr val="00B050"/>
          </a:solidFill>
          <a:ln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12" name="组合 11"/>
          <p:cNvGrpSpPr/>
          <p:nvPr>
            <p:custDataLst>
              <p:tags r:id="rId4"/>
            </p:custDataLst>
          </p:nvPr>
        </p:nvGrpSpPr>
        <p:grpSpPr>
          <a:xfrm rot="5400000">
            <a:off x="2704060" y="2084805"/>
            <a:ext cx="659966" cy="284608"/>
            <a:chOff x="1947486" y="574688"/>
            <a:chExt cx="882133" cy="380417"/>
          </a:xfrm>
        </p:grpSpPr>
        <p:cxnSp>
          <p:nvCxnSpPr>
            <p:cNvPr id="13" name="直线箭头连接符 12"/>
            <p:cNvCxnSpPr/>
            <p:nvPr>
              <p:custDataLst>
                <p:tags r:id="rId27"/>
              </p:custDataLst>
            </p:nvPr>
          </p:nvCxnSpPr>
          <p:spPr>
            <a:xfrm>
              <a:off x="1947486" y="955105"/>
              <a:ext cx="664718" cy="0"/>
            </a:xfrm>
            <a:prstGeom prst="straightConnector1">
              <a:avLst/>
            </a:prstGeom>
            <a:ln w="1905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13"/>
                <p:cNvSpPr txBox="1"/>
                <p:nvPr>
                  <p:custDataLst>
                    <p:tags r:id="rId28"/>
                  </p:custDataLst>
                </p:nvPr>
              </p:nvSpPr>
              <p:spPr>
                <a:xfrm rot="16200000">
                  <a:off x="2418584" y="493440"/>
                  <a:ext cx="329787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3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36"/>
                  </p:custDataLst>
                </p:nvPr>
              </p:nvSpPr>
              <p:spPr>
                <a:xfrm rot="16200000">
                  <a:off x="2418584" y="493440"/>
                  <a:ext cx="329787" cy="492282"/>
                </a:xfrm>
                <a:prstGeom prst="rect">
                  <a:avLst/>
                </a:prstGeom>
                <a:blipFill rotWithShape="1"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1186278" y="3866557"/>
            <a:ext cx="215905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沿竖直墙面下滑</a:t>
            </a:r>
          </a:p>
        </p:txBody>
      </p:sp>
      <p:grpSp>
        <p:nvGrpSpPr>
          <p:cNvPr id="16" name="组合 15"/>
          <p:cNvGrpSpPr/>
          <p:nvPr>
            <p:custDataLst>
              <p:tags r:id="rId6"/>
            </p:custDataLst>
          </p:nvPr>
        </p:nvGrpSpPr>
        <p:grpSpPr>
          <a:xfrm>
            <a:off x="2064374" y="2944919"/>
            <a:ext cx="484854" cy="938741"/>
            <a:chOff x="5403129" y="1628800"/>
            <a:chExt cx="648072" cy="1254753"/>
          </a:xfrm>
        </p:grpSpPr>
        <p:grpSp>
          <p:nvGrpSpPr>
            <p:cNvPr id="17" name="组合 16"/>
            <p:cNvGrpSpPr/>
            <p:nvPr>
              <p:custDataLst>
                <p:tags r:id="rId23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19" name="直线箭头连接符 18"/>
              <p:cNvCxnSpPr/>
              <p:nvPr>
                <p:custDataLst>
                  <p:tags r:id="rId25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19"/>
                  <p:cNvSpPr txBox="1"/>
                  <p:nvPr>
                    <p:custDataLst>
                      <p:tags r:id="rId26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35" name="文本框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8" name="椭圆 17"/>
            <p:cNvSpPr/>
            <p:nvPr>
              <p:custDataLst>
                <p:tags r:id="rId24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2" name="图片 21" descr="图片包含 游戏机&#10;&#10;描述已自动生成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5066779" y="1434721"/>
            <a:ext cx="2453698" cy="2525866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8"/>
            </p:custDataLst>
          </p:nvPr>
        </p:nvSpPr>
        <p:spPr>
          <a:xfrm>
            <a:off x="5372601" y="4089308"/>
            <a:ext cx="215905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向上爬竿的运动员（无需画出弹力）</a:t>
            </a:r>
          </a:p>
        </p:txBody>
      </p:sp>
      <p:grpSp>
        <p:nvGrpSpPr>
          <p:cNvPr id="24" name="组合 23"/>
          <p:cNvGrpSpPr/>
          <p:nvPr>
            <p:custDataLst>
              <p:tags r:id="rId9"/>
            </p:custDataLst>
          </p:nvPr>
        </p:nvGrpSpPr>
        <p:grpSpPr>
          <a:xfrm>
            <a:off x="5685758" y="2912523"/>
            <a:ext cx="484854" cy="833724"/>
            <a:chOff x="5062565" y="1628800"/>
            <a:chExt cx="648072" cy="1114384"/>
          </a:xfrm>
        </p:grpSpPr>
        <p:grpSp>
          <p:nvGrpSpPr>
            <p:cNvPr id="25" name="组合 24"/>
            <p:cNvGrpSpPr/>
            <p:nvPr>
              <p:custDataLst>
                <p:tags r:id="rId19"/>
              </p:custDataLst>
            </p:nvPr>
          </p:nvGrpSpPr>
          <p:grpSpPr>
            <a:xfrm>
              <a:off x="5062565" y="1632992"/>
              <a:ext cx="648072" cy="1110192"/>
              <a:chOff x="5107364" y="1700808"/>
              <a:chExt cx="648072" cy="1110192"/>
            </a:xfrm>
          </p:grpSpPr>
          <p:cxnSp>
            <p:nvCxnSpPr>
              <p:cNvPr id="27" name="直线箭头连接符 26"/>
              <p:cNvCxnSpPr/>
              <p:nvPr>
                <p:custDataLst>
                  <p:tags r:id="rId21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文本框 27"/>
                  <p:cNvSpPr txBox="1"/>
                  <p:nvPr>
                    <p:custDataLst>
                      <p:tags r:id="rId22"/>
                    </p:custDataLst>
                  </p:nvPr>
                </p:nvSpPr>
                <p:spPr>
                  <a:xfrm>
                    <a:off x="5107364" y="2318718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36" name="文本框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41"/>
                    </p:custDataLst>
                  </p:nvPr>
                </p:nvSpPr>
                <p:spPr>
                  <a:xfrm>
                    <a:off x="5107364" y="2318718"/>
                    <a:ext cx="648072" cy="492282"/>
                  </a:xfrm>
                  <a:prstGeom prst="rect">
                    <a:avLst/>
                  </a:prstGeom>
                  <a:blipFill rotWithShape="1"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6" name="椭圆 25"/>
            <p:cNvSpPr/>
            <p:nvPr>
              <p:custDataLst>
                <p:tags r:id="rId20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9" name="组合 28"/>
          <p:cNvGrpSpPr/>
          <p:nvPr>
            <p:custDataLst>
              <p:tags r:id="rId10"/>
            </p:custDataLst>
          </p:nvPr>
        </p:nvGrpSpPr>
        <p:grpSpPr>
          <a:xfrm>
            <a:off x="5642506" y="1973167"/>
            <a:ext cx="484854" cy="1002177"/>
            <a:chOff x="7536160" y="513665"/>
            <a:chExt cx="648072" cy="1339543"/>
          </a:xfrm>
        </p:grpSpPr>
        <p:grpSp>
          <p:nvGrpSpPr>
            <p:cNvPr id="30" name="组合 29"/>
            <p:cNvGrpSpPr/>
            <p:nvPr>
              <p:custDataLst>
                <p:tags r:id="rId15"/>
              </p:custDataLst>
            </p:nvPr>
          </p:nvGrpSpPr>
          <p:grpSpPr>
            <a:xfrm rot="10800000">
              <a:off x="7536160" y="513665"/>
              <a:ext cx="648072" cy="1267535"/>
              <a:chOff x="5492071" y="1700808"/>
              <a:chExt cx="648072" cy="1267535"/>
            </a:xfrm>
          </p:grpSpPr>
          <p:cxnSp>
            <p:nvCxnSpPr>
              <p:cNvPr id="32" name="直线箭头连接符 31"/>
              <p:cNvCxnSpPr/>
              <p:nvPr>
                <p:custDataLst>
                  <p:tags r:id="rId17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文本框 32"/>
                  <p:cNvSpPr txBox="1"/>
                  <p:nvPr>
                    <p:custDataLst>
                      <p:tags r:id="rId18"/>
                    </p:custDataLst>
                  </p:nvPr>
                </p:nvSpPr>
                <p:spPr>
                  <a:xfrm rot="10800000">
                    <a:off x="5492071" y="2497280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en-US" altLang="zh-CN" sz="1795" b="0" i="1">
                      <a:solidFill>
                        <a:srgbClr val="00B0F0"/>
                      </a:solidFill>
                      <a:latin typeface="Cambria Math" panose="02040503050406030204" pitchFamily="18" charset="0"/>
                      <a:cs typeface="Cambria Math" panose="02040503050406030204" pitchFamily="18" charset="0"/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37" name="文本框 3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43"/>
                    </p:custDataLst>
                  </p:nvPr>
                </p:nvSpPr>
                <p:spPr>
                  <a:xfrm rot="10800000">
                    <a:off x="5492071" y="2497280"/>
                    <a:ext cx="648072" cy="471063"/>
                  </a:xfrm>
                  <a:prstGeom prst="rect">
                    <a:avLst/>
                  </a:prstGeom>
                  <a:blipFill rotWithShape="1">
                    <a:blip r:embed="rId4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1" name="椭圆 30"/>
            <p:cNvSpPr/>
            <p:nvPr>
              <p:custDataLst>
                <p:tags r:id="rId16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Rectangle 14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295910" y="962660"/>
            <a:ext cx="5723890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、单个物体（可看作质点）在竖直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面上运动</a:t>
            </a:r>
            <a:endParaRPr kumimoji="0" lang="zh-CN" altLang="en-US" sz="2095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12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圆角矩形 20">
            <a:hlinkClick r:id="" action="ppaction://noaction"/>
          </p:cNvPr>
          <p:cNvSpPr/>
          <p:nvPr>
            <p:custDataLst>
              <p:tags r:id="rId13"/>
            </p:custDataLst>
          </p:nvPr>
        </p:nvSpPr>
        <p:spPr>
          <a:xfrm>
            <a:off x="0" y="22860"/>
            <a:ext cx="207708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28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62230" y="125095"/>
            <a:ext cx="208089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四、实例分析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/>
          <p:cNvGrpSpPr/>
          <p:nvPr>
            <p:custDataLst>
              <p:tags r:id="rId2"/>
            </p:custDataLst>
          </p:nvPr>
        </p:nvGrpSpPr>
        <p:grpSpPr>
          <a:xfrm>
            <a:off x="1609992" y="1976671"/>
            <a:ext cx="2040888" cy="2040888"/>
            <a:chOff x="2287960" y="1700808"/>
            <a:chExt cx="2727920" cy="2727920"/>
          </a:xfrm>
        </p:grpSpPr>
        <p:grpSp>
          <p:nvGrpSpPr>
            <p:cNvPr id="5" name="组合 4"/>
            <p:cNvGrpSpPr/>
            <p:nvPr>
              <p:custDataLst>
                <p:tags r:id="rId75"/>
              </p:custDataLst>
            </p:nvPr>
          </p:nvGrpSpPr>
          <p:grpSpPr>
            <a:xfrm>
              <a:off x="2423592" y="4293096"/>
              <a:ext cx="2592288" cy="135632"/>
              <a:chOff x="1415480" y="4149080"/>
              <a:chExt cx="2592288" cy="135632"/>
            </a:xfrm>
          </p:grpSpPr>
          <p:cxnSp>
            <p:nvCxnSpPr>
              <p:cNvPr id="6" name="直线连接符 2"/>
              <p:cNvCxnSpPr/>
              <p:nvPr>
                <p:custDataLst>
                  <p:tags r:id="rId86"/>
                </p:custDataLst>
              </p:nvPr>
            </p:nvCxnSpPr>
            <p:spPr>
              <a:xfrm>
                <a:off x="1415480" y="4149080"/>
                <a:ext cx="2592288" cy="0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" name="直线连接符 3"/>
              <p:cNvCxnSpPr/>
              <p:nvPr>
                <p:custDataLst>
                  <p:tags r:id="rId87"/>
                </p:custDataLst>
              </p:nvPr>
            </p:nvCxnSpPr>
            <p:spPr>
              <a:xfrm flipH="1">
                <a:off x="1418628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直线连接符 4"/>
              <p:cNvCxnSpPr/>
              <p:nvPr>
                <p:custDataLst>
                  <p:tags r:id="rId88"/>
                </p:custDataLst>
              </p:nvPr>
            </p:nvCxnSpPr>
            <p:spPr>
              <a:xfrm flipH="1">
                <a:off x="1753865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直线连接符 5"/>
              <p:cNvCxnSpPr/>
              <p:nvPr>
                <p:custDataLst>
                  <p:tags r:id="rId89"/>
                </p:custDataLst>
              </p:nvPr>
            </p:nvCxnSpPr>
            <p:spPr>
              <a:xfrm flipH="1">
                <a:off x="2083346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直线连接符 6"/>
              <p:cNvCxnSpPr/>
              <p:nvPr>
                <p:custDataLst>
                  <p:tags r:id="rId90"/>
                </p:custDataLst>
              </p:nvPr>
            </p:nvCxnSpPr>
            <p:spPr>
              <a:xfrm flipH="1">
                <a:off x="2418583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直线连接符 7"/>
              <p:cNvCxnSpPr/>
              <p:nvPr>
                <p:custDataLst>
                  <p:tags r:id="rId91"/>
                </p:custDataLst>
              </p:nvPr>
            </p:nvCxnSpPr>
            <p:spPr>
              <a:xfrm flipH="1">
                <a:off x="2748370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直线连接符 8"/>
              <p:cNvCxnSpPr/>
              <p:nvPr>
                <p:custDataLst>
                  <p:tags r:id="rId92"/>
                </p:custDataLst>
              </p:nvPr>
            </p:nvCxnSpPr>
            <p:spPr>
              <a:xfrm flipH="1">
                <a:off x="3083607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直线连接符 9"/>
              <p:cNvCxnSpPr/>
              <p:nvPr>
                <p:custDataLst>
                  <p:tags r:id="rId93"/>
                </p:custDataLst>
              </p:nvPr>
            </p:nvCxnSpPr>
            <p:spPr>
              <a:xfrm flipH="1">
                <a:off x="3426671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" name="直线连接符 10"/>
              <p:cNvCxnSpPr/>
              <p:nvPr>
                <p:custDataLst>
                  <p:tags r:id="rId94"/>
                </p:custDataLst>
              </p:nvPr>
            </p:nvCxnSpPr>
            <p:spPr>
              <a:xfrm flipH="1">
                <a:off x="3761908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/>
            <p:cNvGrpSpPr/>
            <p:nvPr>
              <p:custDataLst>
                <p:tags r:id="rId76"/>
              </p:custDataLst>
            </p:nvPr>
          </p:nvGrpSpPr>
          <p:grpSpPr>
            <a:xfrm rot="5400000">
              <a:off x="1059632" y="2929136"/>
              <a:ext cx="2592288" cy="135632"/>
              <a:chOff x="1415480" y="4149080"/>
              <a:chExt cx="2592288" cy="135632"/>
            </a:xfrm>
          </p:grpSpPr>
          <p:cxnSp>
            <p:nvCxnSpPr>
              <p:cNvPr id="16" name="直线连接符 2"/>
              <p:cNvCxnSpPr/>
              <p:nvPr>
                <p:custDataLst>
                  <p:tags r:id="rId77"/>
                </p:custDataLst>
              </p:nvPr>
            </p:nvCxnSpPr>
            <p:spPr>
              <a:xfrm>
                <a:off x="1415480" y="4149080"/>
                <a:ext cx="2592288" cy="0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直线连接符 3"/>
              <p:cNvCxnSpPr/>
              <p:nvPr>
                <p:custDataLst>
                  <p:tags r:id="rId78"/>
                </p:custDataLst>
              </p:nvPr>
            </p:nvCxnSpPr>
            <p:spPr>
              <a:xfrm flipH="1">
                <a:off x="1418628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直线连接符 4"/>
              <p:cNvCxnSpPr/>
              <p:nvPr>
                <p:custDataLst>
                  <p:tags r:id="rId79"/>
                </p:custDataLst>
              </p:nvPr>
            </p:nvCxnSpPr>
            <p:spPr>
              <a:xfrm flipH="1">
                <a:off x="1753865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直线连接符 5"/>
              <p:cNvCxnSpPr/>
              <p:nvPr>
                <p:custDataLst>
                  <p:tags r:id="rId80"/>
                </p:custDataLst>
              </p:nvPr>
            </p:nvCxnSpPr>
            <p:spPr>
              <a:xfrm flipH="1">
                <a:off x="2083346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直线连接符 6"/>
              <p:cNvCxnSpPr/>
              <p:nvPr>
                <p:custDataLst>
                  <p:tags r:id="rId81"/>
                </p:custDataLst>
              </p:nvPr>
            </p:nvCxnSpPr>
            <p:spPr>
              <a:xfrm flipH="1">
                <a:off x="2418583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直线连接符 7"/>
              <p:cNvCxnSpPr/>
              <p:nvPr>
                <p:custDataLst>
                  <p:tags r:id="rId82"/>
                </p:custDataLst>
              </p:nvPr>
            </p:nvCxnSpPr>
            <p:spPr>
              <a:xfrm flipH="1">
                <a:off x="2748370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直线连接符 8"/>
              <p:cNvCxnSpPr/>
              <p:nvPr>
                <p:custDataLst>
                  <p:tags r:id="rId83"/>
                </p:custDataLst>
              </p:nvPr>
            </p:nvCxnSpPr>
            <p:spPr>
              <a:xfrm flipH="1">
                <a:off x="3083607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直线连接符 9"/>
              <p:cNvCxnSpPr/>
              <p:nvPr>
                <p:custDataLst>
                  <p:tags r:id="rId84"/>
                </p:custDataLst>
              </p:nvPr>
            </p:nvCxnSpPr>
            <p:spPr>
              <a:xfrm flipH="1">
                <a:off x="3426671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直线连接符 10"/>
              <p:cNvCxnSpPr/>
              <p:nvPr>
                <p:custDataLst>
                  <p:tags r:id="rId85"/>
                </p:custDataLst>
              </p:nvPr>
            </p:nvCxnSpPr>
            <p:spPr>
              <a:xfrm flipH="1">
                <a:off x="3761908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5" name="矩形 24"/>
          <p:cNvSpPr/>
          <p:nvPr>
            <p:custDataLst>
              <p:tags r:id="rId3"/>
            </p:custDataLst>
          </p:nvPr>
        </p:nvSpPr>
        <p:spPr>
          <a:xfrm rot="2816630">
            <a:off x="1383298" y="2929239"/>
            <a:ext cx="2430518" cy="105949"/>
          </a:xfrm>
          <a:prstGeom prst="rect">
            <a:avLst/>
          </a:prstGeom>
          <a:solidFill>
            <a:srgbClr val="00B05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4"/>
            </p:custDataLst>
          </p:nvPr>
        </p:nvSpPr>
        <p:spPr>
          <a:xfrm>
            <a:off x="1577340" y="4180840"/>
            <a:ext cx="2361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墙壁光滑，地面粗糙</a:t>
            </a:r>
          </a:p>
        </p:txBody>
      </p:sp>
      <p:grpSp>
        <p:nvGrpSpPr>
          <p:cNvPr id="27" name="组合 26"/>
          <p:cNvGrpSpPr/>
          <p:nvPr>
            <p:custDataLst>
              <p:tags r:id="rId5"/>
            </p:custDataLst>
          </p:nvPr>
        </p:nvGrpSpPr>
        <p:grpSpPr>
          <a:xfrm>
            <a:off x="2417135" y="2866638"/>
            <a:ext cx="484854" cy="938741"/>
            <a:chOff x="5403129" y="1628800"/>
            <a:chExt cx="648072" cy="1254753"/>
          </a:xfrm>
        </p:grpSpPr>
        <p:grpSp>
          <p:nvGrpSpPr>
            <p:cNvPr id="28" name="组合 27"/>
            <p:cNvGrpSpPr/>
            <p:nvPr>
              <p:custDataLst>
                <p:tags r:id="rId71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30" name="直线箭头连接符 18"/>
              <p:cNvCxnSpPr/>
              <p:nvPr>
                <p:custDataLst>
                  <p:tags r:id="rId73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文本框 30"/>
                  <p:cNvSpPr txBox="1"/>
                  <p:nvPr>
                    <p:custDataLst>
                      <p:tags r:id="rId74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31" name="文本框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6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9" name="椭圆 28"/>
            <p:cNvSpPr/>
            <p:nvPr>
              <p:custDataLst>
                <p:tags r:id="rId72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6"/>
            </p:custDataLst>
          </p:nvPr>
        </p:nvGrpSpPr>
        <p:grpSpPr>
          <a:xfrm>
            <a:off x="2953105" y="2814273"/>
            <a:ext cx="484854" cy="1105165"/>
            <a:chOff x="7507668" y="376007"/>
            <a:chExt cx="648072" cy="1477201"/>
          </a:xfrm>
        </p:grpSpPr>
        <p:grpSp>
          <p:nvGrpSpPr>
            <p:cNvPr id="33" name="组合 32"/>
            <p:cNvGrpSpPr/>
            <p:nvPr>
              <p:custDataLst>
                <p:tags r:id="rId67"/>
              </p:custDataLst>
            </p:nvPr>
          </p:nvGrpSpPr>
          <p:grpSpPr>
            <a:xfrm rot="10800000">
              <a:off x="7507668" y="376007"/>
              <a:ext cx="648072" cy="1405193"/>
              <a:chOff x="5520563" y="1700808"/>
              <a:chExt cx="648072" cy="1405193"/>
            </a:xfrm>
          </p:grpSpPr>
          <p:cxnSp>
            <p:nvCxnSpPr>
              <p:cNvPr id="35" name="直线箭头连接符 16"/>
              <p:cNvCxnSpPr/>
              <p:nvPr>
                <p:custDataLst>
                  <p:tags r:id="rId69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文本框 35"/>
                  <p:cNvSpPr txBox="1"/>
                  <p:nvPr>
                    <p:custDataLst>
                      <p:tags r:id="rId70"/>
                    </p:custDataLst>
                  </p:nvPr>
                </p:nvSpPr>
                <p:spPr>
                  <a:xfrm rot="10800000">
                    <a:off x="5520563" y="2613719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6" name="文本框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8"/>
                    </p:custDataLst>
                  </p:nvPr>
                </p:nvSpPr>
                <p:spPr>
                  <a:xfrm rot="10800000">
                    <a:off x="5520563" y="2613719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4" name="椭圆 33"/>
            <p:cNvSpPr/>
            <p:nvPr>
              <p:custDataLst>
                <p:tags r:id="rId68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 rot="5400000">
            <a:off x="2002989" y="1423858"/>
            <a:ext cx="455122" cy="1038170"/>
            <a:chOff x="7563242" y="433743"/>
            <a:chExt cx="608331" cy="1387653"/>
          </a:xfrm>
        </p:grpSpPr>
        <p:grpSp>
          <p:nvGrpSpPr>
            <p:cNvPr id="38" name="组合 37"/>
            <p:cNvGrpSpPr/>
            <p:nvPr>
              <p:custDataLst>
                <p:tags r:id="rId63"/>
              </p:custDataLst>
            </p:nvPr>
          </p:nvGrpSpPr>
          <p:grpSpPr>
            <a:xfrm rot="10800000">
              <a:off x="7563242" y="433743"/>
              <a:ext cx="553389" cy="1347456"/>
              <a:chOff x="5559672" y="1700809"/>
              <a:chExt cx="553389" cy="1347456"/>
            </a:xfrm>
          </p:grpSpPr>
          <p:cxnSp>
            <p:nvCxnSpPr>
              <p:cNvPr id="40" name="直线箭头连接符 60"/>
              <p:cNvCxnSpPr/>
              <p:nvPr>
                <p:custDataLst>
                  <p:tags r:id="rId65"/>
                </p:custDataLst>
              </p:nvPr>
            </p:nvCxnSpPr>
            <p:spPr>
              <a:xfrm flipH="1">
                <a:off x="5559672" y="1700809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/>
                  <p:cNvSpPr txBox="1"/>
                  <p:nvPr>
                    <p:custDataLst>
                      <p:tags r:id="rId66"/>
                    </p:custDataLst>
                  </p:nvPr>
                </p:nvSpPr>
                <p:spPr>
                  <a:xfrm rot="5400000">
                    <a:off x="5542884" y="2478088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41" name="文本框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0"/>
                    </p:custDataLst>
                  </p:nvPr>
                </p:nvSpPr>
                <p:spPr>
                  <a:xfrm rot="5400000">
                    <a:off x="5542884" y="2478088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椭圆 38"/>
            <p:cNvSpPr/>
            <p:nvPr>
              <p:custDataLst>
                <p:tags r:id="rId64"/>
              </p:custDataLst>
            </p:nvPr>
          </p:nvSpPr>
          <p:spPr>
            <a:xfrm>
              <a:off x="8099565" y="1749388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2" name="组合 41"/>
          <p:cNvGrpSpPr/>
          <p:nvPr>
            <p:custDataLst>
              <p:tags r:id="rId8"/>
            </p:custDataLst>
          </p:nvPr>
        </p:nvGrpSpPr>
        <p:grpSpPr>
          <a:xfrm rot="16200000">
            <a:off x="2688823" y="3536543"/>
            <a:ext cx="364767" cy="1068391"/>
            <a:chOff x="7624664" y="425160"/>
            <a:chExt cx="487560" cy="1428048"/>
          </a:xfrm>
        </p:grpSpPr>
        <p:grpSp>
          <p:nvGrpSpPr>
            <p:cNvPr id="43" name="组合 42"/>
            <p:cNvGrpSpPr/>
            <p:nvPr>
              <p:custDataLst>
                <p:tags r:id="rId59"/>
              </p:custDataLst>
            </p:nvPr>
          </p:nvGrpSpPr>
          <p:grpSpPr>
            <a:xfrm rot="10800000">
              <a:off x="7624664" y="425160"/>
              <a:ext cx="471063" cy="1356040"/>
              <a:chOff x="5580576" y="1700808"/>
              <a:chExt cx="471063" cy="1356040"/>
            </a:xfrm>
          </p:grpSpPr>
          <p:cxnSp>
            <p:nvCxnSpPr>
              <p:cNvPr id="45" name="直线箭头连接符 35"/>
              <p:cNvCxnSpPr/>
              <p:nvPr>
                <p:custDataLst>
                  <p:tags r:id="rId61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/>
                  <p:cNvSpPr txBox="1"/>
                  <p:nvPr>
                    <p:custDataLst>
                      <p:tags r:id="rId62"/>
                    </p:custDataLst>
                  </p:nvPr>
                </p:nvSpPr>
                <p:spPr>
                  <a:xfrm rot="16200000">
                    <a:off x="5492071" y="2497280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46" name="文本框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2"/>
                    </p:custDataLst>
                  </p:nvPr>
                </p:nvSpPr>
                <p:spPr>
                  <a:xfrm rot="16200000">
                    <a:off x="5492071" y="2497280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0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4" name="椭圆 43"/>
            <p:cNvSpPr/>
            <p:nvPr>
              <p:custDataLst>
                <p:tags r:id="rId60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2" name="组合 81"/>
          <p:cNvGrpSpPr/>
          <p:nvPr>
            <p:custDataLst>
              <p:tags r:id="rId9"/>
            </p:custDataLst>
          </p:nvPr>
        </p:nvGrpSpPr>
        <p:grpSpPr>
          <a:xfrm>
            <a:off x="4838914" y="2621192"/>
            <a:ext cx="2879277" cy="1373123"/>
            <a:chOff x="6603846" y="2562296"/>
            <a:chExt cx="3848538" cy="1835362"/>
          </a:xfrm>
        </p:grpSpPr>
        <p:grpSp>
          <p:nvGrpSpPr>
            <p:cNvPr id="49" name="组合 48"/>
            <p:cNvGrpSpPr/>
            <p:nvPr>
              <p:custDataLst>
                <p:tags r:id="rId36"/>
              </p:custDataLst>
            </p:nvPr>
          </p:nvGrpSpPr>
          <p:grpSpPr>
            <a:xfrm flipH="1">
              <a:off x="6603846" y="4262026"/>
              <a:ext cx="2592288" cy="135632"/>
              <a:chOff x="1415480" y="4149080"/>
              <a:chExt cx="2592288" cy="135632"/>
            </a:xfrm>
          </p:grpSpPr>
          <p:cxnSp>
            <p:nvCxnSpPr>
              <p:cNvPr id="60" name="直线连接符 2"/>
              <p:cNvCxnSpPr/>
              <p:nvPr>
                <p:custDataLst>
                  <p:tags r:id="rId50"/>
                </p:custDataLst>
              </p:nvPr>
            </p:nvCxnSpPr>
            <p:spPr>
              <a:xfrm>
                <a:off x="1415480" y="4149080"/>
                <a:ext cx="2592288" cy="0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直线连接符 3"/>
              <p:cNvCxnSpPr/>
              <p:nvPr>
                <p:custDataLst>
                  <p:tags r:id="rId51"/>
                </p:custDataLst>
              </p:nvPr>
            </p:nvCxnSpPr>
            <p:spPr>
              <a:xfrm flipH="1">
                <a:off x="1418628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8" name="直线连接符 4"/>
              <p:cNvCxnSpPr/>
              <p:nvPr>
                <p:custDataLst>
                  <p:tags r:id="rId52"/>
                </p:custDataLst>
              </p:nvPr>
            </p:nvCxnSpPr>
            <p:spPr>
              <a:xfrm flipH="1">
                <a:off x="1753865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线连接符 5"/>
              <p:cNvCxnSpPr/>
              <p:nvPr>
                <p:custDataLst>
                  <p:tags r:id="rId53"/>
                </p:custDataLst>
              </p:nvPr>
            </p:nvCxnSpPr>
            <p:spPr>
              <a:xfrm flipH="1">
                <a:off x="2083346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4" name="直线连接符 6"/>
              <p:cNvCxnSpPr/>
              <p:nvPr>
                <p:custDataLst>
                  <p:tags r:id="rId54"/>
                </p:custDataLst>
              </p:nvPr>
            </p:nvCxnSpPr>
            <p:spPr>
              <a:xfrm flipH="1">
                <a:off x="2418583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直线连接符 7"/>
              <p:cNvCxnSpPr/>
              <p:nvPr>
                <p:custDataLst>
                  <p:tags r:id="rId55"/>
                </p:custDataLst>
              </p:nvPr>
            </p:nvCxnSpPr>
            <p:spPr>
              <a:xfrm flipH="1">
                <a:off x="2748370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直线连接符 8"/>
              <p:cNvCxnSpPr/>
              <p:nvPr>
                <p:custDataLst>
                  <p:tags r:id="rId56"/>
                </p:custDataLst>
              </p:nvPr>
            </p:nvCxnSpPr>
            <p:spPr>
              <a:xfrm flipH="1">
                <a:off x="3083607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直线连接符 9"/>
              <p:cNvCxnSpPr/>
              <p:nvPr>
                <p:custDataLst>
                  <p:tags r:id="rId57"/>
                </p:custDataLst>
              </p:nvPr>
            </p:nvCxnSpPr>
            <p:spPr>
              <a:xfrm flipH="1">
                <a:off x="3426671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直线连接符 10"/>
              <p:cNvCxnSpPr/>
              <p:nvPr>
                <p:custDataLst>
                  <p:tags r:id="rId58"/>
                </p:custDataLst>
              </p:nvPr>
            </p:nvCxnSpPr>
            <p:spPr>
              <a:xfrm flipH="1">
                <a:off x="3761908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组合 49"/>
            <p:cNvGrpSpPr/>
            <p:nvPr>
              <p:custDataLst>
                <p:tags r:id="rId37"/>
              </p:custDataLst>
            </p:nvPr>
          </p:nvGrpSpPr>
          <p:grpSpPr>
            <a:xfrm rot="16200000" flipH="1">
              <a:off x="8414085" y="3344345"/>
              <a:ext cx="1699730" cy="135632"/>
              <a:chOff x="2308038" y="4149080"/>
              <a:chExt cx="1699730" cy="135632"/>
            </a:xfrm>
          </p:grpSpPr>
          <p:cxnSp>
            <p:nvCxnSpPr>
              <p:cNvPr id="51" name="直线连接符 2"/>
              <p:cNvCxnSpPr/>
              <p:nvPr>
                <p:custDataLst>
                  <p:tags r:id="rId44"/>
                </p:custDataLst>
              </p:nvPr>
            </p:nvCxnSpPr>
            <p:spPr>
              <a:xfrm rot="16200000" flipH="1">
                <a:off x="3157903" y="3299215"/>
                <a:ext cx="0" cy="1699730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直线连接符 6"/>
              <p:cNvCxnSpPr/>
              <p:nvPr>
                <p:custDataLst>
                  <p:tags r:id="rId45"/>
                </p:custDataLst>
              </p:nvPr>
            </p:nvCxnSpPr>
            <p:spPr>
              <a:xfrm flipH="1">
                <a:off x="2418583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6" name="直线连接符 7"/>
              <p:cNvCxnSpPr/>
              <p:nvPr>
                <p:custDataLst>
                  <p:tags r:id="rId46"/>
                </p:custDataLst>
              </p:nvPr>
            </p:nvCxnSpPr>
            <p:spPr>
              <a:xfrm flipH="1">
                <a:off x="2748370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7" name="直线连接符 8"/>
              <p:cNvCxnSpPr/>
              <p:nvPr>
                <p:custDataLst>
                  <p:tags r:id="rId47"/>
                </p:custDataLst>
              </p:nvPr>
            </p:nvCxnSpPr>
            <p:spPr>
              <a:xfrm flipH="1">
                <a:off x="3083607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8" name="直线连接符 9"/>
              <p:cNvCxnSpPr/>
              <p:nvPr>
                <p:custDataLst>
                  <p:tags r:id="rId48"/>
                </p:custDataLst>
              </p:nvPr>
            </p:nvCxnSpPr>
            <p:spPr>
              <a:xfrm flipH="1">
                <a:off x="3426671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9" name="直线连接符 10"/>
              <p:cNvCxnSpPr/>
              <p:nvPr>
                <p:custDataLst>
                  <p:tags r:id="rId49"/>
                </p:custDataLst>
              </p:nvPr>
            </p:nvCxnSpPr>
            <p:spPr>
              <a:xfrm flipH="1">
                <a:off x="3761908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组合 69"/>
            <p:cNvGrpSpPr/>
            <p:nvPr>
              <p:custDataLst>
                <p:tags r:id="rId38"/>
              </p:custDataLst>
            </p:nvPr>
          </p:nvGrpSpPr>
          <p:grpSpPr>
            <a:xfrm flipH="1">
              <a:off x="9192986" y="2568279"/>
              <a:ext cx="1259398" cy="135632"/>
              <a:chOff x="2748370" y="4149080"/>
              <a:chExt cx="1259398" cy="135632"/>
            </a:xfrm>
          </p:grpSpPr>
          <p:cxnSp>
            <p:nvCxnSpPr>
              <p:cNvPr id="71" name="直线连接符 2"/>
              <p:cNvCxnSpPr/>
              <p:nvPr>
                <p:custDataLst>
                  <p:tags r:id="rId39"/>
                </p:custDataLst>
              </p:nvPr>
            </p:nvCxnSpPr>
            <p:spPr>
              <a:xfrm>
                <a:off x="2748370" y="4149080"/>
                <a:ext cx="1259398" cy="0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直线连接符 7"/>
              <p:cNvCxnSpPr/>
              <p:nvPr>
                <p:custDataLst>
                  <p:tags r:id="rId40"/>
                </p:custDataLst>
              </p:nvPr>
            </p:nvCxnSpPr>
            <p:spPr>
              <a:xfrm flipH="1">
                <a:off x="2748370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直线连接符 8"/>
              <p:cNvCxnSpPr/>
              <p:nvPr>
                <p:custDataLst>
                  <p:tags r:id="rId41"/>
                </p:custDataLst>
              </p:nvPr>
            </p:nvCxnSpPr>
            <p:spPr>
              <a:xfrm flipH="1">
                <a:off x="3083607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直线连接符 9"/>
              <p:cNvCxnSpPr/>
              <p:nvPr>
                <p:custDataLst>
                  <p:tags r:id="rId42"/>
                </p:custDataLst>
              </p:nvPr>
            </p:nvCxnSpPr>
            <p:spPr>
              <a:xfrm flipH="1">
                <a:off x="3426671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直线连接符 10"/>
              <p:cNvCxnSpPr/>
              <p:nvPr>
                <p:custDataLst>
                  <p:tags r:id="rId43"/>
                </p:custDataLst>
              </p:nvPr>
            </p:nvCxnSpPr>
            <p:spPr>
              <a:xfrm flipH="1">
                <a:off x="3761908" y="4149080"/>
                <a:ext cx="193621" cy="135632"/>
              </a:xfrm>
              <a:prstGeom prst="line">
                <a:avLst/>
              </a:prstGeom>
              <a:ln w="19050">
                <a:solidFill>
                  <a:schemeClr val="dk1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3" name="矩形 82"/>
          <p:cNvSpPr/>
          <p:nvPr>
            <p:custDataLst>
              <p:tags r:id="rId10"/>
            </p:custDataLst>
          </p:nvPr>
        </p:nvSpPr>
        <p:spPr>
          <a:xfrm rot="8257286">
            <a:off x="5023791" y="2972220"/>
            <a:ext cx="2430518" cy="105949"/>
          </a:xfrm>
          <a:prstGeom prst="rect">
            <a:avLst/>
          </a:prstGeom>
          <a:solidFill>
            <a:srgbClr val="00B05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84" name="组合 83"/>
          <p:cNvGrpSpPr/>
          <p:nvPr>
            <p:custDataLst>
              <p:tags r:id="rId11"/>
            </p:custDataLst>
          </p:nvPr>
        </p:nvGrpSpPr>
        <p:grpSpPr>
          <a:xfrm>
            <a:off x="6172606" y="2949730"/>
            <a:ext cx="484854" cy="938741"/>
            <a:chOff x="5403129" y="1628800"/>
            <a:chExt cx="648072" cy="1254753"/>
          </a:xfrm>
        </p:grpSpPr>
        <p:grpSp>
          <p:nvGrpSpPr>
            <p:cNvPr id="85" name="组合 84"/>
            <p:cNvGrpSpPr/>
            <p:nvPr>
              <p:custDataLst>
                <p:tags r:id="rId32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87" name="直线箭头连接符 18"/>
              <p:cNvCxnSpPr/>
              <p:nvPr>
                <p:custDataLst>
                  <p:tags r:id="rId34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8" name="文本框 87"/>
                  <p:cNvSpPr txBox="1"/>
                  <p:nvPr>
                    <p:custDataLst>
                      <p:tags r:id="rId35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88" name="文本框 8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4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6" name="椭圆 85"/>
            <p:cNvSpPr/>
            <p:nvPr>
              <p:custDataLst>
                <p:tags r:id="rId33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9" name="组合 88"/>
          <p:cNvGrpSpPr/>
          <p:nvPr>
            <p:custDataLst>
              <p:tags r:id="rId12"/>
            </p:custDataLst>
          </p:nvPr>
        </p:nvGrpSpPr>
        <p:grpSpPr>
          <a:xfrm>
            <a:off x="4951008" y="2795092"/>
            <a:ext cx="484854" cy="1105165"/>
            <a:chOff x="7507668" y="376007"/>
            <a:chExt cx="648072" cy="1477201"/>
          </a:xfrm>
        </p:grpSpPr>
        <p:grpSp>
          <p:nvGrpSpPr>
            <p:cNvPr id="90" name="组合 89"/>
            <p:cNvGrpSpPr/>
            <p:nvPr>
              <p:custDataLst>
                <p:tags r:id="rId28"/>
              </p:custDataLst>
            </p:nvPr>
          </p:nvGrpSpPr>
          <p:grpSpPr>
            <a:xfrm rot="10800000">
              <a:off x="7507668" y="376007"/>
              <a:ext cx="648072" cy="1405193"/>
              <a:chOff x="5520563" y="1700808"/>
              <a:chExt cx="648072" cy="1405193"/>
            </a:xfrm>
          </p:grpSpPr>
          <p:cxnSp>
            <p:nvCxnSpPr>
              <p:cNvPr id="92" name="直线箭头连接符 16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文本框 92"/>
                  <p:cNvSpPr txBox="1"/>
                  <p:nvPr>
                    <p:custDataLst>
                      <p:tags r:id="rId31"/>
                    </p:custDataLst>
                  </p:nvPr>
                </p:nvSpPr>
                <p:spPr>
                  <a:xfrm rot="10800000">
                    <a:off x="5520563" y="2613719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10" name="文本框 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5"/>
                    </p:custDataLst>
                  </p:nvPr>
                </p:nvSpPr>
                <p:spPr>
                  <a:xfrm rot="10800000">
                    <a:off x="5520563" y="2613719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1" name="椭圆 90"/>
            <p:cNvSpPr/>
            <p:nvPr>
              <p:custDataLst>
                <p:tags r:id="rId29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4" name="组合 93"/>
          <p:cNvGrpSpPr/>
          <p:nvPr>
            <p:custDataLst>
              <p:tags r:id="rId13"/>
            </p:custDataLst>
          </p:nvPr>
        </p:nvGrpSpPr>
        <p:grpSpPr>
          <a:xfrm rot="19083750" flipH="1">
            <a:off x="6345278" y="1591107"/>
            <a:ext cx="484854" cy="1049873"/>
            <a:chOff x="7536485" y="418100"/>
            <a:chExt cx="648072" cy="1403296"/>
          </a:xfrm>
        </p:grpSpPr>
        <p:grpSp>
          <p:nvGrpSpPr>
            <p:cNvPr id="95" name="组合 94"/>
            <p:cNvGrpSpPr/>
            <p:nvPr>
              <p:custDataLst>
                <p:tags r:id="rId24"/>
              </p:custDataLst>
            </p:nvPr>
          </p:nvGrpSpPr>
          <p:grpSpPr>
            <a:xfrm rot="10800000">
              <a:off x="7536485" y="418100"/>
              <a:ext cx="648072" cy="1363099"/>
              <a:chOff x="5491746" y="1700809"/>
              <a:chExt cx="648072" cy="1363099"/>
            </a:xfrm>
          </p:grpSpPr>
          <p:cxnSp>
            <p:nvCxnSpPr>
              <p:cNvPr id="97" name="直线箭头连接符 60"/>
              <p:cNvCxnSpPr/>
              <p:nvPr>
                <p:custDataLst>
                  <p:tags r:id="rId26"/>
                </p:custDataLst>
              </p:nvPr>
            </p:nvCxnSpPr>
            <p:spPr>
              <a:xfrm flipH="1">
                <a:off x="5559672" y="1700809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文本框 97"/>
                  <p:cNvSpPr txBox="1"/>
                  <p:nvPr>
                    <p:custDataLst>
                      <p:tags r:id="rId27"/>
                    </p:custDataLst>
                  </p:nvPr>
                </p:nvSpPr>
                <p:spPr>
                  <a:xfrm rot="8283750">
                    <a:off x="5491746" y="2571626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11" name="文本框 9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6"/>
                    </p:custDataLst>
                  </p:nvPr>
                </p:nvSpPr>
                <p:spPr>
                  <a:xfrm rot="8283750">
                    <a:off x="5491746" y="2571626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6" name="椭圆 95"/>
            <p:cNvSpPr/>
            <p:nvPr>
              <p:custDataLst>
                <p:tags r:id="rId25"/>
              </p:custDataLst>
            </p:nvPr>
          </p:nvSpPr>
          <p:spPr>
            <a:xfrm>
              <a:off x="8099565" y="1749388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9" name="组合 98"/>
          <p:cNvGrpSpPr/>
          <p:nvPr>
            <p:custDataLst>
              <p:tags r:id="rId14"/>
            </p:custDataLst>
          </p:nvPr>
        </p:nvGrpSpPr>
        <p:grpSpPr>
          <a:xfrm rot="5400000" flipH="1">
            <a:off x="5708597" y="3505489"/>
            <a:ext cx="364767" cy="1068391"/>
            <a:chOff x="7624664" y="425160"/>
            <a:chExt cx="487560" cy="1428048"/>
          </a:xfrm>
        </p:grpSpPr>
        <p:grpSp>
          <p:nvGrpSpPr>
            <p:cNvPr id="100" name="组合 99"/>
            <p:cNvGrpSpPr/>
            <p:nvPr>
              <p:custDataLst>
                <p:tags r:id="rId20"/>
              </p:custDataLst>
            </p:nvPr>
          </p:nvGrpSpPr>
          <p:grpSpPr>
            <a:xfrm rot="10800000">
              <a:off x="7624664" y="425160"/>
              <a:ext cx="471063" cy="1356040"/>
              <a:chOff x="5580576" y="1700808"/>
              <a:chExt cx="471063" cy="1356040"/>
            </a:xfrm>
          </p:grpSpPr>
          <p:cxnSp>
            <p:nvCxnSpPr>
              <p:cNvPr id="102" name="直线箭头连接符 35"/>
              <p:cNvCxnSpPr/>
              <p:nvPr>
                <p:custDataLst>
                  <p:tags r:id="rId22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文本框 102"/>
                  <p:cNvSpPr txBox="1"/>
                  <p:nvPr>
                    <p:custDataLst>
                      <p:tags r:id="rId23"/>
                    </p:custDataLst>
                  </p:nvPr>
                </p:nvSpPr>
                <p:spPr>
                  <a:xfrm rot="16200000">
                    <a:off x="5492071" y="2497280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3" name="文本框 10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8"/>
                    </p:custDataLst>
                  </p:nvPr>
                </p:nvSpPr>
                <p:spPr>
                  <a:xfrm rot="16200000">
                    <a:off x="5492071" y="2497280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0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1" name="椭圆 100"/>
            <p:cNvSpPr/>
            <p:nvPr>
              <p:custDataLst>
                <p:tags r:id="rId21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4" name="文本框 103"/>
          <p:cNvSpPr txBox="1"/>
          <p:nvPr>
            <p:custDataLst>
              <p:tags r:id="rId15"/>
            </p:custDataLst>
          </p:nvPr>
        </p:nvSpPr>
        <p:spPr>
          <a:xfrm>
            <a:off x="4964430" y="4159885"/>
            <a:ext cx="23583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墙壁光滑，地面粗糙</a:t>
            </a:r>
          </a:p>
        </p:txBody>
      </p:sp>
      <p:sp>
        <p:nvSpPr>
          <p:cNvPr id="3" name="Rectangle 14"/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304165" y="948690"/>
            <a:ext cx="4718050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、单个物体（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非质点问题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静止</a:t>
            </a:r>
            <a:r>
              <a:rPr kumimoji="0" lang="zh-CN" altLang="en-US" sz="2095">
                <a:solidFill>
                  <a:schemeClr val="dk1"/>
                </a:solidFill>
                <a:latin typeface="Calibri"/>
                <a:ea typeface="微软雅黑" panose="020B0503020204020204" charset="-122"/>
                <a:cs typeface="微软雅黑" panose="020B0503020204020204" charset="-122"/>
                <a:sym typeface="+mn-ea"/>
              </a:rPr>
              <a:t>①</a:t>
            </a:r>
          </a:p>
        </p:txBody>
      </p:sp>
      <p:cxnSp>
        <p:nvCxnSpPr>
          <p:cNvPr id="36" name="直接连接符 35"/>
          <p:cNvCxnSpPr/>
          <p:nvPr>
            <p:custDataLst>
              <p:tags r:id="rId17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圆角矩形 47">
            <a:hlinkClick r:id="" action="ppaction://noaction"/>
          </p:cNvPr>
          <p:cNvSpPr/>
          <p:nvPr>
            <p:custDataLst>
              <p:tags r:id="rId18"/>
            </p:custDataLst>
          </p:nvPr>
        </p:nvSpPr>
        <p:spPr>
          <a:xfrm>
            <a:off x="0" y="22860"/>
            <a:ext cx="207708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52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62230" y="125095"/>
            <a:ext cx="208089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四、实例分析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等腰三角形 48"/>
          <p:cNvSpPr/>
          <p:nvPr>
            <p:custDataLst>
              <p:tags r:id="rId2"/>
            </p:custDataLst>
          </p:nvPr>
        </p:nvSpPr>
        <p:spPr>
          <a:xfrm>
            <a:off x="5910038" y="2640747"/>
            <a:ext cx="1077453" cy="797011"/>
          </a:xfrm>
          <a:prstGeom prst="triangle">
            <a:avLst/>
          </a:prstGeom>
          <a:solidFill>
            <a:schemeClr val="lt1"/>
          </a:solidFill>
          <a:ln w="3810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0" name="组合 19"/>
          <p:cNvGrpSpPr/>
          <p:nvPr>
            <p:custDataLst>
              <p:tags r:id="rId3"/>
            </p:custDataLst>
          </p:nvPr>
        </p:nvGrpSpPr>
        <p:grpSpPr>
          <a:xfrm>
            <a:off x="1086542" y="3137195"/>
            <a:ext cx="2909123" cy="101473"/>
            <a:chOff x="1415480" y="2852936"/>
            <a:chExt cx="3888432" cy="135632"/>
          </a:xfrm>
        </p:grpSpPr>
        <p:cxnSp>
          <p:nvCxnSpPr>
            <p:cNvPr id="5" name="直线连接符 2"/>
            <p:cNvCxnSpPr/>
            <p:nvPr>
              <p:custDataLst>
                <p:tags r:id="rId50"/>
              </p:custDataLst>
            </p:nvPr>
          </p:nvCxnSpPr>
          <p:spPr>
            <a:xfrm>
              <a:off x="1415480" y="2852936"/>
              <a:ext cx="3888432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3"/>
            <p:cNvCxnSpPr/>
            <p:nvPr>
              <p:custDataLst>
                <p:tags r:id="rId51"/>
              </p:custDataLst>
            </p:nvPr>
          </p:nvCxnSpPr>
          <p:spPr>
            <a:xfrm flipH="1">
              <a:off x="1418628" y="2852936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4"/>
            <p:cNvCxnSpPr/>
            <p:nvPr>
              <p:custDataLst>
                <p:tags r:id="rId52"/>
              </p:custDataLst>
            </p:nvPr>
          </p:nvCxnSpPr>
          <p:spPr>
            <a:xfrm flipH="1">
              <a:off x="1753865" y="2852936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5"/>
            <p:cNvCxnSpPr/>
            <p:nvPr>
              <p:custDataLst>
                <p:tags r:id="rId53"/>
              </p:custDataLst>
            </p:nvPr>
          </p:nvCxnSpPr>
          <p:spPr>
            <a:xfrm flipH="1">
              <a:off x="2083346" y="2852936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6"/>
            <p:cNvCxnSpPr/>
            <p:nvPr>
              <p:custDataLst>
                <p:tags r:id="rId54"/>
              </p:custDataLst>
            </p:nvPr>
          </p:nvCxnSpPr>
          <p:spPr>
            <a:xfrm flipH="1">
              <a:off x="2418583" y="2852936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7"/>
            <p:cNvCxnSpPr/>
            <p:nvPr>
              <p:custDataLst>
                <p:tags r:id="rId55"/>
              </p:custDataLst>
            </p:nvPr>
          </p:nvCxnSpPr>
          <p:spPr>
            <a:xfrm flipH="1">
              <a:off x="2748370" y="2852936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连接符 8"/>
            <p:cNvCxnSpPr/>
            <p:nvPr>
              <p:custDataLst>
                <p:tags r:id="rId56"/>
              </p:custDataLst>
            </p:nvPr>
          </p:nvCxnSpPr>
          <p:spPr>
            <a:xfrm flipH="1">
              <a:off x="3083607" y="2852936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9"/>
            <p:cNvCxnSpPr/>
            <p:nvPr>
              <p:custDataLst>
                <p:tags r:id="rId57"/>
              </p:custDataLst>
            </p:nvPr>
          </p:nvCxnSpPr>
          <p:spPr>
            <a:xfrm flipH="1">
              <a:off x="3426671" y="2852936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0"/>
            <p:cNvCxnSpPr/>
            <p:nvPr>
              <p:custDataLst>
                <p:tags r:id="rId58"/>
              </p:custDataLst>
            </p:nvPr>
          </p:nvCxnSpPr>
          <p:spPr>
            <a:xfrm flipH="1">
              <a:off x="3761908" y="2852936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连接符 7"/>
            <p:cNvCxnSpPr/>
            <p:nvPr>
              <p:custDataLst>
                <p:tags r:id="rId59"/>
              </p:custDataLst>
            </p:nvPr>
          </p:nvCxnSpPr>
          <p:spPr>
            <a:xfrm flipH="1">
              <a:off x="4033567" y="2852936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线连接符 8"/>
            <p:cNvCxnSpPr/>
            <p:nvPr>
              <p:custDataLst>
                <p:tags r:id="rId60"/>
              </p:custDataLst>
            </p:nvPr>
          </p:nvCxnSpPr>
          <p:spPr>
            <a:xfrm flipH="1">
              <a:off x="4368804" y="2852936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线连接符 9"/>
            <p:cNvCxnSpPr/>
            <p:nvPr>
              <p:custDataLst>
                <p:tags r:id="rId61"/>
              </p:custDataLst>
            </p:nvPr>
          </p:nvCxnSpPr>
          <p:spPr>
            <a:xfrm flipH="1">
              <a:off x="4711868" y="2852936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线连接符 10"/>
            <p:cNvCxnSpPr/>
            <p:nvPr>
              <p:custDataLst>
                <p:tags r:id="rId62"/>
              </p:custDataLst>
            </p:nvPr>
          </p:nvCxnSpPr>
          <p:spPr>
            <a:xfrm flipH="1">
              <a:off x="5047105" y="2852936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弧形 22"/>
          <p:cNvSpPr/>
          <p:nvPr>
            <p:custDataLst>
              <p:tags r:id="rId4"/>
            </p:custDataLst>
          </p:nvPr>
        </p:nvSpPr>
        <p:spPr>
          <a:xfrm>
            <a:off x="2751293" y="2599502"/>
            <a:ext cx="1124670" cy="1075387"/>
          </a:xfrm>
          <a:prstGeom prst="arc">
            <a:avLst>
              <a:gd name="adj1" fmla="val 10771814"/>
              <a:gd name="adj2" fmla="val 0"/>
            </a:avLst>
          </a:prstGeom>
          <a:ln w="38100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矩形 23"/>
          <p:cNvSpPr/>
          <p:nvPr>
            <p:custDataLst>
              <p:tags r:id="rId5"/>
            </p:custDataLst>
          </p:nvPr>
        </p:nvSpPr>
        <p:spPr>
          <a:xfrm rot="20682048">
            <a:off x="1184677" y="2712468"/>
            <a:ext cx="2430518" cy="105949"/>
          </a:xfrm>
          <a:prstGeom prst="rect">
            <a:avLst/>
          </a:prstGeom>
          <a:solidFill>
            <a:srgbClr val="00B05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" name="组合 24"/>
          <p:cNvGrpSpPr/>
          <p:nvPr>
            <p:custDataLst>
              <p:tags r:id="rId6"/>
            </p:custDataLst>
          </p:nvPr>
        </p:nvGrpSpPr>
        <p:grpSpPr>
          <a:xfrm>
            <a:off x="2329350" y="2746995"/>
            <a:ext cx="484854" cy="938741"/>
            <a:chOff x="5403129" y="1628800"/>
            <a:chExt cx="648072" cy="1254753"/>
          </a:xfrm>
        </p:grpSpPr>
        <p:grpSp>
          <p:nvGrpSpPr>
            <p:cNvPr id="26" name="组合 25"/>
            <p:cNvGrpSpPr/>
            <p:nvPr>
              <p:custDataLst>
                <p:tags r:id="rId46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28" name="直线箭头连接符 18"/>
              <p:cNvCxnSpPr/>
              <p:nvPr>
                <p:custDataLst>
                  <p:tags r:id="rId48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文本框 28"/>
                  <p:cNvSpPr txBox="1"/>
                  <p:nvPr>
                    <p:custDataLst>
                      <p:tags r:id="rId49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29" name="文本框 2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64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6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7" name="椭圆 26"/>
            <p:cNvSpPr/>
            <p:nvPr>
              <p:custDataLst>
                <p:tags r:id="rId47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0" name="组合 29"/>
          <p:cNvGrpSpPr/>
          <p:nvPr>
            <p:custDataLst>
              <p:tags r:id="rId7"/>
            </p:custDataLst>
          </p:nvPr>
        </p:nvGrpSpPr>
        <p:grpSpPr>
          <a:xfrm>
            <a:off x="789756" y="2096613"/>
            <a:ext cx="484854" cy="1059099"/>
            <a:chOff x="7464152" y="437581"/>
            <a:chExt cx="648072" cy="1415627"/>
          </a:xfrm>
        </p:grpSpPr>
        <p:grpSp>
          <p:nvGrpSpPr>
            <p:cNvPr id="31" name="组合 30"/>
            <p:cNvGrpSpPr/>
            <p:nvPr>
              <p:custDataLst>
                <p:tags r:id="rId42"/>
              </p:custDataLst>
            </p:nvPr>
          </p:nvGrpSpPr>
          <p:grpSpPr>
            <a:xfrm rot="10800000">
              <a:off x="7464152" y="437581"/>
              <a:ext cx="648072" cy="1343619"/>
              <a:chOff x="5564079" y="1700808"/>
              <a:chExt cx="648072" cy="1343619"/>
            </a:xfrm>
          </p:grpSpPr>
          <p:cxnSp>
            <p:nvCxnSpPr>
              <p:cNvPr id="33" name="直线箭头连接符 16"/>
              <p:cNvCxnSpPr/>
              <p:nvPr>
                <p:custDataLst>
                  <p:tags r:id="rId44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文本框 33"/>
                  <p:cNvSpPr txBox="1"/>
                  <p:nvPr>
                    <p:custDataLst>
                      <p:tags r:id="rId45"/>
                    </p:custDataLst>
                  </p:nvPr>
                </p:nvSpPr>
                <p:spPr>
                  <a:xfrm rot="10800000">
                    <a:off x="5564079" y="2552145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72" name="文本框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66"/>
                    </p:custDataLst>
                  </p:nvPr>
                </p:nvSpPr>
                <p:spPr>
                  <a:xfrm rot="10800000">
                    <a:off x="5564079" y="2552145"/>
                    <a:ext cx="648072" cy="492282"/>
                  </a:xfrm>
                  <a:prstGeom prst="rect">
                    <a:avLst/>
                  </a:prstGeom>
                  <a:blipFill rotWithShape="1">
                    <a:blip r:embed="rId6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2" name="椭圆 31"/>
            <p:cNvSpPr/>
            <p:nvPr>
              <p:custDataLst>
                <p:tags r:id="rId43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8"/>
            </p:custDataLst>
          </p:nvPr>
        </p:nvGrpSpPr>
        <p:grpSpPr>
          <a:xfrm rot="20807030">
            <a:off x="2565926" y="1705349"/>
            <a:ext cx="513399" cy="979893"/>
            <a:chOff x="7485347" y="511638"/>
            <a:chExt cx="686226" cy="1309758"/>
          </a:xfrm>
        </p:grpSpPr>
        <p:grpSp>
          <p:nvGrpSpPr>
            <p:cNvPr id="36" name="组合 35"/>
            <p:cNvGrpSpPr/>
            <p:nvPr>
              <p:custDataLst>
                <p:tags r:id="rId38"/>
              </p:custDataLst>
            </p:nvPr>
          </p:nvGrpSpPr>
          <p:grpSpPr>
            <a:xfrm rot="10800000">
              <a:off x="7485347" y="511638"/>
              <a:ext cx="648072" cy="1269561"/>
              <a:chOff x="5542884" y="1700809"/>
              <a:chExt cx="648072" cy="1269561"/>
            </a:xfrm>
          </p:grpSpPr>
          <p:cxnSp>
            <p:nvCxnSpPr>
              <p:cNvPr id="38" name="直线箭头连接符 60"/>
              <p:cNvCxnSpPr/>
              <p:nvPr>
                <p:custDataLst>
                  <p:tags r:id="rId40"/>
                </p:custDataLst>
              </p:nvPr>
            </p:nvCxnSpPr>
            <p:spPr>
              <a:xfrm flipH="1">
                <a:off x="5559672" y="1700809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3" name="文本框 38"/>
                  <p:cNvSpPr txBox="1"/>
                  <p:nvPr>
                    <p:custDataLst>
                      <p:tags r:id="rId41"/>
                    </p:custDataLst>
                  </p:nvPr>
                </p:nvSpPr>
                <p:spPr>
                  <a:xfrm rot="11592970">
                    <a:off x="5542884" y="2478088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73" name="文本框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68"/>
                    </p:custDataLst>
                  </p:nvPr>
                </p:nvSpPr>
                <p:spPr>
                  <a:xfrm rot="11592970">
                    <a:off x="5542884" y="2478088"/>
                    <a:ext cx="648072" cy="492282"/>
                  </a:xfrm>
                  <a:prstGeom prst="rect">
                    <a:avLst/>
                  </a:prstGeom>
                  <a:blipFill rotWithShape="1">
                    <a:blip r:embed="rId6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7" name="椭圆 36"/>
            <p:cNvSpPr/>
            <p:nvPr>
              <p:custDataLst>
                <p:tags r:id="rId39"/>
              </p:custDataLst>
            </p:nvPr>
          </p:nvSpPr>
          <p:spPr>
            <a:xfrm>
              <a:off x="8099565" y="1749388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9"/>
            </p:custDataLst>
          </p:nvPr>
        </p:nvGrpSpPr>
        <p:grpSpPr>
          <a:xfrm rot="5400000" flipH="1">
            <a:off x="1377663" y="2952891"/>
            <a:ext cx="372750" cy="686602"/>
            <a:chOff x="7613994" y="935472"/>
            <a:chExt cx="498230" cy="917736"/>
          </a:xfrm>
        </p:grpSpPr>
        <p:grpSp>
          <p:nvGrpSpPr>
            <p:cNvPr id="41" name="组合 40"/>
            <p:cNvGrpSpPr/>
            <p:nvPr>
              <p:custDataLst>
                <p:tags r:id="rId34"/>
              </p:custDataLst>
            </p:nvPr>
          </p:nvGrpSpPr>
          <p:grpSpPr>
            <a:xfrm rot="10800000">
              <a:off x="7613994" y="935472"/>
              <a:ext cx="471063" cy="845728"/>
              <a:chOff x="5591246" y="1700808"/>
              <a:chExt cx="471063" cy="845728"/>
            </a:xfrm>
          </p:grpSpPr>
          <p:cxnSp>
            <p:nvCxnSpPr>
              <p:cNvPr id="43" name="直线箭头连接符 35"/>
              <p:cNvCxnSpPr/>
              <p:nvPr>
                <p:custDataLst>
                  <p:tags r:id="rId36"/>
                </p:custDataLst>
              </p:nvPr>
            </p:nvCxnSpPr>
            <p:spPr>
              <a:xfrm rot="16200000" flipH="1">
                <a:off x="5314347" y="1978405"/>
                <a:ext cx="555194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4" name="文本框 43"/>
                  <p:cNvSpPr txBox="1"/>
                  <p:nvPr>
                    <p:custDataLst>
                      <p:tags r:id="rId37"/>
                    </p:custDataLst>
                  </p:nvPr>
                </p:nvSpPr>
                <p:spPr>
                  <a:xfrm rot="16200000">
                    <a:off x="5502741" y="1986968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74" name="文本框 4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70"/>
                    </p:custDataLst>
                  </p:nvPr>
                </p:nvSpPr>
                <p:spPr>
                  <a:xfrm rot="16200000">
                    <a:off x="5502741" y="1986968"/>
                    <a:ext cx="648072" cy="471063"/>
                  </a:xfrm>
                  <a:prstGeom prst="rect">
                    <a:avLst/>
                  </a:prstGeom>
                  <a:blipFill rotWithShape="1">
                    <a:blip r:embed="rId7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2" name="椭圆 41"/>
            <p:cNvSpPr/>
            <p:nvPr>
              <p:custDataLst>
                <p:tags r:id="rId35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5" name="文本框 44"/>
          <p:cNvSpPr txBox="1"/>
          <p:nvPr>
            <p:custDataLst>
              <p:tags r:id="rId10"/>
            </p:custDataLst>
          </p:nvPr>
        </p:nvSpPr>
        <p:spPr>
          <a:xfrm>
            <a:off x="1313180" y="3710305"/>
            <a:ext cx="2491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半球光滑，地面粗糙</a:t>
            </a:r>
          </a:p>
        </p:txBody>
      </p:sp>
      <p:sp>
        <p:nvSpPr>
          <p:cNvPr id="46" name="弧形 45"/>
          <p:cNvSpPr/>
          <p:nvPr>
            <p:custDataLst>
              <p:tags r:id="rId11"/>
            </p:custDataLst>
          </p:nvPr>
        </p:nvSpPr>
        <p:spPr>
          <a:xfrm rot="5400000">
            <a:off x="5452120" y="1245380"/>
            <a:ext cx="1993288" cy="1993288"/>
          </a:xfrm>
          <a:prstGeom prst="arc">
            <a:avLst>
              <a:gd name="adj1" fmla="val 16200000"/>
              <a:gd name="adj2" fmla="val 5380275"/>
            </a:avLst>
          </a:prstGeom>
          <a:solidFill>
            <a:schemeClr val="lt1"/>
          </a:solidFill>
          <a:ln w="38100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矩形 49"/>
          <p:cNvSpPr/>
          <p:nvPr>
            <p:custDataLst>
              <p:tags r:id="rId12"/>
            </p:custDataLst>
          </p:nvPr>
        </p:nvSpPr>
        <p:spPr>
          <a:xfrm rot="19914476">
            <a:off x="5767448" y="2411937"/>
            <a:ext cx="2430518" cy="105949"/>
          </a:xfrm>
          <a:prstGeom prst="rect">
            <a:avLst/>
          </a:prstGeom>
          <a:solidFill>
            <a:srgbClr val="00B05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3"/>
            </p:custDataLst>
          </p:nvPr>
        </p:nvSpPr>
        <p:spPr>
          <a:xfrm>
            <a:off x="5462103" y="3706023"/>
            <a:ext cx="2207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杆静止在光滑碗中</a:t>
            </a:r>
          </a:p>
        </p:txBody>
      </p:sp>
      <p:grpSp>
        <p:nvGrpSpPr>
          <p:cNvPr id="52" name="组合 51"/>
          <p:cNvGrpSpPr/>
          <p:nvPr>
            <p:custDataLst>
              <p:tags r:id="rId14"/>
            </p:custDataLst>
          </p:nvPr>
        </p:nvGrpSpPr>
        <p:grpSpPr>
          <a:xfrm>
            <a:off x="6898969" y="2422379"/>
            <a:ext cx="484854" cy="938741"/>
            <a:chOff x="5403129" y="1628800"/>
            <a:chExt cx="648072" cy="1254753"/>
          </a:xfrm>
        </p:grpSpPr>
        <p:grpSp>
          <p:nvGrpSpPr>
            <p:cNvPr id="53" name="组合 52"/>
            <p:cNvGrpSpPr/>
            <p:nvPr>
              <p:custDataLst>
                <p:tags r:id="rId30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55" name="直线箭头连接符 18"/>
              <p:cNvCxnSpPr/>
              <p:nvPr>
                <p:custDataLst>
                  <p:tags r:id="rId32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文本框 55"/>
                  <p:cNvSpPr txBox="1"/>
                  <p:nvPr>
                    <p:custDataLst>
                      <p:tags r:id="rId33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56" name="文本框 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72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6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4" name="椭圆 53"/>
            <p:cNvSpPr/>
            <p:nvPr>
              <p:custDataLst>
                <p:tags r:id="rId31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7" name="组合 56"/>
          <p:cNvGrpSpPr/>
          <p:nvPr>
            <p:custDataLst>
              <p:tags r:id="rId15"/>
            </p:custDataLst>
          </p:nvPr>
        </p:nvGrpSpPr>
        <p:grpSpPr>
          <a:xfrm rot="1736277">
            <a:off x="5764208" y="1999534"/>
            <a:ext cx="484854" cy="1059099"/>
            <a:chOff x="7464152" y="437581"/>
            <a:chExt cx="648072" cy="1415627"/>
          </a:xfrm>
        </p:grpSpPr>
        <p:grpSp>
          <p:nvGrpSpPr>
            <p:cNvPr id="58" name="组合 57"/>
            <p:cNvGrpSpPr/>
            <p:nvPr>
              <p:custDataLst>
                <p:tags r:id="rId26"/>
              </p:custDataLst>
            </p:nvPr>
          </p:nvGrpSpPr>
          <p:grpSpPr>
            <a:xfrm rot="10800000">
              <a:off x="7464152" y="437581"/>
              <a:ext cx="648072" cy="1343619"/>
              <a:chOff x="5564079" y="1700808"/>
              <a:chExt cx="648072" cy="1343619"/>
            </a:xfrm>
          </p:grpSpPr>
          <p:cxnSp>
            <p:nvCxnSpPr>
              <p:cNvPr id="60" name="直线箭头连接符 16"/>
              <p:cNvCxnSpPr/>
              <p:nvPr>
                <p:custDataLst>
                  <p:tags r:id="rId28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文本框 60"/>
                  <p:cNvSpPr txBox="1"/>
                  <p:nvPr>
                    <p:custDataLst>
                      <p:tags r:id="rId29"/>
                    </p:custDataLst>
                  </p:nvPr>
                </p:nvSpPr>
                <p:spPr>
                  <a:xfrm rot="9063723">
                    <a:off x="5564079" y="2552145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76" name="文本框 6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73"/>
                    </p:custDataLst>
                  </p:nvPr>
                </p:nvSpPr>
                <p:spPr>
                  <a:xfrm rot="9063723">
                    <a:off x="5564079" y="2552145"/>
                    <a:ext cx="648072" cy="492282"/>
                  </a:xfrm>
                  <a:prstGeom prst="rect">
                    <a:avLst/>
                  </a:prstGeom>
                  <a:blipFill rotWithShape="1">
                    <a:blip r:embed="rId6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9" name="椭圆 58"/>
            <p:cNvSpPr/>
            <p:nvPr>
              <p:custDataLst>
                <p:tags r:id="rId27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cxnSp>
        <p:nvCxnSpPr>
          <p:cNvPr id="63" name="直接连接符 62"/>
          <p:cNvCxnSpPr/>
          <p:nvPr>
            <p:custDataLst>
              <p:tags r:id="rId16"/>
            </p:custDataLst>
          </p:nvPr>
        </p:nvCxnSpPr>
        <p:spPr>
          <a:xfrm>
            <a:off x="5420871" y="2797798"/>
            <a:ext cx="849071" cy="508610"/>
          </a:xfrm>
          <a:prstGeom prst="line">
            <a:avLst/>
          </a:prstGeom>
          <a:ln>
            <a:solidFill>
              <a:srgbClr val="00B0F0"/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6" name="组合 65"/>
          <p:cNvGrpSpPr/>
          <p:nvPr>
            <p:custDataLst>
              <p:tags r:id="rId17"/>
            </p:custDataLst>
          </p:nvPr>
        </p:nvGrpSpPr>
        <p:grpSpPr>
          <a:xfrm rot="20144138">
            <a:off x="6742837" y="1060311"/>
            <a:ext cx="639034" cy="1336678"/>
            <a:chOff x="7539746" y="34747"/>
            <a:chExt cx="854155" cy="1786649"/>
          </a:xfrm>
        </p:grpSpPr>
        <p:grpSp>
          <p:nvGrpSpPr>
            <p:cNvPr id="67" name="组合 66"/>
            <p:cNvGrpSpPr/>
            <p:nvPr>
              <p:custDataLst>
                <p:tags r:id="rId22"/>
              </p:custDataLst>
            </p:nvPr>
          </p:nvGrpSpPr>
          <p:grpSpPr>
            <a:xfrm rot="10800000">
              <a:off x="7539746" y="34747"/>
              <a:ext cx="854155" cy="1686847"/>
              <a:chOff x="5282402" y="1760414"/>
              <a:chExt cx="854155" cy="1686847"/>
            </a:xfrm>
          </p:grpSpPr>
          <p:cxnSp>
            <p:nvCxnSpPr>
              <p:cNvPr id="69" name="直线箭头连接符 60"/>
              <p:cNvCxnSpPr/>
              <p:nvPr>
                <p:custDataLst>
                  <p:tags r:id="rId24"/>
                </p:custDataLst>
              </p:nvPr>
            </p:nvCxnSpPr>
            <p:spPr>
              <a:xfrm rot="12255862" flipH="1" flipV="1">
                <a:off x="5282402" y="1760414"/>
                <a:ext cx="554540" cy="1230208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文本框 69"/>
                  <p:cNvSpPr txBox="1"/>
                  <p:nvPr>
                    <p:custDataLst>
                      <p:tags r:id="rId25"/>
                    </p:custDataLst>
                  </p:nvPr>
                </p:nvSpPr>
                <p:spPr>
                  <a:xfrm rot="12255862">
                    <a:off x="5488485" y="2954979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77" name="文本框 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74"/>
                    </p:custDataLst>
                  </p:nvPr>
                </p:nvSpPr>
                <p:spPr>
                  <a:xfrm rot="12255862">
                    <a:off x="5488485" y="2954979"/>
                    <a:ext cx="648072" cy="492282"/>
                  </a:xfrm>
                  <a:prstGeom prst="rect">
                    <a:avLst/>
                  </a:prstGeom>
                  <a:blipFill rotWithShape="1">
                    <a:blip r:embed="rId6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8" name="椭圆 67"/>
            <p:cNvSpPr/>
            <p:nvPr>
              <p:custDataLst>
                <p:tags r:id="rId23"/>
              </p:custDataLst>
            </p:nvPr>
          </p:nvSpPr>
          <p:spPr>
            <a:xfrm>
              <a:off x="8099565" y="1749388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Rectangle 14"/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304165" y="948690"/>
            <a:ext cx="4718050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、单个物体（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非质点问题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静止</a:t>
            </a:r>
            <a:r>
              <a:rPr kumimoji="0" lang="zh-CN" altLang="en-US" sz="2095">
                <a:solidFill>
                  <a:schemeClr val="dk1"/>
                </a:solidFill>
                <a:latin typeface="Calibri"/>
                <a:ea typeface="微软雅黑" panose="020B0503020204020204" charset="-122"/>
                <a:cs typeface="微软雅黑" panose="020B0503020204020204" charset="-122"/>
                <a:sym typeface="+mn-ea"/>
              </a:rPr>
              <a:t>②</a:t>
            </a:r>
          </a:p>
        </p:txBody>
      </p:sp>
      <p:cxnSp>
        <p:nvCxnSpPr>
          <p:cNvPr id="14" name="直接连接符 13"/>
          <p:cNvCxnSpPr/>
          <p:nvPr>
            <p:custDataLst>
              <p:tags r:id="rId19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圆角矩形 47">
            <a:hlinkClick r:id="" action="ppaction://noaction"/>
          </p:cNvPr>
          <p:cNvSpPr/>
          <p:nvPr>
            <p:custDataLst>
              <p:tags r:id="rId20"/>
            </p:custDataLst>
          </p:nvPr>
        </p:nvSpPr>
        <p:spPr>
          <a:xfrm>
            <a:off x="0" y="22860"/>
            <a:ext cx="207708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19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21"/>
            </p:custDataLst>
          </p:nvPr>
        </p:nvSpPr>
        <p:spPr bwMode="auto">
          <a:xfrm>
            <a:off x="62230" y="125095"/>
            <a:ext cx="208089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四、实例分析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 flipH="1" flipV="1">
            <a:off x="2493730" y="1956556"/>
            <a:ext cx="1939415" cy="101473"/>
            <a:chOff x="1415480" y="4149080"/>
            <a:chExt cx="2592288" cy="135632"/>
          </a:xfrm>
        </p:grpSpPr>
        <p:cxnSp>
          <p:nvCxnSpPr>
            <p:cNvPr id="5" name="直线连接符 2"/>
            <p:cNvCxnSpPr/>
            <p:nvPr>
              <p:custDataLst>
                <p:tags r:id="rId76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3"/>
            <p:cNvCxnSpPr/>
            <p:nvPr>
              <p:custDataLst>
                <p:tags r:id="rId77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4"/>
            <p:cNvCxnSpPr/>
            <p:nvPr>
              <p:custDataLst>
                <p:tags r:id="rId78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5"/>
            <p:cNvCxnSpPr/>
            <p:nvPr>
              <p:custDataLst>
                <p:tags r:id="rId79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6"/>
            <p:cNvCxnSpPr/>
            <p:nvPr>
              <p:custDataLst>
                <p:tags r:id="rId80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7"/>
            <p:cNvCxnSpPr/>
            <p:nvPr>
              <p:custDataLst>
                <p:tags r:id="rId81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连接符 8"/>
            <p:cNvCxnSpPr/>
            <p:nvPr>
              <p:custDataLst>
                <p:tags r:id="rId82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9"/>
            <p:cNvCxnSpPr/>
            <p:nvPr>
              <p:custDataLst>
                <p:tags r:id="rId83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0"/>
            <p:cNvCxnSpPr/>
            <p:nvPr>
              <p:custDataLst>
                <p:tags r:id="rId84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>
            <p:custDataLst>
              <p:tags r:id="rId3"/>
            </p:custDataLst>
          </p:nvPr>
        </p:nvGrpSpPr>
        <p:grpSpPr>
          <a:xfrm>
            <a:off x="1994067" y="4165335"/>
            <a:ext cx="1939415" cy="101473"/>
            <a:chOff x="1415480" y="4149080"/>
            <a:chExt cx="2592288" cy="135632"/>
          </a:xfrm>
        </p:grpSpPr>
        <p:cxnSp>
          <p:nvCxnSpPr>
            <p:cNvPr id="15" name="直线连接符 2"/>
            <p:cNvCxnSpPr/>
            <p:nvPr>
              <p:custDataLst>
                <p:tags r:id="rId67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线连接符 3"/>
            <p:cNvCxnSpPr/>
            <p:nvPr>
              <p:custDataLst>
                <p:tags r:id="rId68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线连接符 4"/>
            <p:cNvCxnSpPr/>
            <p:nvPr>
              <p:custDataLst>
                <p:tags r:id="rId69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线连接符 5"/>
            <p:cNvCxnSpPr/>
            <p:nvPr>
              <p:custDataLst>
                <p:tags r:id="rId70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线连接符 6"/>
            <p:cNvCxnSpPr/>
            <p:nvPr>
              <p:custDataLst>
                <p:tags r:id="rId71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线连接符 7"/>
            <p:cNvCxnSpPr/>
            <p:nvPr>
              <p:custDataLst>
                <p:tags r:id="rId72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线连接符 8"/>
            <p:cNvCxnSpPr/>
            <p:nvPr>
              <p:custDataLst>
                <p:tags r:id="rId73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线连接符 9"/>
            <p:cNvCxnSpPr/>
            <p:nvPr>
              <p:custDataLst>
                <p:tags r:id="rId74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线连接符 10"/>
            <p:cNvCxnSpPr/>
            <p:nvPr>
              <p:custDataLst>
                <p:tags r:id="rId75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矩形 23"/>
          <p:cNvSpPr/>
          <p:nvPr>
            <p:custDataLst>
              <p:tags r:id="rId4"/>
            </p:custDataLst>
          </p:nvPr>
        </p:nvSpPr>
        <p:spPr>
          <a:xfrm rot="18846734">
            <a:off x="1846894" y="3387068"/>
            <a:ext cx="1974088" cy="80800"/>
          </a:xfrm>
          <a:prstGeom prst="rect">
            <a:avLst/>
          </a:prstGeom>
          <a:solidFill>
            <a:srgbClr val="00B05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6" name="直接连接符 25"/>
          <p:cNvCxnSpPr/>
          <p:nvPr>
            <p:custDataLst>
              <p:tags r:id="rId5"/>
            </p:custDataLst>
          </p:nvPr>
        </p:nvCxnSpPr>
        <p:spPr>
          <a:xfrm flipH="1">
            <a:off x="3490581" y="2058029"/>
            <a:ext cx="0" cy="632642"/>
          </a:xfrm>
          <a:prstGeom prst="line">
            <a:avLst/>
          </a:prstGeom>
          <a:ln w="28575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>
            <p:custDataLst>
              <p:tags r:id="rId6"/>
            </p:custDataLst>
          </p:nvPr>
        </p:nvGrpSpPr>
        <p:grpSpPr>
          <a:xfrm>
            <a:off x="2797855" y="3357245"/>
            <a:ext cx="484854" cy="854760"/>
            <a:chOff x="5419131" y="1628800"/>
            <a:chExt cx="648072" cy="1142501"/>
          </a:xfrm>
        </p:grpSpPr>
        <p:grpSp>
          <p:nvGrpSpPr>
            <p:cNvPr id="29" name="组合 28"/>
            <p:cNvGrpSpPr/>
            <p:nvPr>
              <p:custDataLst>
                <p:tags r:id="rId63"/>
              </p:custDataLst>
            </p:nvPr>
          </p:nvGrpSpPr>
          <p:grpSpPr>
            <a:xfrm>
              <a:off x="5419131" y="1632992"/>
              <a:ext cx="648072" cy="1138309"/>
              <a:chOff x="5463930" y="1700808"/>
              <a:chExt cx="648072" cy="1138309"/>
            </a:xfrm>
          </p:grpSpPr>
          <p:cxnSp>
            <p:nvCxnSpPr>
              <p:cNvPr id="31" name="直线箭头连接符 18"/>
              <p:cNvCxnSpPr/>
              <p:nvPr>
                <p:custDataLst>
                  <p:tags r:id="rId65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文本框 31"/>
                  <p:cNvSpPr txBox="1"/>
                  <p:nvPr>
                    <p:custDataLst>
                      <p:tags r:id="rId66"/>
                    </p:custDataLst>
                  </p:nvPr>
                </p:nvSpPr>
                <p:spPr>
                  <a:xfrm>
                    <a:off x="5463930" y="2346835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28" name="文本框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86"/>
                    </p:custDataLst>
                  </p:nvPr>
                </p:nvSpPr>
                <p:spPr>
                  <a:xfrm>
                    <a:off x="5463930" y="2346835"/>
                    <a:ext cx="648072" cy="492282"/>
                  </a:xfrm>
                  <a:prstGeom prst="rect">
                    <a:avLst/>
                  </a:prstGeom>
                  <a:blipFill rotWithShape="1">
                    <a:blip r:embed="rId8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" name="椭圆 29"/>
            <p:cNvSpPr/>
            <p:nvPr>
              <p:custDataLst>
                <p:tags r:id="rId64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8" name="组合 37"/>
          <p:cNvGrpSpPr/>
          <p:nvPr>
            <p:custDataLst>
              <p:tags r:id="rId7"/>
            </p:custDataLst>
          </p:nvPr>
        </p:nvGrpSpPr>
        <p:grpSpPr>
          <a:xfrm>
            <a:off x="1764581" y="3148885"/>
            <a:ext cx="484854" cy="1040214"/>
            <a:chOff x="7536160" y="462823"/>
            <a:chExt cx="648072" cy="1390385"/>
          </a:xfrm>
        </p:grpSpPr>
        <p:grpSp>
          <p:nvGrpSpPr>
            <p:cNvPr id="39" name="组合 38"/>
            <p:cNvGrpSpPr/>
            <p:nvPr>
              <p:custDataLst>
                <p:tags r:id="rId59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41" name="直线箭头连接符 16"/>
              <p:cNvCxnSpPr/>
              <p:nvPr>
                <p:custDataLst>
                  <p:tags r:id="rId61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/>
                  <p:cNvSpPr txBox="1"/>
                  <p:nvPr>
                    <p:custDataLst>
                      <p:tags r:id="rId62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42" name="文本框 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88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8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0" name="椭圆 39"/>
            <p:cNvSpPr/>
            <p:nvPr>
              <p:custDataLst>
                <p:tags r:id="rId60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3" name="组合 42"/>
          <p:cNvGrpSpPr/>
          <p:nvPr>
            <p:custDataLst>
              <p:tags r:id="rId8"/>
            </p:custDataLst>
          </p:nvPr>
        </p:nvGrpSpPr>
        <p:grpSpPr>
          <a:xfrm>
            <a:off x="3041461" y="2096679"/>
            <a:ext cx="487094" cy="612002"/>
            <a:chOff x="7461158" y="1035185"/>
            <a:chExt cx="651066" cy="818023"/>
          </a:xfrm>
        </p:grpSpPr>
        <p:grpSp>
          <p:nvGrpSpPr>
            <p:cNvPr id="44" name="组合 43"/>
            <p:cNvGrpSpPr/>
            <p:nvPr>
              <p:custDataLst>
                <p:tags r:id="rId55"/>
              </p:custDataLst>
            </p:nvPr>
          </p:nvGrpSpPr>
          <p:grpSpPr>
            <a:xfrm rot="10800000">
              <a:off x="7461158" y="1035185"/>
              <a:ext cx="648072" cy="798825"/>
              <a:chOff x="5567073" y="1647998"/>
              <a:chExt cx="648072" cy="798825"/>
            </a:xfrm>
          </p:grpSpPr>
          <p:cxnSp>
            <p:nvCxnSpPr>
              <p:cNvPr id="46" name="直线箭头连接符 65"/>
              <p:cNvCxnSpPr/>
              <p:nvPr>
                <p:custDataLst>
                  <p:tags r:id="rId57"/>
                </p:custDataLst>
              </p:nvPr>
            </p:nvCxnSpPr>
            <p:spPr>
              <a:xfrm rot="10800000" flipH="1" flipV="1">
                <a:off x="5604587" y="1647998"/>
                <a:ext cx="0" cy="698086"/>
              </a:xfrm>
              <a:prstGeom prst="straightConnector1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文本框 46"/>
                  <p:cNvSpPr txBox="1"/>
                  <p:nvPr>
                    <p:custDataLst>
                      <p:tags r:id="rId58"/>
                    </p:custDataLst>
                  </p:nvPr>
                </p:nvSpPr>
                <p:spPr>
                  <a:xfrm rot="10800000">
                    <a:off x="5567073" y="1954541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30" name="文本框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0"/>
                    </p:custDataLst>
                  </p:nvPr>
                </p:nvSpPr>
                <p:spPr>
                  <a:xfrm rot="10800000">
                    <a:off x="5567073" y="1954541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" name="椭圆 44"/>
            <p:cNvSpPr/>
            <p:nvPr>
              <p:custDataLst>
                <p:tags r:id="rId56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9" name="组合 48"/>
          <p:cNvGrpSpPr/>
          <p:nvPr>
            <p:custDataLst>
              <p:tags r:id="rId9"/>
            </p:custDataLst>
          </p:nvPr>
        </p:nvGrpSpPr>
        <p:grpSpPr>
          <a:xfrm flipH="1" flipV="1">
            <a:off x="5273307" y="1956556"/>
            <a:ext cx="1939415" cy="101473"/>
            <a:chOff x="1415480" y="4149080"/>
            <a:chExt cx="2592288" cy="135632"/>
          </a:xfrm>
        </p:grpSpPr>
        <p:cxnSp>
          <p:nvCxnSpPr>
            <p:cNvPr id="50" name="直线连接符 2"/>
            <p:cNvCxnSpPr/>
            <p:nvPr>
              <p:custDataLst>
                <p:tags r:id="rId46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直线连接符 3"/>
            <p:cNvCxnSpPr/>
            <p:nvPr>
              <p:custDataLst>
                <p:tags r:id="rId47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线连接符 4"/>
            <p:cNvCxnSpPr/>
            <p:nvPr>
              <p:custDataLst>
                <p:tags r:id="rId48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直线连接符 5"/>
            <p:cNvCxnSpPr/>
            <p:nvPr>
              <p:custDataLst>
                <p:tags r:id="rId49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线连接符 6"/>
            <p:cNvCxnSpPr/>
            <p:nvPr>
              <p:custDataLst>
                <p:tags r:id="rId50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直线连接符 7"/>
            <p:cNvCxnSpPr/>
            <p:nvPr>
              <p:custDataLst>
                <p:tags r:id="rId51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直线连接符 8"/>
            <p:cNvCxnSpPr/>
            <p:nvPr>
              <p:custDataLst>
                <p:tags r:id="rId52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直线连接符 9"/>
            <p:cNvCxnSpPr/>
            <p:nvPr>
              <p:custDataLst>
                <p:tags r:id="rId53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线连接符 10"/>
            <p:cNvCxnSpPr/>
            <p:nvPr>
              <p:custDataLst>
                <p:tags r:id="rId54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0"/>
            </p:custDataLst>
          </p:nvPr>
        </p:nvGrpSpPr>
        <p:grpSpPr>
          <a:xfrm>
            <a:off x="4773644" y="4165335"/>
            <a:ext cx="1939415" cy="101473"/>
            <a:chOff x="1415480" y="4149080"/>
            <a:chExt cx="2592288" cy="135632"/>
          </a:xfrm>
        </p:grpSpPr>
        <p:cxnSp>
          <p:nvCxnSpPr>
            <p:cNvPr id="60" name="直线连接符 2"/>
            <p:cNvCxnSpPr/>
            <p:nvPr>
              <p:custDataLst>
                <p:tags r:id="rId37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直线连接符 3"/>
            <p:cNvCxnSpPr/>
            <p:nvPr>
              <p:custDataLst>
                <p:tags r:id="rId38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直线连接符 4"/>
            <p:cNvCxnSpPr/>
            <p:nvPr>
              <p:custDataLst>
                <p:tags r:id="rId39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直线连接符 5"/>
            <p:cNvCxnSpPr/>
            <p:nvPr>
              <p:custDataLst>
                <p:tags r:id="rId40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直线连接符 6"/>
            <p:cNvCxnSpPr/>
            <p:nvPr>
              <p:custDataLst>
                <p:tags r:id="rId41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直线连接符 7"/>
            <p:cNvCxnSpPr/>
            <p:nvPr>
              <p:custDataLst>
                <p:tags r:id="rId42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直线连接符 8"/>
            <p:cNvCxnSpPr/>
            <p:nvPr>
              <p:custDataLst>
                <p:tags r:id="rId43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直线连接符 9"/>
            <p:cNvCxnSpPr/>
            <p:nvPr>
              <p:custDataLst>
                <p:tags r:id="rId44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直线连接符 10"/>
            <p:cNvCxnSpPr/>
            <p:nvPr>
              <p:custDataLst>
                <p:tags r:id="rId45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9" name="矩形 68"/>
          <p:cNvSpPr/>
          <p:nvPr>
            <p:custDataLst>
              <p:tags r:id="rId11"/>
            </p:custDataLst>
          </p:nvPr>
        </p:nvSpPr>
        <p:spPr>
          <a:xfrm rot="19779980">
            <a:off x="4773974" y="3589500"/>
            <a:ext cx="1974088" cy="80800"/>
          </a:xfrm>
          <a:prstGeom prst="rect">
            <a:avLst/>
          </a:prstGeom>
          <a:solidFill>
            <a:srgbClr val="00B050"/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0" name="直接连接符 69"/>
          <p:cNvCxnSpPr>
            <a:endCxn id="69" idx="3"/>
          </p:cNvCxnSpPr>
          <p:nvPr>
            <p:custDataLst>
              <p:tags r:id="rId12"/>
            </p:custDataLst>
          </p:nvPr>
        </p:nvCxnSpPr>
        <p:spPr>
          <a:xfrm>
            <a:off x="5911429" y="2054364"/>
            <a:ext cx="701506" cy="1077045"/>
          </a:xfrm>
          <a:prstGeom prst="line">
            <a:avLst/>
          </a:prstGeom>
          <a:ln w="28575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>
            <p:custDataLst>
              <p:tags r:id="rId13"/>
            </p:custDataLst>
          </p:nvPr>
        </p:nvGrpSpPr>
        <p:grpSpPr>
          <a:xfrm>
            <a:off x="5699376" y="3600475"/>
            <a:ext cx="484854" cy="854760"/>
            <a:chOff x="5419131" y="1628800"/>
            <a:chExt cx="648072" cy="1142501"/>
          </a:xfrm>
        </p:grpSpPr>
        <p:grpSp>
          <p:nvGrpSpPr>
            <p:cNvPr id="72" name="组合 71"/>
            <p:cNvGrpSpPr/>
            <p:nvPr>
              <p:custDataLst>
                <p:tags r:id="rId33"/>
              </p:custDataLst>
            </p:nvPr>
          </p:nvGrpSpPr>
          <p:grpSpPr>
            <a:xfrm>
              <a:off x="5419131" y="1632992"/>
              <a:ext cx="648072" cy="1138309"/>
              <a:chOff x="5463930" y="1700808"/>
              <a:chExt cx="648072" cy="1138309"/>
            </a:xfrm>
          </p:grpSpPr>
          <p:cxnSp>
            <p:nvCxnSpPr>
              <p:cNvPr id="74" name="直线箭头连接符 18"/>
              <p:cNvCxnSpPr/>
              <p:nvPr>
                <p:custDataLst>
                  <p:tags r:id="rId35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文本框 74"/>
                  <p:cNvSpPr txBox="1"/>
                  <p:nvPr>
                    <p:custDataLst>
                      <p:tags r:id="rId36"/>
                    </p:custDataLst>
                  </p:nvPr>
                </p:nvSpPr>
                <p:spPr>
                  <a:xfrm>
                    <a:off x="5463930" y="2346835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31" name="文本框 7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2"/>
                    </p:custDataLst>
                  </p:nvPr>
                </p:nvSpPr>
                <p:spPr>
                  <a:xfrm>
                    <a:off x="5463930" y="2346835"/>
                    <a:ext cx="648072" cy="492282"/>
                  </a:xfrm>
                  <a:prstGeom prst="rect">
                    <a:avLst/>
                  </a:prstGeom>
                  <a:blipFill rotWithShape="1">
                    <a:blip r:embed="rId8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3" name="椭圆 72"/>
            <p:cNvSpPr/>
            <p:nvPr>
              <p:custDataLst>
                <p:tags r:id="rId34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6" name="组合 75"/>
          <p:cNvGrpSpPr/>
          <p:nvPr>
            <p:custDataLst>
              <p:tags r:id="rId14"/>
            </p:custDataLst>
          </p:nvPr>
        </p:nvGrpSpPr>
        <p:grpSpPr>
          <a:xfrm>
            <a:off x="4544158" y="3148885"/>
            <a:ext cx="484854" cy="1040214"/>
            <a:chOff x="7536160" y="462823"/>
            <a:chExt cx="648072" cy="1390385"/>
          </a:xfrm>
        </p:grpSpPr>
        <p:grpSp>
          <p:nvGrpSpPr>
            <p:cNvPr id="77" name="组合 76"/>
            <p:cNvGrpSpPr/>
            <p:nvPr>
              <p:custDataLst>
                <p:tags r:id="rId29"/>
              </p:custDataLst>
            </p:nvPr>
          </p:nvGrpSpPr>
          <p:grpSpPr>
            <a:xfrm rot="10800000">
              <a:off x="7536160" y="462823"/>
              <a:ext cx="648072" cy="1318377"/>
              <a:chOff x="5492071" y="1700808"/>
              <a:chExt cx="648072" cy="1318377"/>
            </a:xfrm>
          </p:grpSpPr>
          <p:cxnSp>
            <p:nvCxnSpPr>
              <p:cNvPr id="79" name="直线箭头连接符 16"/>
              <p:cNvCxnSpPr/>
              <p:nvPr>
                <p:custDataLst>
                  <p:tags r:id="rId31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文本框 79"/>
                  <p:cNvSpPr txBox="1"/>
                  <p:nvPr>
                    <p:custDataLst>
                      <p:tags r:id="rId32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80" name="文本框 7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3"/>
                    </p:custDataLst>
                  </p:nvPr>
                </p:nvSpPr>
                <p:spPr>
                  <a:xfrm rot="10800000">
                    <a:off x="5492071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8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8" name="椭圆 77"/>
            <p:cNvSpPr/>
            <p:nvPr>
              <p:custDataLst>
                <p:tags r:id="rId30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1" name="组合 80"/>
          <p:cNvGrpSpPr/>
          <p:nvPr>
            <p:custDataLst>
              <p:tags r:id="rId15"/>
            </p:custDataLst>
          </p:nvPr>
        </p:nvGrpSpPr>
        <p:grpSpPr>
          <a:xfrm rot="19664564">
            <a:off x="6025142" y="2687615"/>
            <a:ext cx="487094" cy="612002"/>
            <a:chOff x="7461158" y="1035185"/>
            <a:chExt cx="651066" cy="818023"/>
          </a:xfrm>
        </p:grpSpPr>
        <p:grpSp>
          <p:nvGrpSpPr>
            <p:cNvPr id="82" name="组合 81"/>
            <p:cNvGrpSpPr/>
            <p:nvPr>
              <p:custDataLst>
                <p:tags r:id="rId25"/>
              </p:custDataLst>
            </p:nvPr>
          </p:nvGrpSpPr>
          <p:grpSpPr>
            <a:xfrm rot="10800000">
              <a:off x="7461158" y="1035185"/>
              <a:ext cx="648072" cy="798825"/>
              <a:chOff x="5567073" y="1647998"/>
              <a:chExt cx="648072" cy="798825"/>
            </a:xfrm>
          </p:grpSpPr>
          <p:cxnSp>
            <p:nvCxnSpPr>
              <p:cNvPr id="84" name="直线箭头连接符 65"/>
              <p:cNvCxnSpPr/>
              <p:nvPr>
                <p:custDataLst>
                  <p:tags r:id="rId27"/>
                </p:custDataLst>
              </p:nvPr>
            </p:nvCxnSpPr>
            <p:spPr>
              <a:xfrm rot="10800000" flipH="1" flipV="1">
                <a:off x="5604587" y="1647998"/>
                <a:ext cx="0" cy="698086"/>
              </a:xfrm>
              <a:prstGeom prst="straightConnector1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3" name="文本框 84"/>
                  <p:cNvSpPr txBox="1"/>
                  <p:nvPr>
                    <p:custDataLst>
                      <p:tags r:id="rId28"/>
                    </p:custDataLst>
                  </p:nvPr>
                </p:nvSpPr>
                <p:spPr>
                  <a:xfrm rot="10800000">
                    <a:off x="5567073" y="1954541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33" name="文本框 8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4"/>
                    </p:custDataLst>
                  </p:nvPr>
                </p:nvSpPr>
                <p:spPr>
                  <a:xfrm rot="10800000">
                    <a:off x="5567073" y="1954541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3" name="椭圆 82"/>
            <p:cNvSpPr/>
            <p:nvPr>
              <p:custDataLst>
                <p:tags r:id="rId26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3" name="组合 122"/>
          <p:cNvGrpSpPr/>
          <p:nvPr>
            <p:custDataLst>
              <p:tags r:id="rId16"/>
            </p:custDataLst>
          </p:nvPr>
        </p:nvGrpSpPr>
        <p:grpSpPr>
          <a:xfrm rot="5400000" flipH="1">
            <a:off x="5073143" y="4003041"/>
            <a:ext cx="383906" cy="678095"/>
            <a:chOff x="7599082" y="946844"/>
            <a:chExt cx="513142" cy="906364"/>
          </a:xfrm>
        </p:grpSpPr>
        <p:grpSp>
          <p:nvGrpSpPr>
            <p:cNvPr id="124" name="组合 123"/>
            <p:cNvGrpSpPr/>
            <p:nvPr>
              <p:custDataLst>
                <p:tags r:id="rId21"/>
              </p:custDataLst>
            </p:nvPr>
          </p:nvGrpSpPr>
          <p:grpSpPr>
            <a:xfrm rot="10800000">
              <a:off x="7599082" y="946844"/>
              <a:ext cx="485274" cy="834353"/>
              <a:chOff x="5591947" y="1700811"/>
              <a:chExt cx="485274" cy="834353"/>
            </a:xfrm>
          </p:grpSpPr>
          <p:cxnSp>
            <p:nvCxnSpPr>
              <p:cNvPr id="126" name="直线箭头连接符 35"/>
              <p:cNvCxnSpPr/>
              <p:nvPr>
                <p:custDataLst>
                  <p:tags r:id="rId23"/>
                </p:custDataLst>
              </p:nvPr>
            </p:nvCxnSpPr>
            <p:spPr>
              <a:xfrm rot="16200000" flipH="1">
                <a:off x="5333781" y="1958976"/>
                <a:ext cx="520430" cy="4099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4" name="文本框 126"/>
                  <p:cNvSpPr txBox="1"/>
                  <p:nvPr>
                    <p:custDataLst>
                      <p:tags r:id="rId24"/>
                    </p:custDataLst>
                  </p:nvPr>
                </p:nvSpPr>
                <p:spPr>
                  <a:xfrm rot="16200000">
                    <a:off x="5517653" y="1975596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34" name="文本框 1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6"/>
                    </p:custDataLst>
                  </p:nvPr>
                </p:nvSpPr>
                <p:spPr>
                  <a:xfrm rot="16200000">
                    <a:off x="5517653" y="1975596"/>
                    <a:ext cx="648072" cy="471063"/>
                  </a:xfrm>
                  <a:prstGeom prst="rect">
                    <a:avLst/>
                  </a:prstGeom>
                  <a:blipFill rotWithShape="1">
                    <a:blip r:embed="rId9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5" name="椭圆 124"/>
            <p:cNvSpPr/>
            <p:nvPr>
              <p:custDataLst>
                <p:tags r:id="rId22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5" name="Rectangle 14"/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304165" y="948690"/>
            <a:ext cx="4718050" cy="41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、单个物体（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非质点问题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kumimoji="0" lang="zh-CN" altLang="en-US" sz="20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静止</a:t>
            </a:r>
            <a:r>
              <a:rPr kumimoji="0" lang="zh-CN" altLang="en-US" sz="2095">
                <a:solidFill>
                  <a:schemeClr val="dk1"/>
                </a:solidFill>
                <a:latin typeface="Calibri"/>
                <a:ea typeface="微软雅黑" panose="020B0503020204020204" charset="-122"/>
                <a:cs typeface="微软雅黑" panose="020B0503020204020204" charset="-122"/>
                <a:sym typeface="+mn-ea"/>
              </a:rPr>
              <a:t>③</a:t>
            </a:r>
          </a:p>
        </p:txBody>
      </p:sp>
      <p:cxnSp>
        <p:nvCxnSpPr>
          <p:cNvPr id="36" name="直接连接符 35"/>
          <p:cNvCxnSpPr/>
          <p:nvPr>
            <p:custDataLst>
              <p:tags r:id="rId18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圆角矩形 47">
            <a:hlinkClick r:id="" action="ppaction://noaction"/>
          </p:cNvPr>
          <p:cNvSpPr/>
          <p:nvPr>
            <p:custDataLst>
              <p:tags r:id="rId19"/>
            </p:custDataLst>
          </p:nvPr>
        </p:nvSpPr>
        <p:spPr>
          <a:xfrm>
            <a:off x="0" y="22860"/>
            <a:ext cx="207708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27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62230" y="125095"/>
            <a:ext cx="208089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四、实例分析</a:t>
            </a: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772" name="组合 10"/>
          <p:cNvGrpSpPr/>
          <p:nvPr>
            <p:custDataLst>
              <p:tags r:id="rId2"/>
            </p:custDataLst>
          </p:nvPr>
        </p:nvGrpSpPr>
        <p:grpSpPr>
          <a:xfrm>
            <a:off x="7679460" y="3435261"/>
            <a:ext cx="1255384" cy="1570120"/>
            <a:chOff x="8960" y="4310"/>
            <a:chExt cx="5438" cy="5139"/>
          </a:xfrm>
        </p:grpSpPr>
        <p:sp>
          <p:nvSpPr>
            <p:cNvPr id="22" name="任意多边形: 形状 21"/>
            <p:cNvSpPr/>
            <p:nvPr>
              <p:custDataLst>
                <p:tags r:id="rId21"/>
              </p:custDataLst>
            </p:nvPr>
          </p:nvSpPr>
          <p:spPr>
            <a:xfrm>
              <a:off x="8960" y="4310"/>
              <a:ext cx="5437" cy="5130"/>
            </a:xfrm>
            <a:custGeom>
              <a:avLst/>
              <a:gdLst>
                <a:gd name="connsiteX0" fmla="*/ 4603434 w 4603433"/>
                <a:gd name="connsiteY0" fmla="*/ 0 h 4344830"/>
                <a:gd name="connsiteX1" fmla="*/ 3202356 w 4603433"/>
                <a:gd name="connsiteY1" fmla="*/ 968830 h 4344830"/>
                <a:gd name="connsiteX2" fmla="*/ 2322957 w 4603433"/>
                <a:gd name="connsiteY2" fmla="*/ 2034543 h 4344830"/>
                <a:gd name="connsiteX3" fmla="*/ 1339221 w 4603433"/>
                <a:gd name="connsiteY3" fmla="*/ 2749987 h 4344830"/>
                <a:gd name="connsiteX4" fmla="*/ 981499 w 4603433"/>
                <a:gd name="connsiteY4" fmla="*/ 3316380 h 4344830"/>
                <a:gd name="connsiteX5" fmla="*/ 862259 w 4603433"/>
                <a:gd name="connsiteY5" fmla="*/ 3472883 h 4344830"/>
                <a:gd name="connsiteX6" fmla="*/ 400201 w 4603433"/>
                <a:gd name="connsiteY6" fmla="*/ 3860416 h 4344830"/>
                <a:gd name="connsiteX7" fmla="*/ 0 w 4603433"/>
                <a:gd name="connsiteY7" fmla="*/ 4344831 h 4344830"/>
                <a:gd name="connsiteX8" fmla="*/ 4603434 w 4603433"/>
                <a:gd name="connsiteY8" fmla="*/ 4344831 h 4344830"/>
                <a:gd name="connsiteX9" fmla="*/ 4603434 w 4603433"/>
                <a:gd name="connsiteY9" fmla="*/ 0 h 4344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603433" h="4344830">
                  <a:moveTo>
                    <a:pt x="4603434" y="0"/>
                  </a:moveTo>
                  <a:cubicBezTo>
                    <a:pt x="4603434" y="0"/>
                    <a:pt x="3619698" y="171408"/>
                    <a:pt x="3202356" y="968830"/>
                  </a:cubicBezTo>
                  <a:cubicBezTo>
                    <a:pt x="2785014" y="1766252"/>
                    <a:pt x="2710489" y="1922755"/>
                    <a:pt x="2322957" y="2034543"/>
                  </a:cubicBezTo>
                  <a:cubicBezTo>
                    <a:pt x="1935424" y="2146331"/>
                    <a:pt x="1696943" y="2183594"/>
                    <a:pt x="1339221" y="2749987"/>
                  </a:cubicBezTo>
                  <a:cubicBezTo>
                    <a:pt x="981499" y="3316380"/>
                    <a:pt x="981499" y="3316380"/>
                    <a:pt x="981499" y="3316380"/>
                  </a:cubicBezTo>
                  <a:lnTo>
                    <a:pt x="862259" y="3472883"/>
                  </a:lnTo>
                  <a:cubicBezTo>
                    <a:pt x="862259" y="3472883"/>
                    <a:pt x="765376" y="3674102"/>
                    <a:pt x="400201" y="3860416"/>
                  </a:cubicBezTo>
                  <a:cubicBezTo>
                    <a:pt x="35027" y="4046729"/>
                    <a:pt x="0" y="4344831"/>
                    <a:pt x="0" y="4344831"/>
                  </a:cubicBezTo>
                  <a:lnTo>
                    <a:pt x="4603434" y="4344831"/>
                  </a:lnTo>
                  <a:lnTo>
                    <a:pt x="4603434" y="0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74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fontAlgn="base"/>
              <a:endParaRPr lang="zh-CN" altLang="en-US" sz="1010" strike="noStrike" noProof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任意多边形: 形状 22"/>
            <p:cNvSpPr/>
            <p:nvPr>
              <p:custDataLst>
                <p:tags r:id="rId22"/>
              </p:custDataLst>
            </p:nvPr>
          </p:nvSpPr>
          <p:spPr>
            <a:xfrm>
              <a:off x="10435" y="6345"/>
              <a:ext cx="3962" cy="3105"/>
            </a:xfrm>
            <a:custGeom>
              <a:avLst/>
              <a:gdLst>
                <a:gd name="connsiteX0" fmla="*/ 3354901 w 3354901"/>
                <a:gd name="connsiteY0" fmla="*/ 303872 h 2629064"/>
                <a:gd name="connsiteX1" fmla="*/ 3012084 w 3354901"/>
                <a:gd name="connsiteY1" fmla="*/ 534900 h 2629064"/>
                <a:gd name="connsiteX2" fmla="*/ 2840676 w 3354901"/>
                <a:gd name="connsiteY2" fmla="*/ 1190724 h 2629064"/>
                <a:gd name="connsiteX3" fmla="*/ 2803413 w 3354901"/>
                <a:gd name="connsiteY3" fmla="*/ 1831642 h 2629064"/>
                <a:gd name="connsiteX4" fmla="*/ 2505312 w 3354901"/>
                <a:gd name="connsiteY4" fmla="*/ 996958 h 2629064"/>
                <a:gd name="connsiteX5" fmla="*/ 2251925 w 3354901"/>
                <a:gd name="connsiteY5" fmla="*/ 512543 h 2629064"/>
                <a:gd name="connsiteX6" fmla="*/ 1983634 w 3354901"/>
                <a:gd name="connsiteY6" fmla="*/ 110106 h 2629064"/>
                <a:gd name="connsiteX7" fmla="*/ 1566292 w 3354901"/>
                <a:gd name="connsiteY7" fmla="*/ 50485 h 2629064"/>
                <a:gd name="connsiteX8" fmla="*/ 1417241 w 3354901"/>
                <a:gd name="connsiteY8" fmla="*/ 356040 h 2629064"/>
                <a:gd name="connsiteX9" fmla="*/ 1491766 w 3354901"/>
                <a:gd name="connsiteY9" fmla="*/ 825550 h 2629064"/>
                <a:gd name="connsiteX10" fmla="*/ 1938919 w 3354901"/>
                <a:gd name="connsiteY10" fmla="*/ 1682592 h 2629064"/>
                <a:gd name="connsiteX11" fmla="*/ 1268190 w 3354901"/>
                <a:gd name="connsiteY11" fmla="*/ 1108746 h 2629064"/>
                <a:gd name="connsiteX12" fmla="*/ 724155 w 3354901"/>
                <a:gd name="connsiteY12" fmla="*/ 833002 h 2629064"/>
                <a:gd name="connsiteX13" fmla="*/ 277002 w 3354901"/>
                <a:gd name="connsiteY13" fmla="*/ 840455 h 2629064"/>
                <a:gd name="connsiteX14" fmla="*/ 53426 w 3354901"/>
                <a:gd name="connsiteY14" fmla="*/ 1071483 h 2629064"/>
                <a:gd name="connsiteX15" fmla="*/ 53426 w 3354901"/>
                <a:gd name="connsiteY15" fmla="*/ 1473920 h 2629064"/>
                <a:gd name="connsiteX16" fmla="*/ 388791 w 3354901"/>
                <a:gd name="connsiteY16" fmla="*/ 1772022 h 2629064"/>
                <a:gd name="connsiteX17" fmla="*/ 843396 w 3354901"/>
                <a:gd name="connsiteY17" fmla="*/ 1973241 h 2629064"/>
                <a:gd name="connsiteX18" fmla="*/ 1774963 w 3354901"/>
                <a:gd name="connsiteY18" fmla="*/ 2219174 h 2629064"/>
                <a:gd name="connsiteX19" fmla="*/ 955184 w 3354901"/>
                <a:gd name="connsiteY19" fmla="*/ 2219174 h 2629064"/>
                <a:gd name="connsiteX20" fmla="*/ 299360 w 3354901"/>
                <a:gd name="connsiteY20" fmla="*/ 2629064 h 2629064"/>
                <a:gd name="connsiteX21" fmla="*/ 3354901 w 3354901"/>
                <a:gd name="connsiteY21" fmla="*/ 2629064 h 2629064"/>
                <a:gd name="connsiteX22" fmla="*/ 3354901 w 3354901"/>
                <a:gd name="connsiteY22" fmla="*/ 303872 h 2629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354901" h="2629064">
                  <a:moveTo>
                    <a:pt x="3354901" y="303872"/>
                  </a:moveTo>
                  <a:cubicBezTo>
                    <a:pt x="3354901" y="303872"/>
                    <a:pt x="3138778" y="266609"/>
                    <a:pt x="3012084" y="534900"/>
                  </a:cubicBezTo>
                  <a:cubicBezTo>
                    <a:pt x="2885391" y="803192"/>
                    <a:pt x="2840676" y="1190724"/>
                    <a:pt x="2840676" y="1190724"/>
                  </a:cubicBezTo>
                  <a:lnTo>
                    <a:pt x="2803413" y="1831642"/>
                  </a:lnTo>
                  <a:lnTo>
                    <a:pt x="2505312" y="996958"/>
                  </a:lnTo>
                  <a:cubicBezTo>
                    <a:pt x="2271302" y="543844"/>
                    <a:pt x="2274283" y="546825"/>
                    <a:pt x="2251925" y="512543"/>
                  </a:cubicBezTo>
                  <a:cubicBezTo>
                    <a:pt x="2259378" y="512543"/>
                    <a:pt x="2125232" y="259157"/>
                    <a:pt x="1983634" y="110106"/>
                  </a:cubicBezTo>
                  <a:cubicBezTo>
                    <a:pt x="1983634" y="110106"/>
                    <a:pt x="1730248" y="-91113"/>
                    <a:pt x="1566292" y="50485"/>
                  </a:cubicBezTo>
                  <a:cubicBezTo>
                    <a:pt x="1402336" y="192084"/>
                    <a:pt x="1417241" y="356040"/>
                    <a:pt x="1417241" y="356040"/>
                  </a:cubicBezTo>
                  <a:cubicBezTo>
                    <a:pt x="1417241" y="356040"/>
                    <a:pt x="1417241" y="631783"/>
                    <a:pt x="1491766" y="825550"/>
                  </a:cubicBezTo>
                  <a:cubicBezTo>
                    <a:pt x="1566292" y="1019316"/>
                    <a:pt x="1938919" y="1682592"/>
                    <a:pt x="1938919" y="1682592"/>
                  </a:cubicBezTo>
                  <a:cubicBezTo>
                    <a:pt x="1684042" y="1448582"/>
                    <a:pt x="1424694" y="1198177"/>
                    <a:pt x="1268190" y="1108746"/>
                  </a:cubicBezTo>
                  <a:cubicBezTo>
                    <a:pt x="1268190" y="1108746"/>
                    <a:pt x="910468" y="892622"/>
                    <a:pt x="724155" y="833002"/>
                  </a:cubicBezTo>
                  <a:cubicBezTo>
                    <a:pt x="545294" y="780834"/>
                    <a:pt x="366433" y="780834"/>
                    <a:pt x="277002" y="840455"/>
                  </a:cubicBezTo>
                  <a:cubicBezTo>
                    <a:pt x="187572" y="900075"/>
                    <a:pt x="113047" y="944790"/>
                    <a:pt x="53426" y="1071483"/>
                  </a:cubicBezTo>
                  <a:cubicBezTo>
                    <a:pt x="-6194" y="1198177"/>
                    <a:pt x="-28552" y="1354680"/>
                    <a:pt x="53426" y="1473920"/>
                  </a:cubicBezTo>
                  <a:cubicBezTo>
                    <a:pt x="135404" y="1593161"/>
                    <a:pt x="299360" y="1712402"/>
                    <a:pt x="388791" y="1772022"/>
                  </a:cubicBezTo>
                  <a:cubicBezTo>
                    <a:pt x="478221" y="1831642"/>
                    <a:pt x="731607" y="1928525"/>
                    <a:pt x="843396" y="1973241"/>
                  </a:cubicBezTo>
                  <a:cubicBezTo>
                    <a:pt x="955184" y="2017956"/>
                    <a:pt x="1774963" y="2219174"/>
                    <a:pt x="1774963" y="2219174"/>
                  </a:cubicBezTo>
                  <a:cubicBezTo>
                    <a:pt x="992446" y="2219174"/>
                    <a:pt x="992446" y="2219174"/>
                    <a:pt x="955184" y="2219174"/>
                  </a:cubicBezTo>
                  <a:cubicBezTo>
                    <a:pt x="940279" y="2219174"/>
                    <a:pt x="256135" y="2316803"/>
                    <a:pt x="299360" y="2629064"/>
                  </a:cubicBezTo>
                  <a:lnTo>
                    <a:pt x="3354901" y="2629064"/>
                  </a:lnTo>
                  <a:lnTo>
                    <a:pt x="3354901" y="303872"/>
                  </a:lnTo>
                  <a:close/>
                </a:path>
              </a:pathLst>
            </a:custGeom>
            <a:solidFill>
              <a:schemeClr val="accent3"/>
            </a:solidFill>
            <a:ln w="744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fontAlgn="base"/>
              <a:endParaRPr lang="zh-CN" altLang="en-US" sz="1010" strike="noStrike" noProof="1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0791" name="文本框 11"/>
          <p:cNvSpPr txBox="1"/>
          <p:nvPr>
            <p:custDataLst>
              <p:tags r:id="rId3"/>
            </p:custDataLst>
          </p:nvPr>
        </p:nvSpPr>
        <p:spPr>
          <a:xfrm>
            <a:off x="962660" y="1311910"/>
            <a:ext cx="712470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marL="342900" indent="-342900" fontAlgn="t">
              <a:lnSpc>
                <a:spcPct val="150000"/>
              </a:lnSpc>
              <a:spcBef>
                <a:spcPct val="20000"/>
              </a:spcBef>
            </a:pPr>
            <a:r>
              <a:rPr lang="en-US" altLang="zh-CN" sz="2000" b="1" i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OA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OB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是三根轻绳，它们构成一个正三角形，装置静止在下图所示的位置，此时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OA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竖直．画出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两球的受力示意图</a:t>
            </a:r>
          </a:p>
        </p:txBody>
      </p:sp>
      <p:pic>
        <p:nvPicPr>
          <p:cNvPr id="160792" name="Picture 61" descr="KP9W[X9`YE}R~EU`_MV~[E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4889630" y="2427899"/>
            <a:ext cx="2399124" cy="1725706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6" name="组合 15"/>
          <p:cNvGrpSpPr/>
          <p:nvPr>
            <p:custDataLst>
              <p:tags r:id="rId5"/>
            </p:custDataLst>
          </p:nvPr>
        </p:nvGrpSpPr>
        <p:grpSpPr>
          <a:xfrm>
            <a:off x="5599865" y="3703473"/>
            <a:ext cx="281481" cy="592997"/>
            <a:chOff x="9192" y="6553"/>
            <a:chExt cx="594" cy="1247"/>
          </a:xfrm>
        </p:grpSpPr>
        <p:cxnSp>
          <p:nvCxnSpPr>
            <p:cNvPr id="43" name="直接箭头连接符 42"/>
            <p:cNvCxnSpPr/>
            <p:nvPr>
              <p:custDataLst>
                <p:tags r:id="rId19"/>
              </p:custDataLst>
            </p:nvPr>
          </p:nvCxnSpPr>
          <p:spPr>
            <a:xfrm flipH="1">
              <a:off x="9192" y="6553"/>
              <a:ext cx="0" cy="124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796" name="文本框 43"/>
            <p:cNvSpPr txBox="1"/>
            <p:nvPr>
              <p:custDataLst>
                <p:tags r:id="rId20"/>
              </p:custDataLst>
            </p:nvPr>
          </p:nvSpPr>
          <p:spPr>
            <a:xfrm>
              <a:off x="9274" y="7504"/>
              <a:ext cx="512" cy="2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G</a:t>
              </a:r>
            </a:p>
          </p:txBody>
        </p:sp>
      </p:grpSp>
      <p:grpSp>
        <p:nvGrpSpPr>
          <p:cNvPr id="11" name="组合 10"/>
          <p:cNvGrpSpPr/>
          <p:nvPr>
            <p:custDataLst>
              <p:tags r:id="rId6"/>
            </p:custDataLst>
          </p:nvPr>
        </p:nvGrpSpPr>
        <p:grpSpPr>
          <a:xfrm>
            <a:off x="5598677" y="3070437"/>
            <a:ext cx="667479" cy="654415"/>
            <a:chOff x="12352" y="907"/>
            <a:chExt cx="1403" cy="1378"/>
          </a:xfrm>
        </p:grpSpPr>
        <p:sp>
          <p:nvSpPr>
            <p:cNvPr id="160798" name="文本框 1"/>
            <p:cNvSpPr txBox="1"/>
            <p:nvPr>
              <p:custDataLst>
                <p:tags r:id="rId17"/>
              </p:custDataLst>
            </p:nvPr>
          </p:nvSpPr>
          <p:spPr>
            <a:xfrm>
              <a:off x="12352" y="907"/>
              <a:ext cx="1402" cy="137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r>
                <a:rPr lang="en-US" altLang="zh-CN" sz="1495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495" b="1" baseline="-250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A</a:t>
              </a:r>
            </a:p>
            <a:p>
              <a:endParaRPr lang="en-US" altLang="zh-CN" sz="1495" b="1" baseline="-25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0799" name="直接连接符 23603"/>
            <p:cNvSpPr/>
            <p:nvPr>
              <p:custDataLst>
                <p:tags r:id="rId18"/>
              </p:custDataLst>
            </p:nvPr>
          </p:nvSpPr>
          <p:spPr>
            <a:xfrm flipV="1">
              <a:off x="12352" y="1060"/>
              <a:ext cx="2" cy="1170"/>
            </a:xfrm>
            <a:prstGeom prst="line">
              <a:avLst/>
            </a:prstGeom>
            <a:ln w="25400" cap="flat" cmpd="sng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/>
            </a:p>
          </p:txBody>
        </p:sp>
      </p:grpSp>
      <p:grpSp>
        <p:nvGrpSpPr>
          <p:cNvPr id="15" name="组合 14"/>
          <p:cNvGrpSpPr/>
          <p:nvPr>
            <p:custDataLst>
              <p:tags r:id="rId7"/>
            </p:custDataLst>
          </p:nvPr>
        </p:nvGrpSpPr>
        <p:grpSpPr>
          <a:xfrm>
            <a:off x="6266156" y="3325789"/>
            <a:ext cx="242288" cy="591784"/>
            <a:chOff x="10594" y="5774"/>
            <a:chExt cx="512" cy="1247"/>
          </a:xfrm>
        </p:grpSpPr>
        <p:cxnSp>
          <p:nvCxnSpPr>
            <p:cNvPr id="12" name="直接箭头连接符 11"/>
            <p:cNvCxnSpPr/>
            <p:nvPr>
              <p:custDataLst>
                <p:tags r:id="rId15"/>
              </p:custDataLst>
            </p:nvPr>
          </p:nvCxnSpPr>
          <p:spPr>
            <a:xfrm flipH="1">
              <a:off x="10594" y="5774"/>
              <a:ext cx="0" cy="1247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802" name="文本框 43"/>
            <p:cNvSpPr txBox="1"/>
            <p:nvPr>
              <p:custDataLst>
                <p:tags r:id="rId16"/>
              </p:custDataLst>
            </p:nvPr>
          </p:nvSpPr>
          <p:spPr>
            <a:xfrm>
              <a:off x="10594" y="6598"/>
              <a:ext cx="512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G</a:t>
              </a:r>
            </a:p>
          </p:txBody>
        </p:sp>
      </p:grpSp>
      <p:grpSp>
        <p:nvGrpSpPr>
          <p:cNvPr id="21" name="组合 20"/>
          <p:cNvGrpSpPr/>
          <p:nvPr>
            <p:custDataLst>
              <p:tags r:id="rId8"/>
            </p:custDataLst>
          </p:nvPr>
        </p:nvGrpSpPr>
        <p:grpSpPr>
          <a:xfrm>
            <a:off x="5730511" y="2794894"/>
            <a:ext cx="564150" cy="523057"/>
            <a:chOff x="9468" y="4641"/>
            <a:chExt cx="1188" cy="1100"/>
          </a:xfrm>
        </p:grpSpPr>
        <p:cxnSp>
          <p:nvCxnSpPr>
            <p:cNvPr id="19" name="直接箭头连接符 18"/>
            <p:cNvCxnSpPr/>
            <p:nvPr>
              <p:custDataLst>
                <p:tags r:id="rId13"/>
              </p:custDataLst>
            </p:nvPr>
          </p:nvCxnSpPr>
          <p:spPr>
            <a:xfrm flipH="1" flipV="1">
              <a:off x="9468" y="5060"/>
              <a:ext cx="1134" cy="68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805" name="文本框 19"/>
            <p:cNvSpPr txBox="1"/>
            <p:nvPr>
              <p:custDataLst>
                <p:tags r:id="rId14"/>
              </p:custDataLst>
            </p:nvPr>
          </p:nvSpPr>
          <p:spPr>
            <a:xfrm>
              <a:off x="9786" y="4641"/>
              <a:ext cx="870" cy="2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00" b="1" baseline="-250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B</a:t>
              </a:r>
            </a:p>
          </p:txBody>
        </p:sp>
      </p:grpSp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1539240" y="3034030"/>
            <a:ext cx="2300605" cy="1013460"/>
          </a:xfrm>
          <a:prstGeom prst="rect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ctr" defTabSz="914400" rtl="0" fontAlgn="auto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宋体" panose="02010600030101010101" pitchFamily="2" charset="-122"/>
                <a:ea typeface="宋体" panose="02010600030101010101" pitchFamily="2" charset="-122"/>
                <a:cs typeface="Arial"/>
                <a:sym typeface="Arial"/>
              </a:rPr>
              <a:t>对多个物体的受力情况你会处理吗？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8DAC685-2944-3054-9721-C36C0A3F2520}"/>
              </a:ext>
            </a:extLst>
          </p:cNvPr>
          <p:cNvCxnSpPr/>
          <p:nvPr>
            <p:custDataLst>
              <p:tags r:id="rId10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圆角矩形 47">
            <a:hlinkClick r:id="" action="ppaction://noaction"/>
            <a:extLst>
              <a:ext uri="{FF2B5EF4-FFF2-40B4-BE49-F238E27FC236}">
                <a16:creationId xmlns:a16="http://schemas.microsoft.com/office/drawing/2014/main" id="{ABF6A228-9C35-90B6-3F89-FD96D635370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0" y="22860"/>
            <a:ext cx="207708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20" name="TextBox 14">
            <a:hlinkClick r:id="" action="ppaction://noaction"/>
            <a:extLst>
              <a:ext uri="{FF2B5EF4-FFF2-40B4-BE49-F238E27FC236}">
                <a16:creationId xmlns:a16="http://schemas.microsoft.com/office/drawing/2014/main" id="{A6D9209E-C4D3-D32E-CE50-E876B19BB331}"/>
              </a:ext>
            </a:extLst>
          </p:cNvPr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62230" y="125095"/>
            <a:ext cx="2080895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四、实例分析</a:t>
            </a:r>
          </a:p>
        </p:txBody>
      </p:sp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4294967295"/>
            <p:custDataLst>
              <p:tags r:id="rId2"/>
            </p:custDataLst>
          </p:nvPr>
        </p:nvSpPr>
        <p:spPr>
          <a:xfrm>
            <a:off x="478155" y="1252855"/>
            <a:ext cx="8105775" cy="921385"/>
          </a:xfrm>
        </p:spPr>
        <p:txBody>
          <a:bodyPr>
            <a:noAutofit/>
          </a:bodyPr>
          <a:lstStyle/>
          <a:p>
            <a:pPr marL="285750" lvl="1" indent="0" algn="l" fontAlgn="ctr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整体法：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就是将几个物体视为一个整体来进行分析的方法。</a:t>
            </a:r>
          </a:p>
          <a:p>
            <a:pPr marL="285750" lvl="1" indent="0" algn="l" fontAlgn="ctr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SzTx/>
              <a:buFont typeface="Arial" panose="020B0604020202020204" pitchFamily="34" charset="0"/>
              <a:buNone/>
            </a:pPr>
            <a:endParaRPr lang="zh-CN" altLang="en-US" sz="24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6" name="直接连接符 35"/>
          <p:cNvCxnSpPr/>
          <p:nvPr>
            <p:custDataLst>
              <p:tags r:id="rId3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圆角矩形 47">
            <a:hlinkClick r:id="" action="ppaction://noaction"/>
          </p:cNvPr>
          <p:cNvSpPr/>
          <p:nvPr>
            <p:custDataLst>
              <p:tags r:id="rId4"/>
            </p:custDataLst>
          </p:nvPr>
        </p:nvSpPr>
        <p:spPr>
          <a:xfrm>
            <a:off x="0" y="22860"/>
            <a:ext cx="302196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27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62230" y="125095"/>
            <a:ext cx="3059430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五、整体法和隔离法</a:t>
            </a:r>
          </a:p>
        </p:txBody>
      </p: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749935" y="2381885"/>
            <a:ext cx="7833995" cy="11976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400" b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隔离法：</a:t>
            </a:r>
            <a:r>
              <a:rPr lang="zh-CN" altLang="en-US" sz="24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将研究对象从周围其他物体中分离出来，单独进行分析的方法。</a:t>
            </a:r>
            <a:endParaRPr kumimoji="0" lang="zh-CN" altLang="en-US" sz="2400" b="1" i="0" u="none" strike="noStrike" cap="none" spc="0" normalizeH="0" baseline="0">
              <a:ln>
                <a:noFill/>
              </a:ln>
              <a:solidFill>
                <a:schemeClr val="tx1"/>
              </a:solidFill>
              <a:effectLst/>
              <a:uFillTx/>
              <a:latin typeface="宋体" panose="02010600030101010101" pitchFamily="2" charset="-122"/>
              <a:ea typeface="宋体" panose="02010600030101010101" pitchFamily="2" charset="-122"/>
              <a:cs typeface="Arial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44220" y="310515"/>
            <a:ext cx="102933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情景</a:t>
            </a:r>
            <a:r>
              <a:rPr kumimoji="0" lang="en-US" altLang="zh-CN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</p:txBody>
      </p:sp>
      <p:grpSp>
        <p:nvGrpSpPr>
          <p:cNvPr id="4" name="组合 3"/>
          <p:cNvGrpSpPr/>
          <p:nvPr>
            <p:custDataLst>
              <p:tags r:id="rId3"/>
            </p:custDataLst>
          </p:nvPr>
        </p:nvGrpSpPr>
        <p:grpSpPr>
          <a:xfrm>
            <a:off x="1128794" y="3038378"/>
            <a:ext cx="1939415" cy="101473"/>
            <a:chOff x="1415480" y="4149080"/>
            <a:chExt cx="2592288" cy="135632"/>
          </a:xfrm>
        </p:grpSpPr>
        <p:cxnSp>
          <p:nvCxnSpPr>
            <p:cNvPr id="5" name="直线连接符 2"/>
            <p:cNvCxnSpPr/>
            <p:nvPr>
              <p:custDataLst>
                <p:tags r:id="rId72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3"/>
            <p:cNvCxnSpPr/>
            <p:nvPr>
              <p:custDataLst>
                <p:tags r:id="rId73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4"/>
            <p:cNvCxnSpPr/>
            <p:nvPr>
              <p:custDataLst>
                <p:tags r:id="rId74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5"/>
            <p:cNvCxnSpPr/>
            <p:nvPr>
              <p:custDataLst>
                <p:tags r:id="rId75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6"/>
            <p:cNvCxnSpPr/>
            <p:nvPr>
              <p:custDataLst>
                <p:tags r:id="rId76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7"/>
            <p:cNvCxnSpPr/>
            <p:nvPr>
              <p:custDataLst>
                <p:tags r:id="rId77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连接符 8"/>
            <p:cNvCxnSpPr/>
            <p:nvPr>
              <p:custDataLst>
                <p:tags r:id="rId78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9"/>
            <p:cNvCxnSpPr/>
            <p:nvPr>
              <p:custDataLst>
                <p:tags r:id="rId79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0"/>
            <p:cNvCxnSpPr/>
            <p:nvPr>
              <p:custDataLst>
                <p:tags r:id="rId80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矩形 13"/>
          <p:cNvSpPr/>
          <p:nvPr>
            <p:custDataLst>
              <p:tags r:id="rId4"/>
            </p:custDataLst>
          </p:nvPr>
        </p:nvSpPr>
        <p:spPr>
          <a:xfrm>
            <a:off x="1560331" y="2068671"/>
            <a:ext cx="1131326" cy="48485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15" name="矩形 14"/>
          <p:cNvSpPr/>
          <p:nvPr>
            <p:custDataLst>
              <p:tags r:id="rId5"/>
            </p:custDataLst>
          </p:nvPr>
        </p:nvSpPr>
        <p:spPr>
          <a:xfrm>
            <a:off x="1560331" y="2553524"/>
            <a:ext cx="1131326" cy="484854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17" name="组合 16"/>
          <p:cNvGrpSpPr/>
          <p:nvPr>
            <p:custDataLst>
              <p:tags r:id="rId6"/>
            </p:custDataLst>
          </p:nvPr>
        </p:nvGrpSpPr>
        <p:grpSpPr>
          <a:xfrm rot="16200000">
            <a:off x="2953971" y="2259413"/>
            <a:ext cx="368300" cy="894039"/>
            <a:chOff x="5534431" y="1742089"/>
            <a:chExt cx="492282" cy="1195002"/>
          </a:xfrm>
        </p:grpSpPr>
        <p:cxnSp>
          <p:nvCxnSpPr>
            <p:cNvPr id="19" name="直线箭头连接符 25"/>
            <p:cNvCxnSpPr/>
            <p:nvPr>
              <p:custDataLst>
                <p:tags r:id="rId70"/>
              </p:custDataLst>
            </p:nvPr>
          </p:nvCxnSpPr>
          <p:spPr>
            <a:xfrm flipH="1">
              <a:off x="5600740" y="1742089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19"/>
                <p:cNvSpPr txBox="1"/>
                <p:nvPr>
                  <p:custDataLst>
                    <p:tags r:id="rId71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9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82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blipFill rotWithShape="1"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文本框 20"/>
          <p:cNvSpPr txBox="1"/>
          <p:nvPr>
            <p:custDataLst>
              <p:tags r:id="rId7"/>
            </p:custDataLst>
          </p:nvPr>
        </p:nvSpPr>
        <p:spPr>
          <a:xfrm>
            <a:off x="995680" y="3553460"/>
            <a:ext cx="2721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1" lang="en-US" altLang="zh-CN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一起匀速向右运动</a:t>
            </a:r>
          </a:p>
        </p:txBody>
      </p:sp>
      <p:grpSp>
        <p:nvGrpSpPr>
          <p:cNvPr id="22" name="组合 21"/>
          <p:cNvGrpSpPr/>
          <p:nvPr>
            <p:custDataLst>
              <p:tags r:id="rId8"/>
            </p:custDataLst>
          </p:nvPr>
        </p:nvGrpSpPr>
        <p:grpSpPr>
          <a:xfrm>
            <a:off x="2553576" y="1342917"/>
            <a:ext cx="599180" cy="368300"/>
            <a:chOff x="1947486" y="493440"/>
            <a:chExt cx="800884" cy="492282"/>
          </a:xfrm>
        </p:grpSpPr>
        <p:cxnSp>
          <p:nvCxnSpPr>
            <p:cNvPr id="23" name="直线箭头连接符 38"/>
            <p:cNvCxnSpPr/>
            <p:nvPr>
              <p:custDataLst>
                <p:tags r:id="rId68"/>
              </p:custDataLst>
            </p:nvPr>
          </p:nvCxnSpPr>
          <p:spPr>
            <a:xfrm>
              <a:off x="1947486" y="955105"/>
              <a:ext cx="664718" cy="0"/>
            </a:xfrm>
            <a:prstGeom prst="straightConnector1">
              <a:avLst/>
            </a:prstGeom>
            <a:ln w="1905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/>
                <p:cNvSpPr txBox="1"/>
                <p:nvPr>
                  <p:custDataLst>
                    <p:tags r:id="rId69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84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blipFill rotWithShape="1">
                  <a:blip r:embed="rId8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5" name="矩形 24"/>
          <p:cNvSpPr/>
          <p:nvPr>
            <p:custDataLst>
              <p:tags r:id="rId9"/>
            </p:custDataLst>
          </p:nvPr>
        </p:nvSpPr>
        <p:spPr>
          <a:xfrm>
            <a:off x="4301009" y="1290396"/>
            <a:ext cx="1131326" cy="48485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26" name="组合 25"/>
          <p:cNvGrpSpPr/>
          <p:nvPr>
            <p:custDataLst>
              <p:tags r:id="rId10"/>
            </p:custDataLst>
          </p:nvPr>
        </p:nvGrpSpPr>
        <p:grpSpPr>
          <a:xfrm>
            <a:off x="4843433" y="1487559"/>
            <a:ext cx="504513" cy="944741"/>
            <a:chOff x="5519936" y="1628800"/>
            <a:chExt cx="674349" cy="1262773"/>
          </a:xfrm>
        </p:grpSpPr>
        <p:grpSp>
          <p:nvGrpSpPr>
            <p:cNvPr id="27" name="组合 26"/>
            <p:cNvGrpSpPr/>
            <p:nvPr>
              <p:custDataLst>
                <p:tags r:id="rId64"/>
              </p:custDataLst>
            </p:nvPr>
          </p:nvGrpSpPr>
          <p:grpSpPr>
            <a:xfrm>
              <a:off x="5546213" y="1632992"/>
              <a:ext cx="648072" cy="1258581"/>
              <a:chOff x="5591012" y="1700808"/>
              <a:chExt cx="648072" cy="1258581"/>
            </a:xfrm>
          </p:grpSpPr>
          <p:cxnSp>
            <p:nvCxnSpPr>
              <p:cNvPr id="29" name="直线箭头连接符 17"/>
              <p:cNvCxnSpPr/>
              <p:nvPr>
                <p:custDataLst>
                  <p:tags r:id="rId66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文本框 29"/>
                  <p:cNvSpPr txBox="1"/>
                  <p:nvPr>
                    <p:custDataLst>
                      <p:tags r:id="rId67"/>
                    </p:custDataLst>
                  </p:nvPr>
                </p:nvSpPr>
                <p:spPr>
                  <a:xfrm>
                    <a:off x="5591012" y="246710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1" name="文本框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86"/>
                    </p:custDataLst>
                  </p:nvPr>
                </p:nvSpPr>
                <p:spPr>
                  <a:xfrm>
                    <a:off x="5591012" y="246710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8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8" name="椭圆 27"/>
            <p:cNvSpPr/>
            <p:nvPr>
              <p:custDataLst>
                <p:tags r:id="rId65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1" name="组合 30"/>
          <p:cNvGrpSpPr/>
          <p:nvPr>
            <p:custDataLst>
              <p:tags r:id="rId11"/>
            </p:custDataLst>
          </p:nvPr>
        </p:nvGrpSpPr>
        <p:grpSpPr>
          <a:xfrm>
            <a:off x="4298886" y="409626"/>
            <a:ext cx="597604" cy="1123197"/>
            <a:chOff x="7313447" y="351905"/>
            <a:chExt cx="798777" cy="1501303"/>
          </a:xfrm>
        </p:grpSpPr>
        <p:grpSp>
          <p:nvGrpSpPr>
            <p:cNvPr id="32" name="组合 31"/>
            <p:cNvGrpSpPr/>
            <p:nvPr>
              <p:custDataLst>
                <p:tags r:id="rId60"/>
              </p:custDataLst>
            </p:nvPr>
          </p:nvGrpSpPr>
          <p:grpSpPr>
            <a:xfrm rot="10800000">
              <a:off x="7313447" y="351905"/>
              <a:ext cx="770912" cy="1429295"/>
              <a:chOff x="5591944" y="1700808"/>
              <a:chExt cx="770912" cy="1429295"/>
            </a:xfrm>
          </p:grpSpPr>
          <p:cxnSp>
            <p:nvCxnSpPr>
              <p:cNvPr id="34" name="直线箭头连接符 27"/>
              <p:cNvCxnSpPr/>
              <p:nvPr>
                <p:custDataLst>
                  <p:tags r:id="rId62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文本框 34"/>
                  <p:cNvSpPr txBox="1"/>
                  <p:nvPr>
                    <p:custDataLst>
                      <p:tags r:id="rId63"/>
                    </p:custDataLst>
                  </p:nvPr>
                </p:nvSpPr>
                <p:spPr>
                  <a:xfrm rot="10800000">
                    <a:off x="5714784" y="2637821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𝑁𝐵𝐴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2" name="文本框 3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88"/>
                    </p:custDataLst>
                  </p:nvPr>
                </p:nvSpPr>
                <p:spPr>
                  <a:xfrm rot="10800000">
                    <a:off x="5714784" y="2637821"/>
                    <a:ext cx="648072" cy="492282"/>
                  </a:xfrm>
                  <a:prstGeom prst="rect">
                    <a:avLst/>
                  </a:prstGeom>
                  <a:blipFill rotWithShape="1">
                    <a:blip r:embed="rId8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3" name="椭圆 32"/>
            <p:cNvSpPr/>
            <p:nvPr>
              <p:custDataLst>
                <p:tags r:id="rId61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6" name="矩形 35"/>
          <p:cNvSpPr/>
          <p:nvPr>
            <p:custDataLst>
              <p:tags r:id="rId12"/>
            </p:custDataLst>
          </p:nvPr>
        </p:nvSpPr>
        <p:spPr>
          <a:xfrm>
            <a:off x="4330827" y="3297638"/>
            <a:ext cx="1131326" cy="484854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37" name="组合 36"/>
          <p:cNvGrpSpPr/>
          <p:nvPr>
            <p:custDataLst>
              <p:tags r:id="rId13"/>
            </p:custDataLst>
          </p:nvPr>
        </p:nvGrpSpPr>
        <p:grpSpPr>
          <a:xfrm>
            <a:off x="4869553" y="3543074"/>
            <a:ext cx="534408" cy="1326540"/>
            <a:chOff x="5519936" y="1628800"/>
            <a:chExt cx="714308" cy="1773098"/>
          </a:xfrm>
        </p:grpSpPr>
        <p:grpSp>
          <p:nvGrpSpPr>
            <p:cNvPr id="38" name="组合 37"/>
            <p:cNvGrpSpPr/>
            <p:nvPr>
              <p:custDataLst>
                <p:tags r:id="rId56"/>
              </p:custDataLst>
            </p:nvPr>
          </p:nvGrpSpPr>
          <p:grpSpPr>
            <a:xfrm>
              <a:off x="5547145" y="1632992"/>
              <a:ext cx="687099" cy="1768906"/>
              <a:chOff x="5591944" y="1700808"/>
              <a:chExt cx="687099" cy="1768906"/>
            </a:xfrm>
          </p:grpSpPr>
          <p:cxnSp>
            <p:nvCxnSpPr>
              <p:cNvPr id="93" name="直线箭头连接符 17"/>
              <p:cNvCxnSpPr/>
              <p:nvPr>
                <p:custDataLst>
                  <p:tags r:id="rId58"/>
                </p:custDataLst>
              </p:nvPr>
            </p:nvCxnSpPr>
            <p:spPr>
              <a:xfrm flipH="1">
                <a:off x="5591944" y="1700808"/>
                <a:ext cx="0" cy="1640825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文本框 40"/>
                  <p:cNvSpPr txBox="1"/>
                  <p:nvPr>
                    <p:custDataLst>
                      <p:tags r:id="rId59"/>
                    </p:custDataLst>
                  </p:nvPr>
                </p:nvSpPr>
                <p:spPr>
                  <a:xfrm>
                    <a:off x="5630971" y="2977432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4" name="文本框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0"/>
                    </p:custDataLst>
                  </p:nvPr>
                </p:nvSpPr>
                <p:spPr>
                  <a:xfrm>
                    <a:off x="5630971" y="2977432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椭圆 38"/>
            <p:cNvSpPr/>
            <p:nvPr>
              <p:custDataLst>
                <p:tags r:id="rId57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2" name="组合 41"/>
          <p:cNvGrpSpPr/>
          <p:nvPr>
            <p:custDataLst>
              <p:tags r:id="rId14"/>
            </p:custDataLst>
          </p:nvPr>
        </p:nvGrpSpPr>
        <p:grpSpPr>
          <a:xfrm flipV="1">
            <a:off x="4309193" y="3540064"/>
            <a:ext cx="599986" cy="900155"/>
            <a:chOff x="7310263" y="650030"/>
            <a:chExt cx="801961" cy="1203178"/>
          </a:xfrm>
        </p:grpSpPr>
        <p:grpSp>
          <p:nvGrpSpPr>
            <p:cNvPr id="43" name="组合 42"/>
            <p:cNvGrpSpPr/>
            <p:nvPr>
              <p:custDataLst>
                <p:tags r:id="rId52"/>
              </p:custDataLst>
            </p:nvPr>
          </p:nvGrpSpPr>
          <p:grpSpPr>
            <a:xfrm rot="10800000">
              <a:off x="7310263" y="650030"/>
              <a:ext cx="774096" cy="1131170"/>
              <a:chOff x="5591944" y="1700808"/>
              <a:chExt cx="774096" cy="1131170"/>
            </a:xfrm>
          </p:grpSpPr>
          <p:cxnSp>
            <p:nvCxnSpPr>
              <p:cNvPr id="45" name="直线箭头连接符 27"/>
              <p:cNvCxnSpPr/>
              <p:nvPr>
                <p:custDataLst>
                  <p:tags r:id="rId54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文本框 45"/>
                  <p:cNvSpPr txBox="1"/>
                  <p:nvPr>
                    <p:custDataLst>
                      <p:tags r:id="rId55"/>
                    </p:custDataLst>
                  </p:nvPr>
                </p:nvSpPr>
                <p:spPr>
                  <a:xfrm rot="21444392">
                    <a:off x="5717968" y="2339696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𝑁𝐵𝐴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5" name="文本框 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2"/>
                    </p:custDataLst>
                  </p:nvPr>
                </p:nvSpPr>
                <p:spPr>
                  <a:xfrm rot="21444392">
                    <a:off x="5717968" y="2339696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4" name="椭圆 43"/>
            <p:cNvSpPr/>
            <p:nvPr>
              <p:custDataLst>
                <p:tags r:id="rId53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5"/>
            </p:custDataLst>
          </p:nvPr>
        </p:nvGrpSpPr>
        <p:grpSpPr>
          <a:xfrm>
            <a:off x="4279280" y="2502732"/>
            <a:ext cx="639828" cy="1104701"/>
            <a:chOff x="7257009" y="376628"/>
            <a:chExt cx="855215" cy="1476580"/>
          </a:xfrm>
        </p:grpSpPr>
        <p:grpSp>
          <p:nvGrpSpPr>
            <p:cNvPr id="49" name="组合 48"/>
            <p:cNvGrpSpPr/>
            <p:nvPr>
              <p:custDataLst>
                <p:tags r:id="rId48"/>
              </p:custDataLst>
            </p:nvPr>
          </p:nvGrpSpPr>
          <p:grpSpPr>
            <a:xfrm rot="10800000">
              <a:off x="7257009" y="376628"/>
              <a:ext cx="827350" cy="1404572"/>
              <a:chOff x="5591944" y="1700808"/>
              <a:chExt cx="827350" cy="1404572"/>
            </a:xfrm>
          </p:grpSpPr>
          <p:cxnSp>
            <p:nvCxnSpPr>
              <p:cNvPr id="51" name="直线箭头连接符 16"/>
              <p:cNvCxnSpPr/>
              <p:nvPr>
                <p:custDataLst>
                  <p:tags r:id="rId50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51"/>
                  <p:cNvSpPr txBox="1"/>
                  <p:nvPr>
                    <p:custDataLst>
                      <p:tags r:id="rId51"/>
                    </p:custDataLst>
                  </p:nvPr>
                </p:nvSpPr>
                <p:spPr>
                  <a:xfrm rot="10800000">
                    <a:off x="5771222" y="2613098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zh-CN" altLang="en-US" sz="1795">
                                  <a:latin typeface="Cambria Math" panose="02040503050406030204" pitchFamily="18" charset="0"/>
                                  <a:ea typeface="楷体" panose="02010609060101010101" charset="-122"/>
                                </a:rPr>
                                <m:t>地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6" name="文本框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4"/>
                    </p:custDataLst>
                  </p:nvPr>
                </p:nvSpPr>
                <p:spPr>
                  <a:xfrm rot="10800000">
                    <a:off x="5771222" y="2613098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0" name="椭圆 49"/>
            <p:cNvSpPr/>
            <p:nvPr>
              <p:custDataLst>
                <p:tags r:id="rId49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3" name="组合 52"/>
          <p:cNvGrpSpPr/>
          <p:nvPr>
            <p:custDataLst>
              <p:tags r:id="rId16"/>
            </p:custDataLst>
          </p:nvPr>
        </p:nvGrpSpPr>
        <p:grpSpPr>
          <a:xfrm rot="16200000">
            <a:off x="5216927" y="2919901"/>
            <a:ext cx="368300" cy="975796"/>
            <a:chOff x="5570435" y="1742089"/>
            <a:chExt cx="492282" cy="1304282"/>
          </a:xfrm>
        </p:grpSpPr>
        <p:cxnSp>
          <p:nvCxnSpPr>
            <p:cNvPr id="54" name="直线箭头连接符 25"/>
            <p:cNvCxnSpPr/>
            <p:nvPr>
              <p:custDataLst>
                <p:tags r:id="rId46"/>
              </p:custDataLst>
            </p:nvPr>
          </p:nvCxnSpPr>
          <p:spPr>
            <a:xfrm flipH="1">
              <a:off x="5600740" y="1742089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54"/>
                <p:cNvSpPr txBox="1"/>
                <p:nvPr>
                  <p:custDataLst>
                    <p:tags r:id="rId47"/>
                  </p:custDataLst>
                </p:nvPr>
              </p:nvSpPr>
              <p:spPr>
                <a:xfrm rot="5400000">
                  <a:off x="5492540" y="2476194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97" name="文本框 54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96"/>
                  </p:custDataLst>
                </p:nvPr>
              </p:nvSpPr>
              <p:spPr>
                <a:xfrm rot="5400000">
                  <a:off x="5492540" y="2476194"/>
                  <a:ext cx="648072" cy="492282"/>
                </a:xfrm>
                <a:prstGeom prst="rect">
                  <a:avLst/>
                </a:prstGeom>
                <a:blipFill rotWithShape="1"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组合 55"/>
          <p:cNvGrpSpPr/>
          <p:nvPr>
            <p:custDataLst>
              <p:tags r:id="rId17"/>
            </p:custDataLst>
          </p:nvPr>
        </p:nvGrpSpPr>
        <p:grpSpPr>
          <a:xfrm rot="16200000">
            <a:off x="4214301" y="3206141"/>
            <a:ext cx="359991" cy="1027838"/>
            <a:chOff x="7631048" y="479365"/>
            <a:chExt cx="481176" cy="1373843"/>
          </a:xfrm>
          <a:solidFill>
            <a:schemeClr val="tx1"/>
          </a:solidFill>
        </p:grpSpPr>
        <p:grpSp>
          <p:nvGrpSpPr>
            <p:cNvPr id="57" name="组合 56"/>
            <p:cNvGrpSpPr/>
            <p:nvPr>
              <p:custDataLst>
                <p:tags r:id="rId42"/>
              </p:custDataLst>
            </p:nvPr>
          </p:nvGrpSpPr>
          <p:grpSpPr>
            <a:xfrm rot="10800000">
              <a:off x="7631048" y="479365"/>
              <a:ext cx="471063" cy="1301835"/>
              <a:chOff x="5574192" y="1700808"/>
              <a:chExt cx="471063" cy="1301835"/>
            </a:xfrm>
            <a:grpFill/>
          </p:grpSpPr>
          <p:cxnSp>
            <p:nvCxnSpPr>
              <p:cNvPr id="59" name="直线箭头连接符 35"/>
              <p:cNvCxnSpPr/>
              <p:nvPr>
                <p:custDataLst>
                  <p:tags r:id="rId44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solidFill>
                <a:schemeClr val="dk1"/>
              </a:solidFill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文本框 59"/>
                  <p:cNvSpPr txBox="1"/>
                  <p:nvPr>
                    <p:custDataLst>
                      <p:tags r:id="rId45"/>
                    </p:custDataLst>
                  </p:nvPr>
                </p:nvSpPr>
                <p:spPr>
                  <a:xfrm rot="16200000">
                    <a:off x="5485687" y="2443075"/>
                    <a:ext cx="648072" cy="4710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8" name="文本框 5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7"/>
                    </p:custDataLst>
                  </p:nvPr>
                </p:nvSpPr>
                <p:spPr>
                  <a:xfrm rot="16200000">
                    <a:off x="5485687" y="2443075"/>
                    <a:ext cx="648072" cy="471063"/>
                  </a:xfrm>
                  <a:prstGeom prst="rect">
                    <a:avLst/>
                  </a:prstGeom>
                  <a:blipFill rotWithShape="1">
                    <a:blip r:embed="rId9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" name="椭圆 57"/>
            <p:cNvSpPr/>
            <p:nvPr>
              <p:custDataLst>
                <p:tags r:id="rId43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矩形 60"/>
              <p:cNvSpPr/>
              <p:nvPr>
                <p:custDataLst>
                  <p:tags r:id="rId18"/>
                </p:custDataLst>
              </p:nvPr>
            </p:nvSpPr>
            <p:spPr>
              <a:xfrm>
                <a:off x="929305" y="4266996"/>
                <a:ext cx="2855595" cy="3841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  <m:sub>
                          <m:r>
                            <a:rPr lang="zh-CN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地</m:t>
                          </m:r>
                        </m:sub>
                      </m:sSub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800" b="0" i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99" name="矩形 60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9"/>
                </p:custDataLst>
              </p:nvPr>
            </p:nvSpPr>
            <p:spPr>
              <a:xfrm>
                <a:off x="929305" y="4266996"/>
                <a:ext cx="2855595" cy="384175"/>
              </a:xfrm>
              <a:prstGeom prst="rect">
                <a:avLst/>
              </a:prstGeom>
              <a:blipFill rotWithShape="1">
                <a:blip r:embed="rId100"/>
                <a:stretch>
                  <a:fillRect l="-11" t="-112" r="11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矩形 61"/>
          <p:cNvSpPr/>
          <p:nvPr>
            <p:custDataLst>
              <p:tags r:id="rId19"/>
            </p:custDataLst>
          </p:nvPr>
        </p:nvSpPr>
        <p:spPr>
          <a:xfrm>
            <a:off x="6532885" y="2042001"/>
            <a:ext cx="1131326" cy="48485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63" name="矩形 62"/>
          <p:cNvSpPr/>
          <p:nvPr>
            <p:custDataLst>
              <p:tags r:id="rId20"/>
            </p:custDataLst>
          </p:nvPr>
        </p:nvSpPr>
        <p:spPr>
          <a:xfrm>
            <a:off x="6532885" y="2526854"/>
            <a:ext cx="1131326" cy="484854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64" name="组合 63"/>
          <p:cNvGrpSpPr/>
          <p:nvPr>
            <p:custDataLst>
              <p:tags r:id="rId21"/>
            </p:custDataLst>
          </p:nvPr>
        </p:nvGrpSpPr>
        <p:grpSpPr>
          <a:xfrm rot="16200000">
            <a:off x="7355372" y="1956800"/>
            <a:ext cx="368300" cy="894039"/>
            <a:chOff x="5534431" y="1742089"/>
            <a:chExt cx="492282" cy="1195002"/>
          </a:xfrm>
        </p:grpSpPr>
        <p:cxnSp>
          <p:nvCxnSpPr>
            <p:cNvPr id="65" name="直线箭头连接符 25"/>
            <p:cNvCxnSpPr/>
            <p:nvPr>
              <p:custDataLst>
                <p:tags r:id="rId40"/>
              </p:custDataLst>
            </p:nvPr>
          </p:nvCxnSpPr>
          <p:spPr>
            <a:xfrm flipH="1">
              <a:off x="5600740" y="1742089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65"/>
                <p:cNvSpPr txBox="1"/>
                <p:nvPr>
                  <p:custDataLst>
                    <p:tags r:id="rId41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00" name="文本框 65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01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blipFill rotWithShape="1"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组合 66"/>
          <p:cNvGrpSpPr/>
          <p:nvPr>
            <p:custDataLst>
              <p:tags r:id="rId22"/>
            </p:custDataLst>
          </p:nvPr>
        </p:nvGrpSpPr>
        <p:grpSpPr>
          <a:xfrm>
            <a:off x="7082150" y="2522644"/>
            <a:ext cx="534408" cy="1326540"/>
            <a:chOff x="5519936" y="1628800"/>
            <a:chExt cx="714308" cy="1773098"/>
          </a:xfrm>
        </p:grpSpPr>
        <p:grpSp>
          <p:nvGrpSpPr>
            <p:cNvPr id="68" name="组合 67"/>
            <p:cNvGrpSpPr/>
            <p:nvPr>
              <p:custDataLst>
                <p:tags r:id="rId36"/>
              </p:custDataLst>
            </p:nvPr>
          </p:nvGrpSpPr>
          <p:grpSpPr>
            <a:xfrm>
              <a:off x="5547145" y="1632992"/>
              <a:ext cx="687099" cy="1768906"/>
              <a:chOff x="5591944" y="1700808"/>
              <a:chExt cx="687099" cy="1768906"/>
            </a:xfrm>
          </p:grpSpPr>
          <p:cxnSp>
            <p:nvCxnSpPr>
              <p:cNvPr id="70" name="直线箭头连接符 17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5591944" y="1700808"/>
                <a:ext cx="0" cy="1640825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文本框 70"/>
                  <p:cNvSpPr txBox="1"/>
                  <p:nvPr>
                    <p:custDataLst>
                      <p:tags r:id="rId39"/>
                    </p:custDataLst>
                  </p:nvPr>
                </p:nvSpPr>
                <p:spPr>
                  <a:xfrm>
                    <a:off x="5630971" y="2977432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kumimoji="1" lang="en-US" altLang="zh-CN" sz="1795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795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kumimoji="1" lang="en-US" altLang="zh-CN" sz="1795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1" name="文本框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2"/>
                    </p:custDataLst>
                  </p:nvPr>
                </p:nvSpPr>
                <p:spPr>
                  <a:xfrm>
                    <a:off x="5630971" y="2977432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9" name="椭圆 68"/>
            <p:cNvSpPr/>
            <p:nvPr>
              <p:custDataLst>
                <p:tags r:id="rId37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7" name="组合 76"/>
          <p:cNvGrpSpPr/>
          <p:nvPr>
            <p:custDataLst>
              <p:tags r:id="rId23"/>
            </p:custDataLst>
          </p:nvPr>
        </p:nvGrpSpPr>
        <p:grpSpPr>
          <a:xfrm>
            <a:off x="6417001" y="997470"/>
            <a:ext cx="714731" cy="1568157"/>
            <a:chOff x="7156891" y="-242843"/>
            <a:chExt cx="955333" cy="2096051"/>
          </a:xfrm>
        </p:grpSpPr>
        <p:grpSp>
          <p:nvGrpSpPr>
            <p:cNvPr id="78" name="组合 77"/>
            <p:cNvGrpSpPr/>
            <p:nvPr>
              <p:custDataLst>
                <p:tags r:id="rId32"/>
              </p:custDataLst>
            </p:nvPr>
          </p:nvGrpSpPr>
          <p:grpSpPr>
            <a:xfrm rot="10800000">
              <a:off x="7156891" y="-242843"/>
              <a:ext cx="927468" cy="2024043"/>
              <a:chOff x="5591944" y="1700808"/>
              <a:chExt cx="927468" cy="2024043"/>
            </a:xfrm>
          </p:grpSpPr>
          <p:cxnSp>
            <p:nvCxnSpPr>
              <p:cNvPr id="80" name="直线箭头连接符 16"/>
              <p:cNvCxnSpPr/>
              <p:nvPr>
                <p:custDataLst>
                  <p:tags r:id="rId34"/>
                </p:custDataLst>
              </p:nvPr>
            </p:nvCxnSpPr>
            <p:spPr>
              <a:xfrm rot="10800000" flipH="1" flipV="1">
                <a:off x="5591944" y="1700808"/>
                <a:ext cx="0" cy="1783588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文本框 80"/>
                  <p:cNvSpPr txBox="1"/>
                  <p:nvPr>
                    <p:custDataLst>
                      <p:tags r:id="rId35"/>
                    </p:custDataLst>
                  </p:nvPr>
                </p:nvSpPr>
                <p:spPr>
                  <a:xfrm rot="10800000">
                    <a:off x="5871340" y="3232569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zh-CN" altLang="en-US" sz="1795">
                                  <a:latin typeface="Cambria Math" panose="02040503050406030204" pitchFamily="18" charset="0"/>
                                  <a:ea typeface="楷体" panose="02010609060101010101" charset="-122"/>
                                </a:rPr>
                                <m:t>地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2" name="文本框 8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4"/>
                    </p:custDataLst>
                  </p:nvPr>
                </p:nvSpPr>
                <p:spPr>
                  <a:xfrm rot="10800000">
                    <a:off x="5871340" y="3232569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9" name="椭圆 78"/>
            <p:cNvSpPr/>
            <p:nvPr>
              <p:custDataLst>
                <p:tags r:id="rId33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3" name="组合 82"/>
          <p:cNvGrpSpPr/>
          <p:nvPr>
            <p:custDataLst>
              <p:tags r:id="rId24"/>
            </p:custDataLst>
          </p:nvPr>
        </p:nvGrpSpPr>
        <p:grpSpPr>
          <a:xfrm rot="16200000">
            <a:off x="6429489" y="2188720"/>
            <a:ext cx="359991" cy="1027838"/>
            <a:chOff x="7631048" y="479365"/>
            <a:chExt cx="481176" cy="1373843"/>
          </a:xfrm>
          <a:solidFill>
            <a:schemeClr val="tx1"/>
          </a:solidFill>
        </p:grpSpPr>
        <p:grpSp>
          <p:nvGrpSpPr>
            <p:cNvPr id="84" name="组合 83"/>
            <p:cNvGrpSpPr/>
            <p:nvPr>
              <p:custDataLst>
                <p:tags r:id="rId28"/>
              </p:custDataLst>
            </p:nvPr>
          </p:nvGrpSpPr>
          <p:grpSpPr>
            <a:xfrm rot="10800000">
              <a:off x="7631048" y="479365"/>
              <a:ext cx="471063" cy="1301835"/>
              <a:chOff x="5574192" y="1700808"/>
              <a:chExt cx="471063" cy="1301835"/>
            </a:xfrm>
            <a:grpFill/>
          </p:grpSpPr>
          <p:cxnSp>
            <p:nvCxnSpPr>
              <p:cNvPr id="86" name="直线箭头连接符 35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solidFill>
                <a:schemeClr val="dk1"/>
              </a:solidFill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文本框 86"/>
                  <p:cNvSpPr txBox="1"/>
                  <p:nvPr>
                    <p:custDataLst>
                      <p:tags r:id="rId31"/>
                    </p:custDataLst>
                  </p:nvPr>
                </p:nvSpPr>
                <p:spPr>
                  <a:xfrm rot="16200000">
                    <a:off x="5485687" y="2443075"/>
                    <a:ext cx="648072" cy="4710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3" name="文本框 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6"/>
                    </p:custDataLst>
                  </p:nvPr>
                </p:nvSpPr>
                <p:spPr>
                  <a:xfrm rot="16200000">
                    <a:off x="5485687" y="2443075"/>
                    <a:ext cx="648072" cy="471063"/>
                  </a:xfrm>
                  <a:prstGeom prst="rect">
                    <a:avLst/>
                  </a:prstGeom>
                  <a:blipFill rotWithShape="1">
                    <a:blip r:embed="rId9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5" name="椭圆 84"/>
            <p:cNvSpPr/>
            <p:nvPr>
              <p:custDataLst>
                <p:tags r:id="rId29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87"/>
              <p:cNvSpPr/>
              <p:nvPr>
                <p:custDataLst>
                  <p:tags r:id="rId25"/>
                </p:custDataLst>
              </p:nvPr>
            </p:nvSpPr>
            <p:spPr>
              <a:xfrm>
                <a:off x="6042248" y="4267254"/>
                <a:ext cx="2855595" cy="3841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  <m:sub>
                          <m:r>
                            <a:rPr lang="zh-CN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地</m:t>
                          </m:r>
                        </m:sub>
                      </m:sSub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800" b="0" i="1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04" name="矩形 87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7"/>
                </p:custDataLst>
              </p:nvPr>
            </p:nvSpPr>
            <p:spPr>
              <a:xfrm>
                <a:off x="6042248" y="4267254"/>
                <a:ext cx="2855595" cy="384175"/>
              </a:xfrm>
              <a:prstGeom prst="rect">
                <a:avLst/>
              </a:prstGeom>
              <a:blipFill rotWithShape="1">
                <a:blip r:embed="rId100"/>
                <a:stretch>
                  <a:fillRect l="-8" t="-14" r="8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/>
          <p:cNvSpPr txBox="1"/>
          <p:nvPr>
            <p:custDataLst>
              <p:tags r:id="rId26"/>
            </p:custDataLst>
          </p:nvPr>
        </p:nvSpPr>
        <p:spPr>
          <a:xfrm>
            <a:off x="3692571" y="792188"/>
            <a:ext cx="94395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隔离法</a:t>
            </a:r>
          </a:p>
        </p:txBody>
      </p:sp>
      <p:sp>
        <p:nvSpPr>
          <p:cNvPr id="82" name="文本框 81"/>
          <p:cNvSpPr txBox="1"/>
          <p:nvPr>
            <p:custDataLst>
              <p:tags r:id="rId27"/>
            </p:custDataLst>
          </p:nvPr>
        </p:nvSpPr>
        <p:spPr>
          <a:xfrm>
            <a:off x="7331586" y="1322330"/>
            <a:ext cx="94395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整体法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BF828ED7-7589-D189-E44B-ED5E2FB3A49D}"/>
              </a:ext>
            </a:extLst>
          </p:cNvPr>
          <p:cNvSpPr txBox="1"/>
          <p:nvPr/>
        </p:nvSpPr>
        <p:spPr>
          <a:xfrm>
            <a:off x="2024631" y="2114853"/>
            <a:ext cx="246219" cy="923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926864" y="2850418"/>
            <a:ext cx="1939415" cy="101473"/>
            <a:chOff x="1415480" y="4149080"/>
            <a:chExt cx="2592288" cy="135632"/>
          </a:xfrm>
        </p:grpSpPr>
        <p:cxnSp>
          <p:nvCxnSpPr>
            <p:cNvPr id="3" name="直线连接符 2"/>
            <p:cNvCxnSpPr/>
            <p:nvPr>
              <p:custDataLst>
                <p:tags r:id="rId80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直线连接符 3"/>
            <p:cNvCxnSpPr/>
            <p:nvPr>
              <p:custDataLst>
                <p:tags r:id="rId81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线连接符 4"/>
            <p:cNvCxnSpPr/>
            <p:nvPr>
              <p:custDataLst>
                <p:tags r:id="rId82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5"/>
            <p:cNvCxnSpPr/>
            <p:nvPr>
              <p:custDataLst>
                <p:tags r:id="rId83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>
              <p:custDataLst>
                <p:tags r:id="rId84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>
              <p:custDataLst>
                <p:tags r:id="rId85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>
              <p:custDataLst>
                <p:tags r:id="rId86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>
              <p:custDataLst>
                <p:tags r:id="rId87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>
              <p:custDataLst>
                <p:tags r:id="rId88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358401" y="1880711"/>
            <a:ext cx="1131326" cy="48485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358401" y="2365564"/>
            <a:ext cx="1131326" cy="484854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 rot="16200000">
            <a:off x="2752596" y="1555667"/>
            <a:ext cx="368300" cy="894039"/>
            <a:chOff x="5534431" y="1742089"/>
            <a:chExt cx="492282" cy="1195002"/>
          </a:xfrm>
        </p:grpSpPr>
        <p:cxnSp>
          <p:nvCxnSpPr>
            <p:cNvPr id="15" name="直线箭头连接符 25"/>
            <p:cNvCxnSpPr/>
            <p:nvPr>
              <p:custDataLst>
                <p:tags r:id="rId78"/>
              </p:custDataLst>
            </p:nvPr>
          </p:nvCxnSpPr>
          <p:spPr>
            <a:xfrm flipH="1">
              <a:off x="5600740" y="1742089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15"/>
                <p:cNvSpPr txBox="1"/>
                <p:nvPr>
                  <p:custDataLst>
                    <p:tags r:id="rId79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00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90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blipFill rotWithShape="1">
                  <a:blip r:embed="rId9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751205" y="3512820"/>
            <a:ext cx="2632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1" lang="en-US" altLang="zh-CN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一起匀速向右运动</a:t>
            </a:r>
          </a:p>
        </p:txBody>
      </p:sp>
      <p:grpSp>
        <p:nvGrpSpPr>
          <p:cNvPr id="18" name="组合 17"/>
          <p:cNvGrpSpPr/>
          <p:nvPr>
            <p:custDataLst>
              <p:tags r:id="rId7"/>
            </p:custDataLst>
          </p:nvPr>
        </p:nvGrpSpPr>
        <p:grpSpPr>
          <a:xfrm>
            <a:off x="2351646" y="1154957"/>
            <a:ext cx="599180" cy="368300"/>
            <a:chOff x="1947486" y="493440"/>
            <a:chExt cx="800884" cy="492282"/>
          </a:xfrm>
        </p:grpSpPr>
        <p:cxnSp>
          <p:nvCxnSpPr>
            <p:cNvPr id="19" name="直线箭头连接符 38"/>
            <p:cNvCxnSpPr/>
            <p:nvPr>
              <p:custDataLst>
                <p:tags r:id="rId76"/>
              </p:custDataLst>
            </p:nvPr>
          </p:nvCxnSpPr>
          <p:spPr>
            <a:xfrm>
              <a:off x="1947486" y="955105"/>
              <a:ext cx="664718" cy="0"/>
            </a:xfrm>
            <a:prstGeom prst="straightConnector1">
              <a:avLst/>
            </a:prstGeom>
            <a:ln w="1905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/>
                <p:cNvSpPr txBox="1"/>
                <p:nvPr>
                  <p:custDataLst>
                    <p:tags r:id="rId77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92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blipFill rotWithShape="1">
                  <a:blip r:embed="rId9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矩形 22"/>
          <p:cNvSpPr/>
          <p:nvPr>
            <p:custDataLst>
              <p:tags r:id="rId8"/>
            </p:custDataLst>
          </p:nvPr>
        </p:nvSpPr>
        <p:spPr>
          <a:xfrm>
            <a:off x="4356889" y="1097356"/>
            <a:ext cx="1131326" cy="48485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24" name="组合 23"/>
          <p:cNvGrpSpPr/>
          <p:nvPr>
            <p:custDataLst>
              <p:tags r:id="rId9"/>
            </p:custDataLst>
          </p:nvPr>
        </p:nvGrpSpPr>
        <p:grpSpPr>
          <a:xfrm rot="16200000">
            <a:off x="5215574" y="658269"/>
            <a:ext cx="368300" cy="1000819"/>
            <a:chOff x="5577556" y="1742089"/>
            <a:chExt cx="492282" cy="1337729"/>
          </a:xfrm>
        </p:grpSpPr>
        <p:cxnSp>
          <p:nvCxnSpPr>
            <p:cNvPr id="25" name="直线箭头连接符 25"/>
            <p:cNvCxnSpPr/>
            <p:nvPr>
              <p:custDataLst>
                <p:tags r:id="rId74"/>
              </p:custDataLst>
            </p:nvPr>
          </p:nvCxnSpPr>
          <p:spPr>
            <a:xfrm flipH="1">
              <a:off x="5600740" y="1742089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25"/>
                <p:cNvSpPr txBox="1"/>
                <p:nvPr>
                  <p:custDataLst>
                    <p:tags r:id="rId75"/>
                  </p:custDataLst>
                </p:nvPr>
              </p:nvSpPr>
              <p:spPr>
                <a:xfrm rot="5400000">
                  <a:off x="5499661" y="2509641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01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94"/>
                  </p:custDataLst>
                </p:nvPr>
              </p:nvSpPr>
              <p:spPr>
                <a:xfrm rot="5400000">
                  <a:off x="5499661" y="2509641"/>
                  <a:ext cx="648072" cy="492282"/>
                </a:xfrm>
                <a:prstGeom prst="rect">
                  <a:avLst/>
                </a:prstGeom>
                <a:blipFill rotWithShape="1">
                  <a:blip r:embed="rId9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组合 26"/>
          <p:cNvGrpSpPr/>
          <p:nvPr>
            <p:custDataLst>
              <p:tags r:id="rId10"/>
            </p:custDataLst>
          </p:nvPr>
        </p:nvGrpSpPr>
        <p:grpSpPr>
          <a:xfrm>
            <a:off x="4899313" y="1294519"/>
            <a:ext cx="504513" cy="944741"/>
            <a:chOff x="5519936" y="1628800"/>
            <a:chExt cx="674349" cy="1262773"/>
          </a:xfrm>
        </p:grpSpPr>
        <p:grpSp>
          <p:nvGrpSpPr>
            <p:cNvPr id="28" name="组合 27"/>
            <p:cNvGrpSpPr/>
            <p:nvPr>
              <p:custDataLst>
                <p:tags r:id="rId70"/>
              </p:custDataLst>
            </p:nvPr>
          </p:nvGrpSpPr>
          <p:grpSpPr>
            <a:xfrm>
              <a:off x="5546213" y="1632992"/>
              <a:ext cx="648072" cy="1258581"/>
              <a:chOff x="5591012" y="1700808"/>
              <a:chExt cx="648072" cy="1258581"/>
            </a:xfrm>
          </p:grpSpPr>
          <p:cxnSp>
            <p:nvCxnSpPr>
              <p:cNvPr id="30" name="直线箭头连接符 17"/>
              <p:cNvCxnSpPr/>
              <p:nvPr>
                <p:custDataLst>
                  <p:tags r:id="rId72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文本框 30"/>
                  <p:cNvSpPr txBox="1"/>
                  <p:nvPr>
                    <p:custDataLst>
                      <p:tags r:id="rId73"/>
                    </p:custDataLst>
                  </p:nvPr>
                </p:nvSpPr>
                <p:spPr>
                  <a:xfrm>
                    <a:off x="5591012" y="246710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2" name="文本框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5"/>
                    </p:custDataLst>
                  </p:nvPr>
                </p:nvSpPr>
                <p:spPr>
                  <a:xfrm>
                    <a:off x="5591012" y="246710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9" name="椭圆 28"/>
            <p:cNvSpPr/>
            <p:nvPr>
              <p:custDataLst>
                <p:tags r:id="rId71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2" name="组合 31"/>
          <p:cNvGrpSpPr/>
          <p:nvPr>
            <p:custDataLst>
              <p:tags r:id="rId11"/>
            </p:custDataLst>
          </p:nvPr>
        </p:nvGrpSpPr>
        <p:grpSpPr>
          <a:xfrm rot="16200000">
            <a:off x="4198314" y="847605"/>
            <a:ext cx="352425" cy="1144824"/>
            <a:chOff x="7703636" y="322998"/>
            <a:chExt cx="471063" cy="1530210"/>
          </a:xfrm>
          <a:solidFill>
            <a:schemeClr val="tx1"/>
          </a:solidFill>
        </p:grpSpPr>
        <p:grpSp>
          <p:nvGrpSpPr>
            <p:cNvPr id="33" name="组合 32"/>
            <p:cNvGrpSpPr/>
            <p:nvPr>
              <p:custDataLst>
                <p:tags r:id="rId66"/>
              </p:custDataLst>
            </p:nvPr>
          </p:nvGrpSpPr>
          <p:grpSpPr>
            <a:xfrm rot="10800000">
              <a:off x="7703636" y="322998"/>
              <a:ext cx="471063" cy="1458202"/>
              <a:chOff x="5501604" y="1700808"/>
              <a:chExt cx="471063" cy="1458202"/>
            </a:xfrm>
            <a:grpFill/>
          </p:grpSpPr>
          <p:cxnSp>
            <p:nvCxnSpPr>
              <p:cNvPr id="35" name="直线箭头连接符 35"/>
              <p:cNvCxnSpPr/>
              <p:nvPr>
                <p:custDataLst>
                  <p:tags r:id="rId68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solidFill>
                <a:schemeClr val="dk1"/>
              </a:solidFill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3" name="文本框 35"/>
                  <p:cNvSpPr txBox="1"/>
                  <p:nvPr>
                    <p:custDataLst>
                      <p:tags r:id="rId69"/>
                    </p:custDataLst>
                  </p:nvPr>
                </p:nvSpPr>
                <p:spPr>
                  <a:xfrm rot="16200000">
                    <a:off x="5413099" y="2599442"/>
                    <a:ext cx="648072" cy="4710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𝑓𝐵𝐴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3" name="文本框 3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7"/>
                    </p:custDataLst>
                  </p:nvPr>
                </p:nvSpPr>
                <p:spPr>
                  <a:xfrm rot="16200000">
                    <a:off x="5413099" y="2599442"/>
                    <a:ext cx="648072" cy="471063"/>
                  </a:xfrm>
                  <a:prstGeom prst="rect">
                    <a:avLst/>
                  </a:prstGeom>
                  <a:blipFill rotWithShape="1">
                    <a:blip r:embed="rId9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4" name="椭圆 33"/>
            <p:cNvSpPr/>
            <p:nvPr>
              <p:custDataLst>
                <p:tags r:id="rId67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solidFill>
                <a:schemeClr val="dk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12"/>
            </p:custDataLst>
          </p:nvPr>
        </p:nvGrpSpPr>
        <p:grpSpPr>
          <a:xfrm>
            <a:off x="4356671" y="391845"/>
            <a:ext cx="595699" cy="947937"/>
            <a:chOff x="7315993" y="586163"/>
            <a:chExt cx="796231" cy="1267045"/>
          </a:xfrm>
        </p:grpSpPr>
        <p:grpSp>
          <p:nvGrpSpPr>
            <p:cNvPr id="38" name="组合 37"/>
            <p:cNvGrpSpPr/>
            <p:nvPr>
              <p:custDataLst>
                <p:tags r:id="rId62"/>
              </p:custDataLst>
            </p:nvPr>
          </p:nvGrpSpPr>
          <p:grpSpPr>
            <a:xfrm rot="10800000">
              <a:off x="7315993" y="586163"/>
              <a:ext cx="768366" cy="1195037"/>
              <a:chOff x="5591944" y="1700808"/>
              <a:chExt cx="768366" cy="1195037"/>
            </a:xfrm>
          </p:grpSpPr>
          <p:cxnSp>
            <p:nvCxnSpPr>
              <p:cNvPr id="104" name="直线箭头连接符 27"/>
              <p:cNvCxnSpPr/>
              <p:nvPr>
                <p:custDataLst>
                  <p:tags r:id="rId64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40"/>
                  <p:cNvSpPr txBox="1"/>
                  <p:nvPr>
                    <p:custDataLst>
                      <p:tags r:id="rId65"/>
                    </p:custDataLst>
                  </p:nvPr>
                </p:nvSpPr>
                <p:spPr>
                  <a:xfrm rot="10800000">
                    <a:off x="5712238" y="240356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𝑁𝐵𝐴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5" name="文本框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9"/>
                    </p:custDataLst>
                  </p:nvPr>
                </p:nvSpPr>
                <p:spPr>
                  <a:xfrm rot="10800000">
                    <a:off x="5712238" y="240356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椭圆 38"/>
            <p:cNvSpPr/>
            <p:nvPr>
              <p:custDataLst>
                <p:tags r:id="rId63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2" name="矩形 41"/>
          <p:cNvSpPr/>
          <p:nvPr>
            <p:custDataLst>
              <p:tags r:id="rId13"/>
            </p:custDataLst>
          </p:nvPr>
        </p:nvSpPr>
        <p:spPr>
          <a:xfrm>
            <a:off x="4306697" y="3023318"/>
            <a:ext cx="1131326" cy="484854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43" name="组合 42"/>
          <p:cNvGrpSpPr/>
          <p:nvPr>
            <p:custDataLst>
              <p:tags r:id="rId14"/>
            </p:custDataLst>
          </p:nvPr>
        </p:nvGrpSpPr>
        <p:grpSpPr>
          <a:xfrm>
            <a:off x="4845423" y="3268754"/>
            <a:ext cx="534408" cy="1326540"/>
            <a:chOff x="5519936" y="1628800"/>
            <a:chExt cx="714308" cy="1773098"/>
          </a:xfrm>
        </p:grpSpPr>
        <p:grpSp>
          <p:nvGrpSpPr>
            <p:cNvPr id="44" name="组合 43"/>
            <p:cNvGrpSpPr/>
            <p:nvPr>
              <p:custDataLst>
                <p:tags r:id="rId58"/>
              </p:custDataLst>
            </p:nvPr>
          </p:nvGrpSpPr>
          <p:grpSpPr>
            <a:xfrm>
              <a:off x="5547145" y="1632992"/>
              <a:ext cx="687099" cy="1768906"/>
              <a:chOff x="5591944" y="1700808"/>
              <a:chExt cx="687099" cy="1768906"/>
            </a:xfrm>
          </p:grpSpPr>
          <p:cxnSp>
            <p:nvCxnSpPr>
              <p:cNvPr id="46" name="直线箭头连接符 17"/>
              <p:cNvCxnSpPr/>
              <p:nvPr>
                <p:custDataLst>
                  <p:tags r:id="rId60"/>
                </p:custDataLst>
              </p:nvPr>
            </p:nvCxnSpPr>
            <p:spPr>
              <a:xfrm flipH="1">
                <a:off x="5591944" y="1700808"/>
                <a:ext cx="0" cy="1640825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文本框 46"/>
                  <p:cNvSpPr txBox="1"/>
                  <p:nvPr>
                    <p:custDataLst>
                      <p:tags r:id="rId61"/>
                    </p:custDataLst>
                  </p:nvPr>
                </p:nvSpPr>
                <p:spPr>
                  <a:xfrm>
                    <a:off x="5630971" y="2977432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6" name="文本框 4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1"/>
                    </p:custDataLst>
                  </p:nvPr>
                </p:nvSpPr>
                <p:spPr>
                  <a:xfrm>
                    <a:off x="5630971" y="2977432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5" name="椭圆 44"/>
            <p:cNvSpPr/>
            <p:nvPr>
              <p:custDataLst>
                <p:tags r:id="rId59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5"/>
            </p:custDataLst>
          </p:nvPr>
        </p:nvGrpSpPr>
        <p:grpSpPr>
          <a:xfrm flipV="1">
            <a:off x="4269188" y="3265744"/>
            <a:ext cx="615861" cy="908410"/>
            <a:chOff x="7289044" y="638996"/>
            <a:chExt cx="823180" cy="1214212"/>
          </a:xfrm>
        </p:grpSpPr>
        <p:grpSp>
          <p:nvGrpSpPr>
            <p:cNvPr id="49" name="组合 48"/>
            <p:cNvGrpSpPr/>
            <p:nvPr>
              <p:custDataLst>
                <p:tags r:id="rId54"/>
              </p:custDataLst>
            </p:nvPr>
          </p:nvGrpSpPr>
          <p:grpSpPr>
            <a:xfrm rot="10800000">
              <a:off x="7289044" y="638996"/>
              <a:ext cx="795315" cy="1142204"/>
              <a:chOff x="5591944" y="1700808"/>
              <a:chExt cx="795315" cy="1142204"/>
            </a:xfrm>
          </p:grpSpPr>
          <p:cxnSp>
            <p:nvCxnSpPr>
              <p:cNvPr id="51" name="直线箭头连接符 27"/>
              <p:cNvCxnSpPr/>
              <p:nvPr>
                <p:custDataLst>
                  <p:tags r:id="rId56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51"/>
                  <p:cNvSpPr txBox="1"/>
                  <p:nvPr>
                    <p:custDataLst>
                      <p:tags r:id="rId57"/>
                    </p:custDataLst>
                  </p:nvPr>
                </p:nvSpPr>
                <p:spPr>
                  <a:xfrm rot="21444392">
                    <a:off x="5739187" y="2350730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𝑁𝐴𝐵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7" name="文本框 5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3"/>
                    </p:custDataLst>
                  </p:nvPr>
                </p:nvSpPr>
                <p:spPr>
                  <a:xfrm rot="21444392">
                    <a:off x="5739187" y="2350730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0" name="椭圆 49"/>
            <p:cNvSpPr/>
            <p:nvPr>
              <p:custDataLst>
                <p:tags r:id="rId55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3" name="组合 52"/>
          <p:cNvGrpSpPr/>
          <p:nvPr>
            <p:custDataLst>
              <p:tags r:id="rId16"/>
            </p:custDataLst>
          </p:nvPr>
        </p:nvGrpSpPr>
        <p:grpSpPr>
          <a:xfrm>
            <a:off x="4260865" y="2365572"/>
            <a:ext cx="634112" cy="967540"/>
            <a:chOff x="7264648" y="559961"/>
            <a:chExt cx="847576" cy="1293247"/>
          </a:xfrm>
        </p:grpSpPr>
        <p:grpSp>
          <p:nvGrpSpPr>
            <p:cNvPr id="54" name="组合 53"/>
            <p:cNvGrpSpPr/>
            <p:nvPr>
              <p:custDataLst>
                <p:tags r:id="rId50"/>
              </p:custDataLst>
            </p:nvPr>
          </p:nvGrpSpPr>
          <p:grpSpPr>
            <a:xfrm rot="10800000">
              <a:off x="7264648" y="559961"/>
              <a:ext cx="819711" cy="1221239"/>
              <a:chOff x="5591944" y="1700808"/>
              <a:chExt cx="819711" cy="1221239"/>
            </a:xfrm>
          </p:grpSpPr>
          <p:cxnSp>
            <p:nvCxnSpPr>
              <p:cNvPr id="56" name="直线箭头连接符 16"/>
              <p:cNvCxnSpPr/>
              <p:nvPr>
                <p:custDataLst>
                  <p:tags r:id="rId52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文本框 56"/>
                  <p:cNvSpPr txBox="1"/>
                  <p:nvPr>
                    <p:custDataLst>
                      <p:tags r:id="rId53"/>
                    </p:custDataLst>
                  </p:nvPr>
                </p:nvSpPr>
                <p:spPr>
                  <a:xfrm rot="10800000">
                    <a:off x="5763583" y="2429765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zh-CN" altLang="en-US" sz="1795">
                                  <a:latin typeface="Cambria Math" panose="02040503050406030204" pitchFamily="18" charset="0"/>
                                  <a:ea typeface="楷体" panose="02010609060101010101" charset="-122"/>
                                </a:rPr>
                                <m:t>地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8" name="文本框 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5"/>
                    </p:custDataLst>
                  </p:nvPr>
                </p:nvSpPr>
                <p:spPr>
                  <a:xfrm rot="10800000">
                    <a:off x="5763583" y="2429765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5" name="椭圆 54"/>
            <p:cNvSpPr/>
            <p:nvPr>
              <p:custDataLst>
                <p:tags r:id="rId51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1" name="组合 60"/>
          <p:cNvGrpSpPr/>
          <p:nvPr>
            <p:custDataLst>
              <p:tags r:id="rId17"/>
            </p:custDataLst>
          </p:nvPr>
        </p:nvGrpSpPr>
        <p:grpSpPr>
          <a:xfrm rot="16200000">
            <a:off x="3955670" y="2391202"/>
            <a:ext cx="412546" cy="1444288"/>
            <a:chOff x="8040216" y="-77276"/>
            <a:chExt cx="551423" cy="1930484"/>
          </a:xfrm>
          <a:solidFill>
            <a:schemeClr val="tx1"/>
          </a:solidFill>
        </p:grpSpPr>
        <p:grpSp>
          <p:nvGrpSpPr>
            <p:cNvPr id="62" name="组合 61"/>
            <p:cNvGrpSpPr/>
            <p:nvPr>
              <p:custDataLst>
                <p:tags r:id="rId46"/>
              </p:custDataLst>
            </p:nvPr>
          </p:nvGrpSpPr>
          <p:grpSpPr>
            <a:xfrm rot="10800000">
              <a:off x="8084359" y="-77276"/>
              <a:ext cx="507280" cy="1858476"/>
              <a:chOff x="5084664" y="1700808"/>
              <a:chExt cx="507280" cy="1858476"/>
            </a:xfrm>
            <a:grpFill/>
          </p:grpSpPr>
          <p:cxnSp>
            <p:nvCxnSpPr>
              <p:cNvPr id="64" name="直线箭头连接符 35"/>
              <p:cNvCxnSpPr/>
              <p:nvPr>
                <p:custDataLst>
                  <p:tags r:id="rId48"/>
                </p:custDataLst>
              </p:nvPr>
            </p:nvCxnSpPr>
            <p:spPr>
              <a:xfrm rot="16200000" flipH="1">
                <a:off x="4771303" y="2521449"/>
                <a:ext cx="1641282" cy="0"/>
              </a:xfrm>
              <a:prstGeom prst="straightConnector1">
                <a:avLst/>
              </a:prstGeom>
              <a:solidFill>
                <a:schemeClr val="dk1"/>
              </a:solidFill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9" name="文本框 64"/>
                  <p:cNvSpPr txBox="1"/>
                  <p:nvPr>
                    <p:custDataLst>
                      <p:tags r:id="rId49"/>
                    </p:custDataLst>
                  </p:nvPr>
                </p:nvSpPr>
                <p:spPr>
                  <a:xfrm rot="16200000">
                    <a:off x="4996159" y="2999716"/>
                    <a:ext cx="648072" cy="4710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9" name="文本框 6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7"/>
                    </p:custDataLst>
                  </p:nvPr>
                </p:nvSpPr>
                <p:spPr>
                  <a:xfrm rot="16200000">
                    <a:off x="4996159" y="2999716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0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3" name="椭圆 62"/>
            <p:cNvSpPr/>
            <p:nvPr>
              <p:custDataLst>
                <p:tags r:id="rId47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6" name="组合 65"/>
          <p:cNvGrpSpPr/>
          <p:nvPr>
            <p:custDataLst>
              <p:tags r:id="rId18"/>
            </p:custDataLst>
          </p:nvPr>
        </p:nvGrpSpPr>
        <p:grpSpPr>
          <a:xfrm rot="5400000" flipH="1">
            <a:off x="5254311" y="2834921"/>
            <a:ext cx="352425" cy="1144824"/>
            <a:chOff x="7703636" y="322998"/>
            <a:chExt cx="471063" cy="1530210"/>
          </a:xfrm>
          <a:solidFill>
            <a:schemeClr val="tx1"/>
          </a:solidFill>
        </p:grpSpPr>
        <p:grpSp>
          <p:nvGrpSpPr>
            <p:cNvPr id="67" name="组合 66"/>
            <p:cNvGrpSpPr/>
            <p:nvPr>
              <p:custDataLst>
                <p:tags r:id="rId42"/>
              </p:custDataLst>
            </p:nvPr>
          </p:nvGrpSpPr>
          <p:grpSpPr>
            <a:xfrm rot="10800000">
              <a:off x="7703636" y="322998"/>
              <a:ext cx="471063" cy="1458202"/>
              <a:chOff x="5501604" y="1700808"/>
              <a:chExt cx="471063" cy="1458202"/>
            </a:xfrm>
            <a:grpFill/>
          </p:grpSpPr>
          <p:cxnSp>
            <p:nvCxnSpPr>
              <p:cNvPr id="69" name="直线箭头连接符 35"/>
              <p:cNvCxnSpPr/>
              <p:nvPr>
                <p:custDataLst>
                  <p:tags r:id="rId44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0" name="文本框 69"/>
                  <p:cNvSpPr txBox="1"/>
                  <p:nvPr>
                    <p:custDataLst>
                      <p:tags r:id="rId45"/>
                    </p:custDataLst>
                  </p:nvPr>
                </p:nvSpPr>
                <p:spPr>
                  <a:xfrm rot="16200000">
                    <a:off x="5413099" y="2599442"/>
                    <a:ext cx="648072" cy="4710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𝑓𝐴𝐵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10" name="文本框 6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9"/>
                    </p:custDataLst>
                  </p:nvPr>
                </p:nvSpPr>
                <p:spPr>
                  <a:xfrm rot="16200000">
                    <a:off x="5413099" y="2599442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10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8" name="椭圆 67"/>
            <p:cNvSpPr/>
            <p:nvPr>
              <p:custDataLst>
                <p:tags r:id="rId43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矩形 72"/>
              <p:cNvSpPr/>
              <p:nvPr>
                <p:custDataLst>
                  <p:tags r:id="rId19"/>
                </p:custDataLst>
              </p:nvPr>
            </p:nvSpPr>
            <p:spPr>
              <a:xfrm>
                <a:off x="751505" y="4115231"/>
                <a:ext cx="2712720" cy="3841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  <m:sub>
                          <m:r>
                            <a:rPr lang="zh-CN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地</m:t>
                          </m:r>
                        </m:sub>
                      </m:sSub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11" name="矩形 72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1"/>
                </p:custDataLst>
              </p:nvPr>
            </p:nvSpPr>
            <p:spPr>
              <a:xfrm>
                <a:off x="751505" y="4115231"/>
                <a:ext cx="2712720" cy="384175"/>
              </a:xfrm>
              <a:prstGeom prst="rect">
                <a:avLst/>
              </a:prstGeom>
              <a:blipFill rotWithShape="1">
                <a:blip r:embed="rId112"/>
                <a:stretch>
                  <a:fillRect l="-11" t="-112" r="11" b="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矩形 73"/>
          <p:cNvSpPr/>
          <p:nvPr>
            <p:custDataLst>
              <p:tags r:id="rId20"/>
            </p:custDataLst>
          </p:nvPr>
        </p:nvSpPr>
        <p:spPr>
          <a:xfrm>
            <a:off x="6969130" y="1880711"/>
            <a:ext cx="1131326" cy="48485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75" name="矩形 74"/>
          <p:cNvSpPr/>
          <p:nvPr>
            <p:custDataLst>
              <p:tags r:id="rId21"/>
            </p:custDataLst>
          </p:nvPr>
        </p:nvSpPr>
        <p:spPr>
          <a:xfrm>
            <a:off x="6969130" y="2365564"/>
            <a:ext cx="1131326" cy="484854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76" name="组合 75"/>
          <p:cNvGrpSpPr/>
          <p:nvPr>
            <p:custDataLst>
              <p:tags r:id="rId22"/>
            </p:custDataLst>
          </p:nvPr>
        </p:nvGrpSpPr>
        <p:grpSpPr>
          <a:xfrm rot="16200000">
            <a:off x="7791617" y="1795510"/>
            <a:ext cx="368300" cy="894039"/>
            <a:chOff x="5534431" y="1742089"/>
            <a:chExt cx="492282" cy="1195002"/>
          </a:xfrm>
        </p:grpSpPr>
        <p:cxnSp>
          <p:nvCxnSpPr>
            <p:cNvPr id="77" name="直线箭头连接符 25"/>
            <p:cNvCxnSpPr/>
            <p:nvPr>
              <p:custDataLst>
                <p:tags r:id="rId40"/>
              </p:custDataLst>
            </p:nvPr>
          </p:nvCxnSpPr>
          <p:spPr>
            <a:xfrm flipH="1">
              <a:off x="5600740" y="1742089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文本框 77"/>
                <p:cNvSpPr txBox="1"/>
                <p:nvPr>
                  <p:custDataLst>
                    <p:tags r:id="rId41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12" name="文本框 77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13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blipFill rotWithShape="1">
                  <a:blip r:embed="rId9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9" name="组合 78"/>
          <p:cNvGrpSpPr/>
          <p:nvPr>
            <p:custDataLst>
              <p:tags r:id="rId23"/>
            </p:custDataLst>
          </p:nvPr>
        </p:nvGrpSpPr>
        <p:grpSpPr>
          <a:xfrm>
            <a:off x="7518395" y="2361354"/>
            <a:ext cx="534408" cy="1326540"/>
            <a:chOff x="5519936" y="1628800"/>
            <a:chExt cx="714308" cy="1773098"/>
          </a:xfrm>
        </p:grpSpPr>
        <p:grpSp>
          <p:nvGrpSpPr>
            <p:cNvPr id="80" name="组合 79"/>
            <p:cNvGrpSpPr/>
            <p:nvPr>
              <p:custDataLst>
                <p:tags r:id="rId36"/>
              </p:custDataLst>
            </p:nvPr>
          </p:nvGrpSpPr>
          <p:grpSpPr>
            <a:xfrm>
              <a:off x="5547145" y="1632992"/>
              <a:ext cx="687099" cy="1768906"/>
              <a:chOff x="5591944" y="1700808"/>
              <a:chExt cx="687099" cy="1768906"/>
            </a:xfrm>
          </p:grpSpPr>
          <p:cxnSp>
            <p:nvCxnSpPr>
              <p:cNvPr id="82" name="直线箭头连接符 17"/>
              <p:cNvCxnSpPr/>
              <p:nvPr>
                <p:custDataLst>
                  <p:tags r:id="rId38"/>
                </p:custDataLst>
              </p:nvPr>
            </p:nvCxnSpPr>
            <p:spPr>
              <a:xfrm flipH="1">
                <a:off x="5591944" y="1700808"/>
                <a:ext cx="0" cy="1640825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文本框 82"/>
                  <p:cNvSpPr txBox="1"/>
                  <p:nvPr>
                    <p:custDataLst>
                      <p:tags r:id="rId39"/>
                    </p:custDataLst>
                  </p:nvPr>
                </p:nvSpPr>
                <p:spPr>
                  <a:xfrm>
                    <a:off x="5630971" y="2977432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kumimoji="1" lang="en-US" altLang="zh-CN" sz="1795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795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kumimoji="1" lang="en-US" altLang="zh-CN" sz="1795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13" name="文本框 8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4"/>
                    </p:custDataLst>
                  </p:nvPr>
                </p:nvSpPr>
                <p:spPr>
                  <a:xfrm>
                    <a:off x="5630971" y="2977432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1" name="椭圆 80"/>
            <p:cNvSpPr/>
            <p:nvPr>
              <p:custDataLst>
                <p:tags r:id="rId37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9" name="组合 88"/>
          <p:cNvGrpSpPr/>
          <p:nvPr>
            <p:custDataLst>
              <p:tags r:id="rId24"/>
            </p:custDataLst>
          </p:nvPr>
        </p:nvGrpSpPr>
        <p:grpSpPr>
          <a:xfrm>
            <a:off x="6853246" y="836180"/>
            <a:ext cx="714731" cy="1568157"/>
            <a:chOff x="7156891" y="-242843"/>
            <a:chExt cx="955333" cy="2096051"/>
          </a:xfrm>
        </p:grpSpPr>
        <p:grpSp>
          <p:nvGrpSpPr>
            <p:cNvPr id="90" name="组合 89"/>
            <p:cNvGrpSpPr/>
            <p:nvPr>
              <p:custDataLst>
                <p:tags r:id="rId32"/>
              </p:custDataLst>
            </p:nvPr>
          </p:nvGrpSpPr>
          <p:grpSpPr>
            <a:xfrm rot="10800000">
              <a:off x="7156891" y="-242843"/>
              <a:ext cx="927468" cy="2024043"/>
              <a:chOff x="5591944" y="1700808"/>
              <a:chExt cx="927468" cy="2024043"/>
            </a:xfrm>
          </p:grpSpPr>
          <p:cxnSp>
            <p:nvCxnSpPr>
              <p:cNvPr id="92" name="直线箭头连接符 16"/>
              <p:cNvCxnSpPr/>
              <p:nvPr>
                <p:custDataLst>
                  <p:tags r:id="rId34"/>
                </p:custDataLst>
              </p:nvPr>
            </p:nvCxnSpPr>
            <p:spPr>
              <a:xfrm rot="10800000" flipH="1" flipV="1">
                <a:off x="5591944" y="1700808"/>
                <a:ext cx="0" cy="1783588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本框 92"/>
                  <p:cNvSpPr txBox="1"/>
                  <p:nvPr>
                    <p:custDataLst>
                      <p:tags r:id="rId35"/>
                    </p:custDataLst>
                  </p:nvPr>
                </p:nvSpPr>
                <p:spPr>
                  <a:xfrm rot="10800000">
                    <a:off x="5871340" y="3232569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kumimoji="1" lang="zh-CN" altLang="en-US" sz="1795">
                                  <a:latin typeface="Cambria Math" panose="02040503050406030204" pitchFamily="18" charset="0"/>
                                  <a:ea typeface="楷体" panose="02010609060101010101" charset="-122"/>
                                </a:rPr>
                                <m:t>地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14" name="文本框 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6"/>
                    </p:custDataLst>
                  </p:nvPr>
                </p:nvSpPr>
                <p:spPr>
                  <a:xfrm rot="10800000">
                    <a:off x="5871340" y="3232569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1" name="椭圆 90"/>
            <p:cNvSpPr/>
            <p:nvPr>
              <p:custDataLst>
                <p:tags r:id="rId33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4" name="组合 93"/>
          <p:cNvGrpSpPr/>
          <p:nvPr>
            <p:custDataLst>
              <p:tags r:id="rId25"/>
            </p:custDataLst>
          </p:nvPr>
        </p:nvGrpSpPr>
        <p:grpSpPr>
          <a:xfrm rot="16200000">
            <a:off x="6865734" y="2027430"/>
            <a:ext cx="359991" cy="1027838"/>
            <a:chOff x="7631048" y="479365"/>
            <a:chExt cx="481176" cy="1373843"/>
          </a:xfrm>
          <a:solidFill>
            <a:schemeClr val="tx1"/>
          </a:solidFill>
        </p:grpSpPr>
        <p:grpSp>
          <p:nvGrpSpPr>
            <p:cNvPr id="95" name="组合 94"/>
            <p:cNvGrpSpPr/>
            <p:nvPr>
              <p:custDataLst>
                <p:tags r:id="rId28"/>
              </p:custDataLst>
            </p:nvPr>
          </p:nvGrpSpPr>
          <p:grpSpPr>
            <a:xfrm rot="10800000">
              <a:off x="7631048" y="479365"/>
              <a:ext cx="471063" cy="1301835"/>
              <a:chOff x="5574192" y="1700808"/>
              <a:chExt cx="471063" cy="1301835"/>
            </a:xfrm>
            <a:grpFill/>
          </p:grpSpPr>
          <p:cxnSp>
            <p:nvCxnSpPr>
              <p:cNvPr id="97" name="直线箭头连接符 35"/>
              <p:cNvCxnSpPr/>
              <p:nvPr>
                <p:custDataLst>
                  <p:tags r:id="rId30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solidFill>
                <a:schemeClr val="dk1"/>
              </a:solidFill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文本框 97"/>
                  <p:cNvSpPr txBox="1"/>
                  <p:nvPr>
                    <p:custDataLst>
                      <p:tags r:id="rId31"/>
                    </p:custDataLst>
                  </p:nvPr>
                </p:nvSpPr>
                <p:spPr>
                  <a:xfrm rot="16200000">
                    <a:off x="5485687" y="2443075"/>
                    <a:ext cx="648072" cy="4710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15" name="文本框 9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7"/>
                    </p:custDataLst>
                  </p:nvPr>
                </p:nvSpPr>
                <p:spPr>
                  <a:xfrm rot="16200000">
                    <a:off x="5485687" y="2443075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08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6" name="椭圆 95"/>
            <p:cNvSpPr/>
            <p:nvPr>
              <p:custDataLst>
                <p:tags r:id="rId29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矩形 98"/>
              <p:cNvSpPr/>
              <p:nvPr>
                <p:custDataLst>
                  <p:tags r:id="rId26"/>
                </p:custDataLst>
              </p:nvPr>
            </p:nvSpPr>
            <p:spPr>
              <a:xfrm>
                <a:off x="6190838" y="4073579"/>
                <a:ext cx="2712720" cy="3841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sSub>
                        <m:sSub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e>
                        <m:sub>
                          <m:r>
                            <a:rPr lang="zh-CN" alt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地</m:t>
                          </m:r>
                        </m:sub>
                      </m:sSub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d>
                        <m:dPr>
                          <m:ctrlP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  <m:r>
                            <a:rPr lang="en-US" altLang="zh-CN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800">
                  <a:solidFill>
                    <a:schemeClr val="tx1"/>
                  </a:solidFill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16" name="矩形 98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8"/>
                </p:custDataLst>
              </p:nvPr>
            </p:nvSpPr>
            <p:spPr>
              <a:xfrm>
                <a:off x="6190838" y="4073579"/>
                <a:ext cx="2712720" cy="384175"/>
              </a:xfrm>
              <a:prstGeom prst="rect">
                <a:avLst/>
              </a:prstGeom>
              <a:blipFill rotWithShape="1">
                <a:blip r:embed="rId112"/>
                <a:stretch>
                  <a:fillRect l="-8" t="-14" r="8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4"/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>
            <a:off x="929005" y="346075"/>
            <a:ext cx="102933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情景</a:t>
            </a:r>
            <a:r>
              <a:rPr kumimoji="0" lang="en-US" altLang="zh-CN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AFCA6C-AF8C-2FDD-6903-7A0A8D16F5ED}"/>
              </a:ext>
            </a:extLst>
          </p:cNvPr>
          <p:cNvSpPr txBox="1"/>
          <p:nvPr/>
        </p:nvSpPr>
        <p:spPr>
          <a:xfrm>
            <a:off x="1798292" y="1927089"/>
            <a:ext cx="246219" cy="923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1634651" y="3289382"/>
            <a:ext cx="1939415" cy="101473"/>
            <a:chOff x="1415480" y="4149080"/>
            <a:chExt cx="2592288" cy="135632"/>
          </a:xfrm>
        </p:grpSpPr>
        <p:cxnSp>
          <p:nvCxnSpPr>
            <p:cNvPr id="3" name="直线连接符 2"/>
            <p:cNvCxnSpPr/>
            <p:nvPr>
              <p:custDataLst>
                <p:tags r:id="rId18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直线连接符 3"/>
            <p:cNvCxnSpPr/>
            <p:nvPr>
              <p:custDataLst>
                <p:tags r:id="rId19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线连接符 4"/>
            <p:cNvCxnSpPr/>
            <p:nvPr>
              <p:custDataLst>
                <p:tags r:id="rId20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5"/>
            <p:cNvCxnSpPr/>
            <p:nvPr>
              <p:custDataLst>
                <p:tags r:id="rId21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>
              <p:custDataLst>
                <p:tags r:id="rId22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>
              <p:custDataLst>
                <p:tags r:id="rId23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>
              <p:custDataLst>
                <p:tags r:id="rId24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>
              <p:custDataLst>
                <p:tags r:id="rId25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>
              <p:custDataLst>
                <p:tags r:id="rId26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1948055" y="1834820"/>
            <a:ext cx="1131326" cy="48485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1948055" y="2319674"/>
            <a:ext cx="1131326" cy="484854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 rot="16200000">
            <a:off x="3199903" y="2026730"/>
            <a:ext cx="645160" cy="886204"/>
            <a:chOff x="5263979" y="1742089"/>
            <a:chExt cx="862343" cy="1184530"/>
          </a:xfrm>
        </p:grpSpPr>
        <p:cxnSp>
          <p:nvCxnSpPr>
            <p:cNvPr id="15" name="直线箭头连接符 25"/>
            <p:cNvCxnSpPr/>
            <p:nvPr>
              <p:custDataLst>
                <p:tags r:id="rId16"/>
              </p:custDataLst>
            </p:nvPr>
          </p:nvCxnSpPr>
          <p:spPr>
            <a:xfrm flipH="1">
              <a:off x="5600740" y="1742089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15"/>
                <p:cNvSpPr txBox="1"/>
                <p:nvPr>
                  <p:custDataLst>
                    <p:tags r:id="rId17"/>
                  </p:custDataLst>
                </p:nvPr>
              </p:nvSpPr>
              <p:spPr>
                <a:xfrm rot="5400000">
                  <a:off x="5371114" y="2171411"/>
                  <a:ext cx="648072" cy="8623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795" b="0"/>
                </a:p>
                <a:p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41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29"/>
                  </p:custDataLst>
                </p:nvPr>
              </p:nvSpPr>
              <p:spPr>
                <a:xfrm rot="5400000">
                  <a:off x="5371114" y="2171411"/>
                  <a:ext cx="648072" cy="862343"/>
                </a:xfrm>
                <a:prstGeom prst="rect">
                  <a:avLst/>
                </a:prstGeom>
                <a:blipFill rotWithShape="1"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2" name="文本框 16"/>
          <p:cNvSpPr txBox="1"/>
          <p:nvPr>
            <p:custDataLst>
              <p:tags r:id="rId6"/>
            </p:custDataLst>
          </p:nvPr>
        </p:nvSpPr>
        <p:spPr>
          <a:xfrm>
            <a:off x="922178" y="3683472"/>
            <a:ext cx="3070741" cy="368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95" dirty="0">
                <a:latin typeface="楷体" panose="02010609060101010101" charset="-122"/>
                <a:ea typeface="楷体" panose="02010609060101010101" charset="-122"/>
              </a:rPr>
              <a:t>A</a:t>
            </a:r>
            <a:r>
              <a:rPr kumimoji="1" lang="zh-CN" altLang="en-US" sz="1795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kumimoji="1" lang="en-US" altLang="zh-CN" sz="1795" dirty="0">
                <a:latin typeface="楷体" panose="02010609060101010101" charset="-122"/>
                <a:ea typeface="楷体" panose="02010609060101010101" charset="-122"/>
              </a:rPr>
              <a:t>B</a:t>
            </a:r>
            <a:r>
              <a:rPr kumimoji="1" lang="zh-CN" altLang="en-US" sz="1795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kumimoji="1" lang="en-US" altLang="zh-CN" sz="1795" dirty="0">
                <a:latin typeface="楷体" panose="02010609060101010101" charset="-122"/>
                <a:ea typeface="楷体" panose="02010609060101010101" charset="-122"/>
              </a:rPr>
              <a:t>C</a:t>
            </a:r>
            <a:r>
              <a:rPr kumimoji="1" lang="zh-CN" altLang="en-US" sz="1795" dirty="0">
                <a:latin typeface="楷体" panose="02010609060101010101" charset="-122"/>
                <a:ea typeface="楷体" panose="02010609060101010101" charset="-122"/>
              </a:rPr>
              <a:t>一起向右匀速运动</a:t>
            </a:r>
            <a:endParaRPr kumimoji="1" lang="en-US" altLang="zh-CN" sz="1795" dirty="0">
              <a:latin typeface="楷体" panose="02010609060101010101" charset="-122"/>
              <a:ea typeface="楷体" panose="02010609060101010101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7"/>
            </p:custDataLst>
          </p:nvPr>
        </p:nvGrpSpPr>
        <p:grpSpPr>
          <a:xfrm>
            <a:off x="2332260" y="1189008"/>
            <a:ext cx="599180" cy="368300"/>
            <a:chOff x="1947486" y="493440"/>
            <a:chExt cx="800884" cy="492282"/>
          </a:xfrm>
        </p:grpSpPr>
        <p:cxnSp>
          <p:nvCxnSpPr>
            <p:cNvPr id="19" name="直线箭头连接符 38"/>
            <p:cNvCxnSpPr/>
            <p:nvPr>
              <p:custDataLst>
                <p:tags r:id="rId14"/>
              </p:custDataLst>
            </p:nvPr>
          </p:nvCxnSpPr>
          <p:spPr>
            <a:xfrm>
              <a:off x="1947486" y="955105"/>
              <a:ext cx="664718" cy="0"/>
            </a:xfrm>
            <a:prstGeom prst="straightConnector1">
              <a:avLst/>
            </a:prstGeom>
            <a:ln w="19050">
              <a:solidFill>
                <a:schemeClr val="dk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33"/>
                  </p:custDataLst>
                </p:nvPr>
              </p:nvSpPr>
              <p:spPr>
                <a:xfrm>
                  <a:off x="2418583" y="493440"/>
                  <a:ext cx="329787" cy="492282"/>
                </a:xfrm>
                <a:prstGeom prst="rect">
                  <a:avLst/>
                </a:prstGeom>
                <a:blipFill rotWithShape="1"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矩形 22"/>
          <p:cNvSpPr/>
          <p:nvPr>
            <p:custDataLst>
              <p:tags r:id="rId8"/>
            </p:custDataLst>
          </p:nvPr>
        </p:nvSpPr>
        <p:spPr>
          <a:xfrm>
            <a:off x="1950746" y="2804527"/>
            <a:ext cx="1131326" cy="484854"/>
          </a:xfrm>
          <a:prstGeom prst="rect">
            <a:avLst/>
          </a:prstGeom>
          <a:solidFill>
            <a:srgbClr val="00B05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grpSp>
        <p:nvGrpSpPr>
          <p:cNvPr id="24" name="组合 23"/>
          <p:cNvGrpSpPr/>
          <p:nvPr>
            <p:custDataLst>
              <p:tags r:id="rId9"/>
            </p:custDataLst>
          </p:nvPr>
        </p:nvGrpSpPr>
        <p:grpSpPr>
          <a:xfrm rot="5400000" flipH="1">
            <a:off x="1189538" y="2570057"/>
            <a:ext cx="645160" cy="886204"/>
            <a:chOff x="5263979" y="1742089"/>
            <a:chExt cx="862343" cy="1184530"/>
          </a:xfrm>
        </p:grpSpPr>
        <p:cxnSp>
          <p:nvCxnSpPr>
            <p:cNvPr id="25" name="直线箭头连接符 25"/>
            <p:cNvCxnSpPr/>
            <p:nvPr>
              <p:custDataLst>
                <p:tags r:id="rId12"/>
              </p:custDataLst>
            </p:nvPr>
          </p:nvCxnSpPr>
          <p:spPr>
            <a:xfrm flipH="1">
              <a:off x="5600740" y="1742089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25"/>
                <p:cNvSpPr txBox="1"/>
                <p:nvPr>
                  <p:custDataLst>
                    <p:tags r:id="rId13"/>
                  </p:custDataLst>
                </p:nvPr>
              </p:nvSpPr>
              <p:spPr>
                <a:xfrm rot="5400000">
                  <a:off x="5371114" y="2171411"/>
                  <a:ext cx="648072" cy="8623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en-US" altLang="zh-CN" sz="1795" b="0"/>
                </a:p>
                <a:p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43" name="文本框 25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35"/>
                  </p:custDataLst>
                </p:nvPr>
              </p:nvSpPr>
              <p:spPr>
                <a:xfrm rot="5400000">
                  <a:off x="5371114" y="2171411"/>
                  <a:ext cx="648072" cy="862343"/>
                </a:xfrm>
                <a:prstGeom prst="rect">
                  <a:avLst/>
                </a:prstGeom>
                <a:blipFill rotWithShape="1"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文本框 26"/>
          <p:cNvSpPr txBox="1"/>
          <p:nvPr>
            <p:custDataLst>
              <p:tags r:id="rId10"/>
            </p:custDataLst>
          </p:nvPr>
        </p:nvSpPr>
        <p:spPr>
          <a:xfrm>
            <a:off x="638831" y="3380468"/>
            <a:ext cx="3771086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 dirty="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地面粗糙</a:t>
            </a:r>
          </a:p>
        </p:txBody>
      </p:sp>
      <p:sp>
        <p:nvSpPr>
          <p:cNvPr id="16" name="Rectangle 14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929005" y="346075"/>
            <a:ext cx="102933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情景</a:t>
            </a:r>
            <a:r>
              <a:rPr kumimoji="0" lang="en-US" altLang="zh-CN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0828D8F-0ECF-BCE9-B6CD-99A98F24E228}"/>
              </a:ext>
            </a:extLst>
          </p:cNvPr>
          <p:cNvSpPr txBox="1"/>
          <p:nvPr/>
        </p:nvSpPr>
        <p:spPr>
          <a:xfrm>
            <a:off x="2394853" y="1858011"/>
            <a:ext cx="259043" cy="147732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 rot="16200000">
            <a:off x="1390377" y="2299173"/>
            <a:ext cx="1939415" cy="101473"/>
            <a:chOff x="1415480" y="4149080"/>
            <a:chExt cx="2592288" cy="135632"/>
          </a:xfrm>
        </p:grpSpPr>
        <p:cxnSp>
          <p:nvCxnSpPr>
            <p:cNvPr id="5" name="直线连接符 2"/>
            <p:cNvCxnSpPr/>
            <p:nvPr>
              <p:custDataLst>
                <p:tags r:id="rId77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3"/>
            <p:cNvCxnSpPr/>
            <p:nvPr>
              <p:custDataLst>
                <p:tags r:id="rId78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4"/>
            <p:cNvCxnSpPr/>
            <p:nvPr>
              <p:custDataLst>
                <p:tags r:id="rId79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5"/>
            <p:cNvCxnSpPr/>
            <p:nvPr>
              <p:custDataLst>
                <p:tags r:id="rId80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6"/>
            <p:cNvCxnSpPr/>
            <p:nvPr>
              <p:custDataLst>
                <p:tags r:id="rId81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7"/>
            <p:cNvCxnSpPr/>
            <p:nvPr>
              <p:custDataLst>
                <p:tags r:id="rId82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连接符 8"/>
            <p:cNvCxnSpPr/>
            <p:nvPr>
              <p:custDataLst>
                <p:tags r:id="rId83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9"/>
            <p:cNvCxnSpPr/>
            <p:nvPr>
              <p:custDataLst>
                <p:tags r:id="rId84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0"/>
            <p:cNvCxnSpPr/>
            <p:nvPr>
              <p:custDataLst>
                <p:tags r:id="rId85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4" name="矩形 13"/>
          <p:cNvSpPr/>
          <p:nvPr>
            <p:custDataLst>
              <p:tags r:id="rId3"/>
            </p:custDataLst>
          </p:nvPr>
        </p:nvSpPr>
        <p:spPr>
          <a:xfrm>
            <a:off x="1300879" y="2063622"/>
            <a:ext cx="504235" cy="600647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15" name="矩形 14"/>
          <p:cNvSpPr/>
          <p:nvPr>
            <p:custDataLst>
              <p:tags r:id="rId4"/>
            </p:custDataLst>
          </p:nvPr>
        </p:nvSpPr>
        <p:spPr>
          <a:xfrm>
            <a:off x="1805115" y="2063621"/>
            <a:ext cx="504233" cy="600647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16" name="组合 15"/>
          <p:cNvGrpSpPr/>
          <p:nvPr>
            <p:custDataLst>
              <p:tags r:id="rId5"/>
            </p:custDataLst>
          </p:nvPr>
        </p:nvGrpSpPr>
        <p:grpSpPr>
          <a:xfrm rot="16200000">
            <a:off x="812747" y="1811458"/>
            <a:ext cx="368300" cy="894039"/>
            <a:chOff x="5534431" y="1742089"/>
            <a:chExt cx="492282" cy="1195002"/>
          </a:xfrm>
        </p:grpSpPr>
        <p:cxnSp>
          <p:nvCxnSpPr>
            <p:cNvPr id="17" name="直线箭头连接符 25"/>
            <p:cNvCxnSpPr/>
            <p:nvPr>
              <p:custDataLst>
                <p:tags r:id="rId75"/>
              </p:custDataLst>
            </p:nvPr>
          </p:nvCxnSpPr>
          <p:spPr>
            <a:xfrm flipH="1">
              <a:off x="5600740" y="1742089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17"/>
                <p:cNvSpPr txBox="1"/>
                <p:nvPr>
                  <p:custDataLst>
                    <p:tags r:id="rId76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93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87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blipFill rotWithShape="1"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4470351" y="912151"/>
            <a:ext cx="504235" cy="600647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20" name="组合 19"/>
          <p:cNvGrpSpPr/>
          <p:nvPr>
            <p:custDataLst>
              <p:tags r:id="rId7"/>
            </p:custDataLst>
          </p:nvPr>
        </p:nvGrpSpPr>
        <p:grpSpPr>
          <a:xfrm rot="16200000">
            <a:off x="4985338" y="628841"/>
            <a:ext cx="368300" cy="894039"/>
            <a:chOff x="5534431" y="1742089"/>
            <a:chExt cx="492282" cy="1195002"/>
          </a:xfrm>
        </p:grpSpPr>
        <p:cxnSp>
          <p:nvCxnSpPr>
            <p:cNvPr id="21" name="直线箭头连接符 25"/>
            <p:cNvCxnSpPr/>
            <p:nvPr>
              <p:custDataLst>
                <p:tags r:id="rId73"/>
              </p:custDataLst>
            </p:nvPr>
          </p:nvCxnSpPr>
          <p:spPr>
            <a:xfrm flipH="1">
              <a:off x="5600740" y="1742089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21"/>
                <p:cNvSpPr txBox="1"/>
                <p:nvPr>
                  <p:custDataLst>
                    <p:tags r:id="rId74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94" name="文本框 2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89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blipFill rotWithShape="1"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/>
          <p:cNvGrpSpPr/>
          <p:nvPr>
            <p:custDataLst>
              <p:tags r:id="rId8"/>
            </p:custDataLst>
          </p:nvPr>
        </p:nvGrpSpPr>
        <p:grpSpPr>
          <a:xfrm rot="16200000">
            <a:off x="3998020" y="815860"/>
            <a:ext cx="372705" cy="1098491"/>
            <a:chOff x="7614054" y="384928"/>
            <a:chExt cx="498170" cy="1468280"/>
          </a:xfrm>
        </p:grpSpPr>
        <p:grpSp>
          <p:nvGrpSpPr>
            <p:cNvPr id="24" name="组合 23"/>
            <p:cNvGrpSpPr/>
            <p:nvPr>
              <p:custDataLst>
                <p:tags r:id="rId69"/>
              </p:custDataLst>
            </p:nvPr>
          </p:nvGrpSpPr>
          <p:grpSpPr>
            <a:xfrm rot="10800000">
              <a:off x="7614054" y="384928"/>
              <a:ext cx="492282" cy="1396272"/>
              <a:chOff x="5569967" y="1700808"/>
              <a:chExt cx="492282" cy="1396272"/>
            </a:xfrm>
          </p:grpSpPr>
          <p:cxnSp>
            <p:nvCxnSpPr>
              <p:cNvPr id="26" name="直线箭头连接符 55"/>
              <p:cNvCxnSpPr/>
              <p:nvPr>
                <p:custDataLst>
                  <p:tags r:id="rId71"/>
                </p:custDataLst>
              </p:nvPr>
            </p:nvCxnSpPr>
            <p:spPr>
              <a:xfrm flipH="1">
                <a:off x="5591945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5" name="文本框 26"/>
                  <p:cNvSpPr txBox="1"/>
                  <p:nvPr>
                    <p:custDataLst>
                      <p:tags r:id="rId72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𝑁𝐵𝐴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5" name="文本框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0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" name="椭圆 24"/>
            <p:cNvSpPr/>
            <p:nvPr>
              <p:custDataLst>
                <p:tags r:id="rId70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8" name="组合 27"/>
          <p:cNvGrpSpPr/>
          <p:nvPr>
            <p:custDataLst>
              <p:tags r:id="rId9"/>
            </p:custDataLst>
          </p:nvPr>
        </p:nvGrpSpPr>
        <p:grpSpPr>
          <a:xfrm>
            <a:off x="4679745" y="1175246"/>
            <a:ext cx="504513" cy="944741"/>
            <a:chOff x="5519936" y="1628800"/>
            <a:chExt cx="674349" cy="1262773"/>
          </a:xfrm>
        </p:grpSpPr>
        <p:grpSp>
          <p:nvGrpSpPr>
            <p:cNvPr id="29" name="组合 28"/>
            <p:cNvGrpSpPr/>
            <p:nvPr>
              <p:custDataLst>
                <p:tags r:id="rId65"/>
              </p:custDataLst>
            </p:nvPr>
          </p:nvGrpSpPr>
          <p:grpSpPr>
            <a:xfrm>
              <a:off x="5546213" y="1632992"/>
              <a:ext cx="648072" cy="1258581"/>
              <a:chOff x="5591012" y="1700808"/>
              <a:chExt cx="648072" cy="1258581"/>
            </a:xfrm>
          </p:grpSpPr>
          <p:cxnSp>
            <p:nvCxnSpPr>
              <p:cNvPr id="31" name="直线箭头连接符 17"/>
              <p:cNvCxnSpPr/>
              <p:nvPr>
                <p:custDataLst>
                  <p:tags r:id="rId67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文本框 31"/>
                  <p:cNvSpPr txBox="1"/>
                  <p:nvPr>
                    <p:custDataLst>
                      <p:tags r:id="rId68"/>
                    </p:custDataLst>
                  </p:nvPr>
                </p:nvSpPr>
                <p:spPr>
                  <a:xfrm>
                    <a:off x="5591012" y="246710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6" name="文本框 3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2"/>
                    </p:custDataLst>
                  </p:nvPr>
                </p:nvSpPr>
                <p:spPr>
                  <a:xfrm>
                    <a:off x="5591012" y="246710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0" name="椭圆 29"/>
            <p:cNvSpPr/>
            <p:nvPr>
              <p:custDataLst>
                <p:tags r:id="rId66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10"/>
            </p:custDataLst>
          </p:nvPr>
        </p:nvGrpSpPr>
        <p:grpSpPr>
          <a:xfrm>
            <a:off x="4110824" y="202723"/>
            <a:ext cx="611645" cy="1023625"/>
            <a:chOff x="7294679" y="484996"/>
            <a:chExt cx="817545" cy="1368212"/>
          </a:xfrm>
        </p:grpSpPr>
        <p:grpSp>
          <p:nvGrpSpPr>
            <p:cNvPr id="34" name="组合 33"/>
            <p:cNvGrpSpPr/>
            <p:nvPr>
              <p:custDataLst>
                <p:tags r:id="rId61"/>
              </p:custDataLst>
            </p:nvPr>
          </p:nvGrpSpPr>
          <p:grpSpPr>
            <a:xfrm rot="10800000">
              <a:off x="7294679" y="484996"/>
              <a:ext cx="789680" cy="1296204"/>
              <a:chOff x="5591944" y="1700808"/>
              <a:chExt cx="789680" cy="1296204"/>
            </a:xfrm>
          </p:grpSpPr>
          <p:cxnSp>
            <p:nvCxnSpPr>
              <p:cNvPr id="36" name="直线箭头连接符 31"/>
              <p:cNvCxnSpPr/>
              <p:nvPr>
                <p:custDataLst>
                  <p:tags r:id="rId63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文本框 36"/>
                  <p:cNvSpPr txBox="1"/>
                  <p:nvPr>
                    <p:custDataLst>
                      <p:tags r:id="rId64"/>
                    </p:custDataLst>
                  </p:nvPr>
                </p:nvSpPr>
                <p:spPr>
                  <a:xfrm rot="10800000">
                    <a:off x="5733552" y="2525949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𝑓𝐵𝐴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7" name="文本框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4"/>
                    </p:custDataLst>
                  </p:nvPr>
                </p:nvSpPr>
                <p:spPr>
                  <a:xfrm rot="10800000">
                    <a:off x="5733552" y="2525949"/>
                    <a:ext cx="648072" cy="471063"/>
                  </a:xfrm>
                  <a:prstGeom prst="rect">
                    <a:avLst/>
                  </a:prstGeom>
                  <a:blipFill rotWithShape="1">
                    <a:blip r:embed="rId9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5" name="椭圆 34"/>
            <p:cNvSpPr/>
            <p:nvPr>
              <p:custDataLst>
                <p:tags r:id="rId62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8" name="矩形 37"/>
          <p:cNvSpPr/>
          <p:nvPr>
            <p:custDataLst>
              <p:tags r:id="rId11"/>
            </p:custDataLst>
          </p:nvPr>
        </p:nvSpPr>
        <p:spPr>
          <a:xfrm>
            <a:off x="4481501" y="2817620"/>
            <a:ext cx="504233" cy="600647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39" name="组合 38"/>
          <p:cNvGrpSpPr/>
          <p:nvPr>
            <p:custDataLst>
              <p:tags r:id="rId12"/>
            </p:custDataLst>
          </p:nvPr>
        </p:nvGrpSpPr>
        <p:grpSpPr>
          <a:xfrm>
            <a:off x="4668736" y="3178619"/>
            <a:ext cx="484854" cy="1330276"/>
            <a:chOff x="5502117" y="1628800"/>
            <a:chExt cx="648072" cy="1778092"/>
          </a:xfrm>
        </p:grpSpPr>
        <p:grpSp>
          <p:nvGrpSpPr>
            <p:cNvPr id="40" name="组合 39"/>
            <p:cNvGrpSpPr/>
            <p:nvPr>
              <p:custDataLst>
                <p:tags r:id="rId57"/>
              </p:custDataLst>
            </p:nvPr>
          </p:nvGrpSpPr>
          <p:grpSpPr>
            <a:xfrm>
              <a:off x="5502117" y="1632992"/>
              <a:ext cx="648072" cy="1773900"/>
              <a:chOff x="5546916" y="1700808"/>
              <a:chExt cx="648072" cy="1773900"/>
            </a:xfrm>
          </p:grpSpPr>
          <p:cxnSp>
            <p:nvCxnSpPr>
              <p:cNvPr id="42" name="直线箭头连接符 17"/>
              <p:cNvCxnSpPr/>
              <p:nvPr>
                <p:custDataLst>
                  <p:tags r:id="rId59"/>
                </p:custDataLst>
              </p:nvPr>
            </p:nvCxnSpPr>
            <p:spPr>
              <a:xfrm flipH="1">
                <a:off x="5591944" y="1700808"/>
                <a:ext cx="0" cy="1666914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文本框 42"/>
                  <p:cNvSpPr txBox="1"/>
                  <p:nvPr>
                    <p:custDataLst>
                      <p:tags r:id="rId60"/>
                    </p:custDataLst>
                  </p:nvPr>
                </p:nvSpPr>
                <p:spPr>
                  <a:xfrm>
                    <a:off x="5546916" y="2982426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8" name="文本框 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6"/>
                    </p:custDataLst>
                  </p:nvPr>
                </p:nvSpPr>
                <p:spPr>
                  <a:xfrm>
                    <a:off x="5546916" y="2982426"/>
                    <a:ext cx="648072" cy="492282"/>
                  </a:xfrm>
                  <a:prstGeom prst="rect">
                    <a:avLst/>
                  </a:prstGeom>
                  <a:blipFill rotWithShape="1">
                    <a:blip r:embed="rId9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1" name="椭圆 40"/>
            <p:cNvSpPr/>
            <p:nvPr>
              <p:custDataLst>
                <p:tags r:id="rId58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44" name="组合 43"/>
          <p:cNvGrpSpPr/>
          <p:nvPr>
            <p:custDataLst>
              <p:tags r:id="rId13"/>
            </p:custDataLst>
          </p:nvPr>
        </p:nvGrpSpPr>
        <p:grpSpPr>
          <a:xfrm flipV="1">
            <a:off x="4121440" y="3129394"/>
            <a:ext cx="611645" cy="1023625"/>
            <a:chOff x="7294679" y="484996"/>
            <a:chExt cx="817545" cy="1368212"/>
          </a:xfrm>
        </p:grpSpPr>
        <p:grpSp>
          <p:nvGrpSpPr>
            <p:cNvPr id="45" name="组合 44"/>
            <p:cNvGrpSpPr/>
            <p:nvPr>
              <p:custDataLst>
                <p:tags r:id="rId53"/>
              </p:custDataLst>
            </p:nvPr>
          </p:nvGrpSpPr>
          <p:grpSpPr>
            <a:xfrm rot="10800000">
              <a:off x="7294679" y="484996"/>
              <a:ext cx="789680" cy="1296204"/>
              <a:chOff x="5591944" y="1700808"/>
              <a:chExt cx="789680" cy="1296204"/>
            </a:xfrm>
          </p:grpSpPr>
          <p:cxnSp>
            <p:nvCxnSpPr>
              <p:cNvPr id="47" name="直线箭头连接符 31"/>
              <p:cNvCxnSpPr/>
              <p:nvPr>
                <p:custDataLst>
                  <p:tags r:id="rId55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文本框 47"/>
                  <p:cNvSpPr txBox="1"/>
                  <p:nvPr>
                    <p:custDataLst>
                      <p:tags r:id="rId56"/>
                    </p:custDataLst>
                  </p:nvPr>
                </p:nvSpPr>
                <p:spPr>
                  <a:xfrm>
                    <a:off x="5733552" y="2525949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𝑓𝐴𝐵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9" name="文本框 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8"/>
                    </p:custDataLst>
                  </p:nvPr>
                </p:nvSpPr>
                <p:spPr>
                  <a:xfrm>
                    <a:off x="5733552" y="2525949"/>
                    <a:ext cx="648072" cy="471063"/>
                  </a:xfrm>
                  <a:prstGeom prst="rect">
                    <a:avLst/>
                  </a:prstGeom>
                  <a:blipFill rotWithShape="1">
                    <a:blip r:embed="rId9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6" name="椭圆 45"/>
            <p:cNvSpPr/>
            <p:nvPr>
              <p:custDataLst>
                <p:tags r:id="rId54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14"/>
            </p:custDataLst>
          </p:nvPr>
        </p:nvGrpSpPr>
        <p:grpSpPr>
          <a:xfrm rot="5400000" flipH="1">
            <a:off x="5051312" y="2771461"/>
            <a:ext cx="372705" cy="1098491"/>
            <a:chOff x="7614054" y="384928"/>
            <a:chExt cx="498170" cy="1468280"/>
          </a:xfrm>
        </p:grpSpPr>
        <p:grpSp>
          <p:nvGrpSpPr>
            <p:cNvPr id="51" name="组合 50"/>
            <p:cNvGrpSpPr/>
            <p:nvPr>
              <p:custDataLst>
                <p:tags r:id="rId49"/>
              </p:custDataLst>
            </p:nvPr>
          </p:nvGrpSpPr>
          <p:grpSpPr>
            <a:xfrm rot="10800000">
              <a:off x="7614054" y="384928"/>
              <a:ext cx="492282" cy="1396272"/>
              <a:chOff x="5569967" y="1700808"/>
              <a:chExt cx="492282" cy="1396272"/>
            </a:xfrm>
          </p:grpSpPr>
          <p:cxnSp>
            <p:nvCxnSpPr>
              <p:cNvPr id="53" name="直线箭头连接符 55"/>
              <p:cNvCxnSpPr/>
              <p:nvPr>
                <p:custDataLst>
                  <p:tags r:id="rId51"/>
                </p:custDataLst>
              </p:nvPr>
            </p:nvCxnSpPr>
            <p:spPr>
              <a:xfrm flipH="1">
                <a:off x="5591945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文本框 53"/>
                  <p:cNvSpPr txBox="1"/>
                  <p:nvPr>
                    <p:custDataLst>
                      <p:tags r:id="rId52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𝑁𝐴𝐵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0" name="文本框 5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0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2" name="椭圆 51"/>
            <p:cNvSpPr/>
            <p:nvPr>
              <p:custDataLst>
                <p:tags r:id="rId50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15"/>
            </p:custDataLst>
          </p:nvPr>
        </p:nvGrpSpPr>
        <p:grpSpPr>
          <a:xfrm rot="16200000">
            <a:off x="3989719" y="2766500"/>
            <a:ext cx="372705" cy="1098491"/>
            <a:chOff x="7614054" y="384928"/>
            <a:chExt cx="498170" cy="1468280"/>
          </a:xfrm>
        </p:grpSpPr>
        <p:grpSp>
          <p:nvGrpSpPr>
            <p:cNvPr id="56" name="组合 55"/>
            <p:cNvGrpSpPr/>
            <p:nvPr>
              <p:custDataLst>
                <p:tags r:id="rId45"/>
              </p:custDataLst>
            </p:nvPr>
          </p:nvGrpSpPr>
          <p:grpSpPr>
            <a:xfrm rot="10800000">
              <a:off x="7614054" y="384928"/>
              <a:ext cx="492282" cy="1396272"/>
              <a:chOff x="5569967" y="1700808"/>
              <a:chExt cx="492282" cy="1396272"/>
            </a:xfrm>
          </p:grpSpPr>
          <p:cxnSp>
            <p:nvCxnSpPr>
              <p:cNvPr id="58" name="直线箭头连接符 55"/>
              <p:cNvCxnSpPr/>
              <p:nvPr>
                <p:custDataLst>
                  <p:tags r:id="rId47"/>
                </p:custDataLst>
              </p:nvPr>
            </p:nvCxnSpPr>
            <p:spPr>
              <a:xfrm flipH="1">
                <a:off x="5591945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文本框 58"/>
                  <p:cNvSpPr txBox="1"/>
                  <p:nvPr>
                    <p:custDataLst>
                      <p:tags r:id="rId48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1" name="文本框 5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2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7" name="椭圆 56"/>
            <p:cNvSpPr/>
            <p:nvPr>
              <p:custDataLst>
                <p:tags r:id="rId46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0" name="组合 59"/>
          <p:cNvGrpSpPr/>
          <p:nvPr>
            <p:custDataLst>
              <p:tags r:id="rId16"/>
            </p:custDataLst>
          </p:nvPr>
        </p:nvGrpSpPr>
        <p:grpSpPr>
          <a:xfrm>
            <a:off x="4257539" y="2077277"/>
            <a:ext cx="484854" cy="1114005"/>
            <a:chOff x="7474686" y="364192"/>
            <a:chExt cx="648072" cy="1489016"/>
          </a:xfrm>
        </p:grpSpPr>
        <p:grpSp>
          <p:nvGrpSpPr>
            <p:cNvPr id="61" name="组合 60"/>
            <p:cNvGrpSpPr/>
            <p:nvPr>
              <p:custDataLst>
                <p:tags r:id="rId41"/>
              </p:custDataLst>
            </p:nvPr>
          </p:nvGrpSpPr>
          <p:grpSpPr>
            <a:xfrm rot="10800000">
              <a:off x="7474686" y="364192"/>
              <a:ext cx="648072" cy="1417008"/>
              <a:chOff x="5553545" y="1700808"/>
              <a:chExt cx="648072" cy="1417008"/>
            </a:xfrm>
          </p:grpSpPr>
          <p:cxnSp>
            <p:nvCxnSpPr>
              <p:cNvPr id="63" name="直线箭头连接符 16"/>
              <p:cNvCxnSpPr/>
              <p:nvPr>
                <p:custDataLst>
                  <p:tags r:id="rId43"/>
                </p:custDataLst>
              </p:nvPr>
            </p:nvCxnSpPr>
            <p:spPr>
              <a:xfrm rot="10800000" flipH="1" flipV="1">
                <a:off x="5591944" y="1700808"/>
                <a:ext cx="0" cy="1335456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文本框 63"/>
                  <p:cNvSpPr txBox="1"/>
                  <p:nvPr>
                    <p:custDataLst>
                      <p:tags r:id="rId44"/>
                    </p:custDataLst>
                  </p:nvPr>
                </p:nvSpPr>
                <p:spPr>
                  <a:xfrm rot="10800000">
                    <a:off x="5553545" y="2646753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2" name="文本框 6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4"/>
                    </p:custDataLst>
                  </p:nvPr>
                </p:nvSpPr>
                <p:spPr>
                  <a:xfrm rot="10800000">
                    <a:off x="5553545" y="2646753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0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2" name="椭圆 61"/>
            <p:cNvSpPr/>
            <p:nvPr>
              <p:custDataLst>
                <p:tags r:id="rId42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矩形 65"/>
              <p:cNvSpPr/>
              <p:nvPr>
                <p:custDataLst>
                  <p:tags r:id="rId17"/>
                </p:custDataLst>
              </p:nvPr>
            </p:nvSpPr>
            <p:spPr>
              <a:xfrm>
                <a:off x="5243161" y="1980588"/>
                <a:ext cx="1328420" cy="3854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𝑓𝐵𝐴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</m:oMath>
                  </m:oMathPara>
                </a14:m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03" name="矩形 65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6"/>
                </p:custDataLst>
              </p:nvPr>
            </p:nvSpPr>
            <p:spPr>
              <a:xfrm>
                <a:off x="5243161" y="1980588"/>
                <a:ext cx="1328420" cy="385445"/>
              </a:xfrm>
              <a:prstGeom prst="rect">
                <a:avLst/>
              </a:prstGeom>
              <a:blipFill rotWithShape="1">
                <a:blip r:embed="rId107"/>
                <a:stretch>
                  <a:fillRect l="-45" t="-6" r="45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矩形 66"/>
              <p:cNvSpPr/>
              <p:nvPr>
                <p:custDataLst>
                  <p:tags r:id="rId18"/>
                </p:custDataLst>
              </p:nvPr>
            </p:nvSpPr>
            <p:spPr>
              <a:xfrm>
                <a:off x="5249719" y="3984372"/>
                <a:ext cx="1680210" cy="3854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</m:oMath>
                  </m:oMathPara>
                </a14:m>
                <a:endParaRPr lang="zh-CN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04" name="矩形 66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8"/>
                </p:custDataLst>
              </p:nvPr>
            </p:nvSpPr>
            <p:spPr>
              <a:xfrm>
                <a:off x="5249719" y="3984372"/>
                <a:ext cx="1680210" cy="385445"/>
              </a:xfrm>
              <a:prstGeom prst="rect">
                <a:avLst/>
              </a:prstGeom>
              <a:blipFill rotWithShape="1">
                <a:blip r:embed="rId109"/>
                <a:stretch>
                  <a:fillRect l="-10" t="-99" r="10" b="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矩形 67"/>
          <p:cNvSpPr/>
          <p:nvPr>
            <p:custDataLst>
              <p:tags r:id="rId19"/>
            </p:custDataLst>
          </p:nvPr>
        </p:nvSpPr>
        <p:spPr>
          <a:xfrm>
            <a:off x="7187882" y="1932599"/>
            <a:ext cx="504235" cy="600647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69" name="矩形 68"/>
          <p:cNvSpPr/>
          <p:nvPr>
            <p:custDataLst>
              <p:tags r:id="rId20"/>
            </p:custDataLst>
          </p:nvPr>
        </p:nvSpPr>
        <p:spPr>
          <a:xfrm>
            <a:off x="7692117" y="1932598"/>
            <a:ext cx="504233" cy="600647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70" name="组合 69"/>
          <p:cNvGrpSpPr/>
          <p:nvPr>
            <p:custDataLst>
              <p:tags r:id="rId21"/>
            </p:custDataLst>
          </p:nvPr>
        </p:nvGrpSpPr>
        <p:grpSpPr>
          <a:xfrm rot="16200000">
            <a:off x="7954987" y="1653833"/>
            <a:ext cx="368300" cy="894039"/>
            <a:chOff x="5534431" y="1742089"/>
            <a:chExt cx="492282" cy="1195002"/>
          </a:xfrm>
        </p:grpSpPr>
        <p:cxnSp>
          <p:nvCxnSpPr>
            <p:cNvPr id="71" name="直线箭头连接符 25"/>
            <p:cNvCxnSpPr/>
            <p:nvPr>
              <p:custDataLst>
                <p:tags r:id="rId39"/>
              </p:custDataLst>
            </p:nvPr>
          </p:nvCxnSpPr>
          <p:spPr>
            <a:xfrm flipH="1">
              <a:off x="5600740" y="1742089"/>
              <a:ext cx="0" cy="1008112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文本框 71"/>
                <p:cNvSpPr txBox="1"/>
                <p:nvPr>
                  <p:custDataLst>
                    <p:tags r:id="rId40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72" name="文本框 7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10"/>
                  </p:custDataLst>
                </p:nvPr>
              </p:nvSpPr>
              <p:spPr>
                <a:xfrm rot="5400000">
                  <a:off x="5456536" y="2366914"/>
                  <a:ext cx="648072" cy="492282"/>
                </a:xfrm>
                <a:prstGeom prst="rect">
                  <a:avLst/>
                </a:prstGeom>
                <a:blipFill rotWithShape="1">
                  <a:blip r:embed="rId8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8" name="组合 77"/>
          <p:cNvGrpSpPr/>
          <p:nvPr>
            <p:custDataLst>
              <p:tags r:id="rId22"/>
            </p:custDataLst>
          </p:nvPr>
        </p:nvGrpSpPr>
        <p:grpSpPr>
          <a:xfrm>
            <a:off x="7674151" y="2206065"/>
            <a:ext cx="586253" cy="1375501"/>
            <a:chOff x="5519936" y="1628800"/>
            <a:chExt cx="783605" cy="1838541"/>
          </a:xfrm>
        </p:grpSpPr>
        <p:grpSp>
          <p:nvGrpSpPr>
            <p:cNvPr id="79" name="组合 78"/>
            <p:cNvGrpSpPr/>
            <p:nvPr>
              <p:custDataLst>
                <p:tags r:id="rId35"/>
              </p:custDataLst>
            </p:nvPr>
          </p:nvGrpSpPr>
          <p:grpSpPr>
            <a:xfrm>
              <a:off x="5547145" y="1632992"/>
              <a:ext cx="756396" cy="1834349"/>
              <a:chOff x="5591944" y="1700808"/>
              <a:chExt cx="756396" cy="1834349"/>
            </a:xfrm>
          </p:grpSpPr>
          <p:cxnSp>
            <p:nvCxnSpPr>
              <p:cNvPr id="81" name="直线箭头连接符 17"/>
              <p:cNvCxnSpPr/>
              <p:nvPr>
                <p:custDataLst>
                  <p:tags r:id="rId37"/>
                </p:custDataLst>
              </p:nvPr>
            </p:nvCxnSpPr>
            <p:spPr>
              <a:xfrm flipH="1">
                <a:off x="5591944" y="1700808"/>
                <a:ext cx="0" cy="1666914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文本框 81"/>
                  <p:cNvSpPr txBox="1"/>
                  <p:nvPr>
                    <p:custDataLst>
                      <p:tags r:id="rId38"/>
                    </p:custDataLst>
                  </p:nvPr>
                </p:nvSpPr>
                <p:spPr>
                  <a:xfrm>
                    <a:off x="5700268" y="3042875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kumimoji="1" lang="en-US" altLang="zh-CN" sz="1795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795" b="0" i="1" smtClean="0"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kumimoji="1" lang="en-US" altLang="zh-CN" sz="1795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6" name="文本框 8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1"/>
                    </p:custDataLst>
                  </p:nvPr>
                </p:nvSpPr>
                <p:spPr>
                  <a:xfrm>
                    <a:off x="5700268" y="3042875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0" name="椭圆 79"/>
            <p:cNvSpPr/>
            <p:nvPr>
              <p:custDataLst>
                <p:tags r:id="rId36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3" name="组合 82"/>
          <p:cNvGrpSpPr/>
          <p:nvPr>
            <p:custDataLst>
              <p:tags r:id="rId23"/>
            </p:custDataLst>
          </p:nvPr>
        </p:nvGrpSpPr>
        <p:grpSpPr>
          <a:xfrm rot="16200000">
            <a:off x="6992021" y="1853073"/>
            <a:ext cx="372705" cy="1098491"/>
            <a:chOff x="7614054" y="384928"/>
            <a:chExt cx="498170" cy="1468280"/>
          </a:xfrm>
        </p:grpSpPr>
        <p:grpSp>
          <p:nvGrpSpPr>
            <p:cNvPr id="84" name="组合 83"/>
            <p:cNvGrpSpPr/>
            <p:nvPr>
              <p:custDataLst>
                <p:tags r:id="rId31"/>
              </p:custDataLst>
            </p:nvPr>
          </p:nvGrpSpPr>
          <p:grpSpPr>
            <a:xfrm rot="10800000">
              <a:off x="7614054" y="384928"/>
              <a:ext cx="492282" cy="1396272"/>
              <a:chOff x="5569967" y="1700808"/>
              <a:chExt cx="492282" cy="1396272"/>
            </a:xfrm>
          </p:grpSpPr>
          <p:cxnSp>
            <p:nvCxnSpPr>
              <p:cNvPr id="86" name="直线箭头连接符 55"/>
              <p:cNvCxnSpPr/>
              <p:nvPr>
                <p:custDataLst>
                  <p:tags r:id="rId33"/>
                </p:custDataLst>
              </p:nvPr>
            </p:nvCxnSpPr>
            <p:spPr>
              <a:xfrm flipH="1">
                <a:off x="5591945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文本框 86"/>
                  <p:cNvSpPr txBox="1"/>
                  <p:nvPr>
                    <p:custDataLst>
                      <p:tags r:id="rId34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7" name="文本框 8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3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5" name="椭圆 84"/>
            <p:cNvSpPr/>
            <p:nvPr>
              <p:custDataLst>
                <p:tags r:id="rId32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8" name="组合 87"/>
          <p:cNvGrpSpPr/>
          <p:nvPr>
            <p:custDataLst>
              <p:tags r:id="rId24"/>
            </p:custDataLst>
          </p:nvPr>
        </p:nvGrpSpPr>
        <p:grpSpPr>
          <a:xfrm>
            <a:off x="7251340" y="1135985"/>
            <a:ext cx="484854" cy="1114005"/>
            <a:chOff x="7474686" y="364192"/>
            <a:chExt cx="648072" cy="1489016"/>
          </a:xfrm>
        </p:grpSpPr>
        <p:grpSp>
          <p:nvGrpSpPr>
            <p:cNvPr id="89" name="组合 88"/>
            <p:cNvGrpSpPr/>
            <p:nvPr>
              <p:custDataLst>
                <p:tags r:id="rId27"/>
              </p:custDataLst>
            </p:nvPr>
          </p:nvGrpSpPr>
          <p:grpSpPr>
            <a:xfrm rot="10800000">
              <a:off x="7474686" y="364192"/>
              <a:ext cx="648072" cy="1417008"/>
              <a:chOff x="5553545" y="1700808"/>
              <a:chExt cx="648072" cy="1417008"/>
            </a:xfrm>
          </p:grpSpPr>
          <p:cxnSp>
            <p:nvCxnSpPr>
              <p:cNvPr id="91" name="直线箭头连接符 16"/>
              <p:cNvCxnSpPr/>
              <p:nvPr>
                <p:custDataLst>
                  <p:tags r:id="rId29"/>
                </p:custDataLst>
              </p:nvPr>
            </p:nvCxnSpPr>
            <p:spPr>
              <a:xfrm rot="10800000" flipH="1" flipV="1">
                <a:off x="5591944" y="1700808"/>
                <a:ext cx="0" cy="1335456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" name="文本框 91"/>
                  <p:cNvSpPr txBox="1"/>
                  <p:nvPr>
                    <p:custDataLst>
                      <p:tags r:id="rId30"/>
                    </p:custDataLst>
                  </p:nvPr>
                </p:nvSpPr>
                <p:spPr>
                  <a:xfrm rot="10800000">
                    <a:off x="5553545" y="2646753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8" name="文本框 9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4"/>
                    </p:custDataLst>
                  </p:nvPr>
                </p:nvSpPr>
                <p:spPr>
                  <a:xfrm rot="10800000">
                    <a:off x="5553545" y="2646753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0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0" name="椭圆 89"/>
            <p:cNvSpPr/>
            <p:nvPr>
              <p:custDataLst>
                <p:tags r:id="rId28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Rectangle 14"/>
          <p:cNvSpPr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929005" y="346075"/>
            <a:ext cx="102933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情景</a:t>
            </a:r>
            <a:r>
              <a:rPr kumimoji="0" lang="en-US" altLang="zh-CN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65486DA-7D7E-FFD4-914B-A42BA7BA51B0}"/>
              </a:ext>
            </a:extLst>
          </p:cNvPr>
          <p:cNvSpPr txBox="1"/>
          <p:nvPr/>
        </p:nvSpPr>
        <p:spPr>
          <a:xfrm>
            <a:off x="1463417" y="2143817"/>
            <a:ext cx="1367474" cy="369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    B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8" name="文本框 16">
            <a:extLst>
              <a:ext uri="{FF2B5EF4-FFF2-40B4-BE49-F238E27FC236}">
                <a16:creationId xmlns:a16="http://schemas.microsoft.com/office/drawing/2014/main" id="{CD08FBAF-D46B-7E54-0BEA-70F1AA99234D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210534" y="2983817"/>
            <a:ext cx="3070741" cy="368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95" dirty="0">
                <a:latin typeface="楷体" panose="02010609060101010101" charset="-122"/>
                <a:ea typeface="楷体" panose="02010609060101010101" charset="-122"/>
              </a:rPr>
              <a:t>A</a:t>
            </a:r>
            <a:r>
              <a:rPr kumimoji="1" lang="zh-CN" altLang="en-US" sz="1795" dirty="0">
                <a:latin typeface="楷体" panose="02010609060101010101" charset="-122"/>
                <a:ea typeface="楷体" panose="02010609060101010101" charset="-122"/>
              </a:rPr>
              <a:t>、</a:t>
            </a:r>
            <a:r>
              <a:rPr kumimoji="1" lang="en-US" altLang="zh-CN" sz="1795" dirty="0">
                <a:latin typeface="楷体" panose="02010609060101010101" charset="-122"/>
                <a:ea typeface="楷体" panose="02010609060101010101" charset="-122"/>
              </a:rPr>
              <a:t>B</a:t>
            </a:r>
            <a:r>
              <a:rPr kumimoji="1" lang="zh-CN" altLang="en-US" sz="1795" dirty="0">
                <a:latin typeface="楷体" panose="02010609060101010101" charset="-122"/>
                <a:ea typeface="楷体" panose="02010609060101010101" charset="-122"/>
              </a:rPr>
              <a:t>静止</a:t>
            </a:r>
            <a:endParaRPr kumimoji="1" lang="en-US" altLang="zh-CN" sz="1795" dirty="0"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2"/>
            </p:custDataLst>
          </p:nvPr>
        </p:nvGrpSpPr>
        <p:grpSpPr>
          <a:xfrm>
            <a:off x="1070278" y="2134419"/>
            <a:ext cx="1939415" cy="101473"/>
            <a:chOff x="1415480" y="4149080"/>
            <a:chExt cx="2592288" cy="135632"/>
          </a:xfrm>
        </p:grpSpPr>
        <p:cxnSp>
          <p:nvCxnSpPr>
            <p:cNvPr id="3" name="直线连接符 2"/>
            <p:cNvCxnSpPr/>
            <p:nvPr>
              <p:custDataLst>
                <p:tags r:id="rId113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直线连接符 3"/>
            <p:cNvCxnSpPr/>
            <p:nvPr>
              <p:custDataLst>
                <p:tags r:id="rId114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线连接符 4"/>
            <p:cNvCxnSpPr/>
            <p:nvPr>
              <p:custDataLst>
                <p:tags r:id="rId115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5"/>
            <p:cNvCxnSpPr/>
            <p:nvPr>
              <p:custDataLst>
                <p:tags r:id="rId116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>
              <p:custDataLst>
                <p:tags r:id="rId117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>
              <p:custDataLst>
                <p:tags r:id="rId118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>
              <p:custDataLst>
                <p:tags r:id="rId119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>
              <p:custDataLst>
                <p:tags r:id="rId120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>
              <p:custDataLst>
                <p:tags r:id="rId121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 rot="16200000">
            <a:off x="2090722" y="3053390"/>
            <a:ext cx="1939415" cy="101473"/>
            <a:chOff x="1415480" y="4149080"/>
            <a:chExt cx="2592288" cy="135632"/>
          </a:xfrm>
        </p:grpSpPr>
        <p:cxnSp>
          <p:nvCxnSpPr>
            <p:cNvPr id="14" name="直线连接符 2"/>
            <p:cNvCxnSpPr/>
            <p:nvPr>
              <p:custDataLst>
                <p:tags r:id="rId104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连接符 3"/>
            <p:cNvCxnSpPr/>
            <p:nvPr>
              <p:custDataLst>
                <p:tags r:id="rId105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线连接符 4"/>
            <p:cNvCxnSpPr/>
            <p:nvPr>
              <p:custDataLst>
                <p:tags r:id="rId106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线连接符 5"/>
            <p:cNvCxnSpPr/>
            <p:nvPr>
              <p:custDataLst>
                <p:tags r:id="rId107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线连接符 6"/>
            <p:cNvCxnSpPr/>
            <p:nvPr>
              <p:custDataLst>
                <p:tags r:id="rId108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线连接符 7"/>
            <p:cNvCxnSpPr/>
            <p:nvPr>
              <p:custDataLst>
                <p:tags r:id="rId109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线连接符 8"/>
            <p:cNvCxnSpPr/>
            <p:nvPr>
              <p:custDataLst>
                <p:tags r:id="rId110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线连接符 9"/>
            <p:cNvCxnSpPr/>
            <p:nvPr>
              <p:custDataLst>
                <p:tags r:id="rId111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线连接符 10"/>
            <p:cNvCxnSpPr/>
            <p:nvPr>
              <p:custDataLst>
                <p:tags r:id="rId112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椭圆 24"/>
          <p:cNvSpPr/>
          <p:nvPr>
            <p:custDataLst>
              <p:tags r:id="rId4"/>
            </p:custDataLst>
          </p:nvPr>
        </p:nvSpPr>
        <p:spPr>
          <a:xfrm>
            <a:off x="3062128" y="1802656"/>
            <a:ext cx="329746" cy="329746"/>
          </a:xfrm>
          <a:prstGeom prst="ellipse">
            <a:avLst/>
          </a:prstGeom>
          <a:solidFill>
            <a:schemeClr val="accent5"/>
          </a:solidFill>
          <a:ln>
            <a:solidFill>
              <a:schemeClr val="accent5">
                <a:shade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7" name="直接连接符 26"/>
          <p:cNvCxnSpPr/>
          <p:nvPr>
            <p:custDataLst>
              <p:tags r:id="rId5"/>
            </p:custDataLst>
          </p:nvPr>
        </p:nvCxnSpPr>
        <p:spPr>
          <a:xfrm flipV="1">
            <a:off x="2993856" y="1952293"/>
            <a:ext cx="256134" cy="195742"/>
          </a:xfrm>
          <a:prstGeom prst="line">
            <a:avLst/>
          </a:prstGeom>
          <a:ln w="57150">
            <a:solidFill>
              <a:schemeClr val="dk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矩形 28"/>
          <p:cNvSpPr/>
          <p:nvPr>
            <p:custDataLst>
              <p:tags r:id="rId6"/>
            </p:custDataLst>
          </p:nvPr>
        </p:nvSpPr>
        <p:spPr>
          <a:xfrm>
            <a:off x="1258831" y="1487950"/>
            <a:ext cx="888900" cy="632854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40" name="组合 39"/>
          <p:cNvGrpSpPr/>
          <p:nvPr>
            <p:custDataLst>
              <p:tags r:id="rId7"/>
            </p:custDataLst>
          </p:nvPr>
        </p:nvGrpSpPr>
        <p:grpSpPr>
          <a:xfrm>
            <a:off x="2139905" y="1808811"/>
            <a:ext cx="1244143" cy="1375851"/>
            <a:chOff x="2855640" y="2409491"/>
            <a:chExt cx="1662963" cy="1839009"/>
          </a:xfrm>
        </p:grpSpPr>
        <p:cxnSp>
          <p:nvCxnSpPr>
            <p:cNvPr id="31" name="直接连接符 30"/>
            <p:cNvCxnSpPr>
              <a:stCxn id="29" idx="3"/>
              <a:endCxn id="25" idx="0"/>
            </p:cNvCxnSpPr>
            <p:nvPr>
              <p:custDataLst>
                <p:tags r:id="rId102"/>
              </p:custDataLst>
            </p:nvPr>
          </p:nvCxnSpPr>
          <p:spPr>
            <a:xfrm flipV="1">
              <a:off x="2855640" y="2409491"/>
              <a:ext cx="1442589" cy="2300"/>
            </a:xfrm>
            <a:prstGeom prst="line">
              <a:avLst/>
            </a:prstGeom>
            <a:ln w="28575">
              <a:solidFill>
                <a:schemeClr val="dk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>
              <a:stCxn id="25" idx="6"/>
            </p:cNvCxnSpPr>
            <p:nvPr>
              <p:custDataLst>
                <p:tags r:id="rId103"/>
              </p:custDataLst>
            </p:nvPr>
          </p:nvCxnSpPr>
          <p:spPr>
            <a:xfrm flipH="1">
              <a:off x="4518603" y="2629866"/>
              <a:ext cx="0" cy="1618634"/>
            </a:xfrm>
            <a:prstGeom prst="line">
              <a:avLst/>
            </a:prstGeom>
            <a:ln w="28575">
              <a:solidFill>
                <a:schemeClr val="dk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弧形 40"/>
          <p:cNvSpPr/>
          <p:nvPr>
            <p:custDataLst>
              <p:tags r:id="rId8"/>
            </p:custDataLst>
          </p:nvPr>
        </p:nvSpPr>
        <p:spPr>
          <a:xfrm>
            <a:off x="3054809" y="1808811"/>
            <a:ext cx="329238" cy="329238"/>
          </a:xfrm>
          <a:prstGeom prst="arc">
            <a:avLst>
              <a:gd name="adj1" fmla="val 16200000"/>
              <a:gd name="adj2" fmla="val 291614"/>
            </a:avLst>
          </a:prstGeom>
          <a:ln w="28575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0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矩形 42"/>
          <p:cNvSpPr/>
          <p:nvPr>
            <p:custDataLst>
              <p:tags r:id="rId9"/>
            </p:custDataLst>
          </p:nvPr>
        </p:nvSpPr>
        <p:spPr>
          <a:xfrm>
            <a:off x="3193848" y="3201302"/>
            <a:ext cx="396050" cy="391446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sp>
        <p:nvSpPr>
          <p:cNvPr id="44" name="文本框 43"/>
          <p:cNvSpPr txBox="1"/>
          <p:nvPr>
            <p:custDataLst>
              <p:tags r:id="rId10"/>
            </p:custDataLst>
          </p:nvPr>
        </p:nvSpPr>
        <p:spPr>
          <a:xfrm>
            <a:off x="1243398" y="3545846"/>
            <a:ext cx="178618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1" lang="en-US" altLang="zh-CN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静止</a:t>
            </a:r>
          </a:p>
        </p:txBody>
      </p:sp>
      <p:grpSp>
        <p:nvGrpSpPr>
          <p:cNvPr id="45" name="组合 44"/>
          <p:cNvGrpSpPr/>
          <p:nvPr>
            <p:custDataLst>
              <p:tags r:id="rId11"/>
            </p:custDataLst>
          </p:nvPr>
        </p:nvGrpSpPr>
        <p:grpSpPr>
          <a:xfrm>
            <a:off x="3347472" y="3395684"/>
            <a:ext cx="484854" cy="971667"/>
            <a:chOff x="5502117" y="1628800"/>
            <a:chExt cx="648072" cy="1298763"/>
          </a:xfrm>
        </p:grpSpPr>
        <p:grpSp>
          <p:nvGrpSpPr>
            <p:cNvPr id="46" name="组合 45"/>
            <p:cNvGrpSpPr/>
            <p:nvPr>
              <p:custDataLst>
                <p:tags r:id="rId98"/>
              </p:custDataLst>
            </p:nvPr>
          </p:nvGrpSpPr>
          <p:grpSpPr>
            <a:xfrm>
              <a:off x="5502117" y="1632992"/>
              <a:ext cx="648072" cy="1294571"/>
              <a:chOff x="5546916" y="1700808"/>
              <a:chExt cx="648072" cy="1294571"/>
            </a:xfrm>
          </p:grpSpPr>
          <p:cxnSp>
            <p:nvCxnSpPr>
              <p:cNvPr id="48" name="直线箭头连接符 17"/>
              <p:cNvCxnSpPr/>
              <p:nvPr>
                <p:custDataLst>
                  <p:tags r:id="rId100"/>
                </p:custDataLst>
              </p:nvPr>
            </p:nvCxnSpPr>
            <p:spPr>
              <a:xfrm flipH="1">
                <a:off x="5591944" y="1700808"/>
                <a:ext cx="0" cy="1046263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文本框 48"/>
                  <p:cNvSpPr txBox="1"/>
                  <p:nvPr>
                    <p:custDataLst>
                      <p:tags r:id="rId101"/>
                    </p:custDataLst>
                  </p:nvPr>
                </p:nvSpPr>
                <p:spPr>
                  <a:xfrm>
                    <a:off x="5546916" y="250309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70" name="文本框 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3"/>
                    </p:custDataLst>
                  </p:nvPr>
                </p:nvSpPr>
                <p:spPr>
                  <a:xfrm>
                    <a:off x="5546916" y="250309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" name="椭圆 46"/>
            <p:cNvSpPr/>
            <p:nvPr>
              <p:custDataLst>
                <p:tags r:id="rId99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1" name="组合 50"/>
          <p:cNvGrpSpPr/>
          <p:nvPr>
            <p:custDataLst>
              <p:tags r:id="rId12"/>
            </p:custDataLst>
          </p:nvPr>
        </p:nvGrpSpPr>
        <p:grpSpPr>
          <a:xfrm>
            <a:off x="3360803" y="2463224"/>
            <a:ext cx="485522" cy="976673"/>
            <a:chOff x="8040216" y="547754"/>
            <a:chExt cx="648965" cy="1305454"/>
          </a:xfrm>
        </p:grpSpPr>
        <p:grpSp>
          <p:nvGrpSpPr>
            <p:cNvPr id="52" name="组合 51"/>
            <p:cNvGrpSpPr/>
            <p:nvPr>
              <p:custDataLst>
                <p:tags r:id="rId94"/>
              </p:custDataLst>
            </p:nvPr>
          </p:nvGrpSpPr>
          <p:grpSpPr>
            <a:xfrm rot="10800000">
              <a:off x="8041109" y="547754"/>
              <a:ext cx="648072" cy="1233446"/>
              <a:chOff x="4987122" y="1700808"/>
              <a:chExt cx="648072" cy="1233446"/>
            </a:xfrm>
          </p:grpSpPr>
          <p:cxnSp>
            <p:nvCxnSpPr>
              <p:cNvPr id="54" name="直线箭头连接符 17"/>
              <p:cNvCxnSpPr/>
              <p:nvPr>
                <p:custDataLst>
                  <p:tags r:id="rId96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文本框 54"/>
                  <p:cNvSpPr txBox="1"/>
                  <p:nvPr>
                    <p:custDataLst>
                      <p:tags r:id="rId97"/>
                    </p:custDataLst>
                  </p:nvPr>
                </p:nvSpPr>
                <p:spPr>
                  <a:xfrm rot="10800000">
                    <a:off x="4987122" y="2441972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71" name="文本框 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5"/>
                    </p:custDataLst>
                  </p:nvPr>
                </p:nvSpPr>
                <p:spPr>
                  <a:xfrm rot="10800000">
                    <a:off x="4987122" y="2441972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3" name="椭圆 52"/>
            <p:cNvSpPr/>
            <p:nvPr>
              <p:custDataLst>
                <p:tags r:id="rId95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9" name="组合 58"/>
          <p:cNvGrpSpPr/>
          <p:nvPr>
            <p:custDataLst>
              <p:tags r:id="rId13"/>
            </p:custDataLst>
          </p:nvPr>
        </p:nvGrpSpPr>
        <p:grpSpPr>
          <a:xfrm>
            <a:off x="1609936" y="1802656"/>
            <a:ext cx="484854" cy="938741"/>
            <a:chOff x="5403129" y="1628800"/>
            <a:chExt cx="648072" cy="1254753"/>
          </a:xfrm>
        </p:grpSpPr>
        <p:grpSp>
          <p:nvGrpSpPr>
            <p:cNvPr id="60" name="组合 59"/>
            <p:cNvGrpSpPr/>
            <p:nvPr>
              <p:custDataLst>
                <p:tags r:id="rId90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62" name="直线箭头连接符 12"/>
              <p:cNvCxnSpPr/>
              <p:nvPr>
                <p:custDataLst>
                  <p:tags r:id="rId92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3" name="文本框 62"/>
                  <p:cNvSpPr txBox="1"/>
                  <p:nvPr>
                    <p:custDataLst>
                      <p:tags r:id="rId93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63" name="文本框 6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7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1" name="椭圆 60"/>
            <p:cNvSpPr/>
            <p:nvPr>
              <p:custDataLst>
                <p:tags r:id="rId91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" name="组合 63"/>
          <p:cNvGrpSpPr/>
          <p:nvPr>
            <p:custDataLst>
              <p:tags r:id="rId14"/>
            </p:custDataLst>
          </p:nvPr>
        </p:nvGrpSpPr>
        <p:grpSpPr>
          <a:xfrm>
            <a:off x="1323440" y="769147"/>
            <a:ext cx="484854" cy="1072295"/>
            <a:chOff x="7540469" y="419942"/>
            <a:chExt cx="648072" cy="1433266"/>
          </a:xfrm>
        </p:grpSpPr>
        <p:grpSp>
          <p:nvGrpSpPr>
            <p:cNvPr id="65" name="组合 64"/>
            <p:cNvGrpSpPr/>
            <p:nvPr>
              <p:custDataLst>
                <p:tags r:id="rId86"/>
              </p:custDataLst>
            </p:nvPr>
          </p:nvGrpSpPr>
          <p:grpSpPr>
            <a:xfrm rot="10800000">
              <a:off x="7540469" y="419942"/>
              <a:ext cx="648072" cy="1361258"/>
              <a:chOff x="5487762" y="1700808"/>
              <a:chExt cx="648072" cy="1361258"/>
            </a:xfrm>
          </p:grpSpPr>
          <p:cxnSp>
            <p:nvCxnSpPr>
              <p:cNvPr id="67" name="直线箭头连接符 17"/>
              <p:cNvCxnSpPr/>
              <p:nvPr>
                <p:custDataLst>
                  <p:tags r:id="rId88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" name="文本框 67"/>
                  <p:cNvSpPr txBox="1"/>
                  <p:nvPr>
                    <p:custDataLst>
                      <p:tags r:id="rId89"/>
                    </p:custDataLst>
                  </p:nvPr>
                </p:nvSpPr>
                <p:spPr>
                  <a:xfrm rot="10800000">
                    <a:off x="5487762" y="2569784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73" name="文本框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29"/>
                    </p:custDataLst>
                  </p:nvPr>
                </p:nvSpPr>
                <p:spPr>
                  <a:xfrm rot="10800000">
                    <a:off x="5487762" y="2569784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6" name="椭圆 65"/>
            <p:cNvSpPr/>
            <p:nvPr>
              <p:custDataLst>
                <p:tags r:id="rId87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9" name="组合 68"/>
          <p:cNvGrpSpPr/>
          <p:nvPr>
            <p:custDataLst>
              <p:tags r:id="rId15"/>
            </p:custDataLst>
          </p:nvPr>
        </p:nvGrpSpPr>
        <p:grpSpPr>
          <a:xfrm rot="5400000" flipH="1">
            <a:off x="2077690" y="1435129"/>
            <a:ext cx="372705" cy="1098491"/>
            <a:chOff x="7614054" y="384928"/>
            <a:chExt cx="498170" cy="1468280"/>
          </a:xfrm>
        </p:grpSpPr>
        <p:grpSp>
          <p:nvGrpSpPr>
            <p:cNvPr id="70" name="组合 69"/>
            <p:cNvGrpSpPr/>
            <p:nvPr>
              <p:custDataLst>
                <p:tags r:id="rId82"/>
              </p:custDataLst>
            </p:nvPr>
          </p:nvGrpSpPr>
          <p:grpSpPr>
            <a:xfrm rot="10800000">
              <a:off x="7614054" y="384928"/>
              <a:ext cx="492282" cy="1396272"/>
              <a:chOff x="5569967" y="1700808"/>
              <a:chExt cx="492282" cy="1396272"/>
            </a:xfrm>
          </p:grpSpPr>
          <p:cxnSp>
            <p:nvCxnSpPr>
              <p:cNvPr id="72" name="直线箭头连接符 55"/>
              <p:cNvCxnSpPr/>
              <p:nvPr>
                <p:custDataLst>
                  <p:tags r:id="rId84"/>
                </p:custDataLst>
              </p:nvPr>
            </p:nvCxnSpPr>
            <p:spPr>
              <a:xfrm flipH="1">
                <a:off x="5591945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" name="文本框 72"/>
                  <p:cNvSpPr txBox="1"/>
                  <p:nvPr>
                    <p:custDataLst>
                      <p:tags r:id="rId85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74" name="文本框 7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1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1" name="椭圆 70"/>
            <p:cNvSpPr/>
            <p:nvPr>
              <p:custDataLst>
                <p:tags r:id="rId83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4" name="组合 73"/>
          <p:cNvGrpSpPr/>
          <p:nvPr>
            <p:custDataLst>
              <p:tags r:id="rId16"/>
            </p:custDataLst>
          </p:nvPr>
        </p:nvGrpSpPr>
        <p:grpSpPr>
          <a:xfrm rot="16200000">
            <a:off x="1053718" y="1163783"/>
            <a:ext cx="386927" cy="995437"/>
            <a:chOff x="8074460" y="-77276"/>
            <a:chExt cx="517179" cy="1330534"/>
          </a:xfrm>
          <a:solidFill>
            <a:schemeClr val="tx1"/>
          </a:solidFill>
        </p:grpSpPr>
        <p:grpSp>
          <p:nvGrpSpPr>
            <p:cNvPr id="75" name="组合 74"/>
            <p:cNvGrpSpPr/>
            <p:nvPr>
              <p:custDataLst>
                <p:tags r:id="rId78"/>
              </p:custDataLst>
            </p:nvPr>
          </p:nvGrpSpPr>
          <p:grpSpPr>
            <a:xfrm rot="10800000">
              <a:off x="8108739" y="-77276"/>
              <a:ext cx="482900" cy="1330533"/>
              <a:chOff x="5084664" y="2228751"/>
              <a:chExt cx="482900" cy="1330533"/>
            </a:xfrm>
            <a:grpFill/>
          </p:grpSpPr>
          <p:cxnSp>
            <p:nvCxnSpPr>
              <p:cNvPr id="77" name="直线箭头连接符 35"/>
              <p:cNvCxnSpPr/>
              <p:nvPr>
                <p:custDataLst>
                  <p:tags r:id="rId80"/>
                </p:custDataLst>
              </p:nvPr>
            </p:nvCxnSpPr>
            <p:spPr>
              <a:xfrm rot="16200000" flipH="1">
                <a:off x="5027504" y="2768810"/>
                <a:ext cx="1080119" cy="0"/>
              </a:xfrm>
              <a:prstGeom prst="straightConnector1">
                <a:avLst/>
              </a:prstGeom>
              <a:solidFill>
                <a:schemeClr val="dk1"/>
              </a:solidFill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文本框 77"/>
                  <p:cNvSpPr txBox="1"/>
                  <p:nvPr>
                    <p:custDataLst>
                      <p:tags r:id="rId81"/>
                    </p:custDataLst>
                  </p:nvPr>
                </p:nvSpPr>
                <p:spPr>
                  <a:xfrm rot="16200000">
                    <a:off x="4996159" y="2999716"/>
                    <a:ext cx="648072" cy="4710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78" name="文本框 7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2"/>
                    </p:custDataLst>
                  </p:nvPr>
                </p:nvSpPr>
                <p:spPr>
                  <a:xfrm rot="16200000">
                    <a:off x="4996159" y="2999716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3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6" name="椭圆 75"/>
            <p:cNvSpPr/>
            <p:nvPr>
              <p:custDataLst>
                <p:tags r:id="rId79"/>
              </p:custDataLst>
            </p:nvPr>
          </p:nvSpPr>
          <p:spPr>
            <a:xfrm>
              <a:off x="8074460" y="118125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solidFill>
                <a:schemeClr val="dk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0" name="组合 79"/>
          <p:cNvGrpSpPr/>
          <p:nvPr>
            <p:custDataLst>
              <p:tags r:id="rId17"/>
            </p:custDataLst>
          </p:nvPr>
        </p:nvGrpSpPr>
        <p:grpSpPr>
          <a:xfrm>
            <a:off x="5110727" y="2718491"/>
            <a:ext cx="1044089" cy="101473"/>
            <a:chOff x="2612204" y="4149080"/>
            <a:chExt cx="1395564" cy="135632"/>
          </a:xfrm>
        </p:grpSpPr>
        <p:cxnSp>
          <p:nvCxnSpPr>
            <p:cNvPr id="81" name="直线连接符 2"/>
            <p:cNvCxnSpPr/>
            <p:nvPr>
              <p:custDataLst>
                <p:tags r:id="rId73"/>
              </p:custDataLst>
            </p:nvPr>
          </p:nvCxnSpPr>
          <p:spPr>
            <a:xfrm>
              <a:off x="2612204" y="4149080"/>
              <a:ext cx="1395564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直线连接符 7"/>
            <p:cNvCxnSpPr/>
            <p:nvPr>
              <p:custDataLst>
                <p:tags r:id="rId74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直线连接符 8"/>
            <p:cNvCxnSpPr/>
            <p:nvPr>
              <p:custDataLst>
                <p:tags r:id="rId75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直线连接符 9"/>
            <p:cNvCxnSpPr/>
            <p:nvPr>
              <p:custDataLst>
                <p:tags r:id="rId76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直线连接符 10"/>
            <p:cNvCxnSpPr/>
            <p:nvPr>
              <p:custDataLst>
                <p:tags r:id="rId77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文本框 99"/>
          <p:cNvSpPr txBox="1"/>
          <p:nvPr>
            <p:custDataLst>
              <p:tags r:id="rId18"/>
            </p:custDataLst>
          </p:nvPr>
        </p:nvSpPr>
        <p:spPr>
          <a:xfrm>
            <a:off x="2710806" y="1537599"/>
            <a:ext cx="178618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滑轮</a:t>
            </a:r>
          </a:p>
        </p:txBody>
      </p:sp>
      <p:grpSp>
        <p:nvGrpSpPr>
          <p:cNvPr id="102" name="组合 101"/>
          <p:cNvGrpSpPr/>
          <p:nvPr>
            <p:custDataLst>
              <p:tags r:id="rId19"/>
            </p:custDataLst>
          </p:nvPr>
        </p:nvGrpSpPr>
        <p:grpSpPr>
          <a:xfrm rot="16200000" flipV="1">
            <a:off x="5582034" y="3183058"/>
            <a:ext cx="1044089" cy="101473"/>
            <a:chOff x="2612204" y="4149080"/>
            <a:chExt cx="1395564" cy="135632"/>
          </a:xfrm>
        </p:grpSpPr>
        <p:cxnSp>
          <p:nvCxnSpPr>
            <p:cNvPr id="103" name="直线连接符 2"/>
            <p:cNvCxnSpPr/>
            <p:nvPr>
              <p:custDataLst>
                <p:tags r:id="rId68"/>
              </p:custDataLst>
            </p:nvPr>
          </p:nvCxnSpPr>
          <p:spPr>
            <a:xfrm>
              <a:off x="2612204" y="4149080"/>
              <a:ext cx="1395564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直线连接符 7"/>
            <p:cNvCxnSpPr/>
            <p:nvPr>
              <p:custDataLst>
                <p:tags r:id="rId69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直线连接符 8"/>
            <p:cNvCxnSpPr/>
            <p:nvPr>
              <p:custDataLst>
                <p:tags r:id="rId70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直线连接符 9"/>
            <p:cNvCxnSpPr/>
            <p:nvPr>
              <p:custDataLst>
                <p:tags r:id="rId71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直线连接符 10"/>
            <p:cNvCxnSpPr/>
            <p:nvPr>
              <p:custDataLst>
                <p:tags r:id="rId72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9" name="组合 108"/>
          <p:cNvGrpSpPr/>
          <p:nvPr>
            <p:custDataLst>
              <p:tags r:id="rId20"/>
            </p:custDataLst>
          </p:nvPr>
        </p:nvGrpSpPr>
        <p:grpSpPr>
          <a:xfrm flipH="1" flipV="1">
            <a:off x="6565288" y="1086711"/>
            <a:ext cx="1142056" cy="101473"/>
            <a:chOff x="1415480" y="4149080"/>
            <a:chExt cx="1526511" cy="135632"/>
          </a:xfrm>
        </p:grpSpPr>
        <p:cxnSp>
          <p:nvCxnSpPr>
            <p:cNvPr id="110" name="直线连接符 2"/>
            <p:cNvCxnSpPr/>
            <p:nvPr>
              <p:custDataLst>
                <p:tags r:id="rId62"/>
              </p:custDataLst>
            </p:nvPr>
          </p:nvCxnSpPr>
          <p:spPr>
            <a:xfrm>
              <a:off x="1415480" y="4149080"/>
              <a:ext cx="1526511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直线连接符 3"/>
            <p:cNvCxnSpPr/>
            <p:nvPr>
              <p:custDataLst>
                <p:tags r:id="rId63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直线连接符 4"/>
            <p:cNvCxnSpPr/>
            <p:nvPr>
              <p:custDataLst>
                <p:tags r:id="rId64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直线连接符 5"/>
            <p:cNvCxnSpPr/>
            <p:nvPr>
              <p:custDataLst>
                <p:tags r:id="rId65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直线连接符 6"/>
            <p:cNvCxnSpPr/>
            <p:nvPr>
              <p:custDataLst>
                <p:tags r:id="rId66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直线连接符 7"/>
            <p:cNvCxnSpPr/>
            <p:nvPr>
              <p:custDataLst>
                <p:tags r:id="rId67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3" name="组合 122"/>
          <p:cNvGrpSpPr/>
          <p:nvPr>
            <p:custDataLst>
              <p:tags r:id="rId21"/>
            </p:custDataLst>
          </p:nvPr>
        </p:nvGrpSpPr>
        <p:grpSpPr>
          <a:xfrm rot="7597863">
            <a:off x="7008674" y="1280542"/>
            <a:ext cx="398018" cy="345378"/>
            <a:chOff x="8001949" y="2149546"/>
            <a:chExt cx="532004" cy="461644"/>
          </a:xfrm>
        </p:grpSpPr>
        <p:sp>
          <p:nvSpPr>
            <p:cNvPr id="120" name="椭圆 119"/>
            <p:cNvSpPr/>
            <p:nvPr>
              <p:custDataLst>
                <p:tags r:id="rId60"/>
              </p:custDataLst>
            </p:nvPr>
          </p:nvSpPr>
          <p:spPr>
            <a:xfrm>
              <a:off x="8093204" y="2149546"/>
              <a:ext cx="440749" cy="440749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accent5">
                  <a:shade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21" name="直接连接符 120"/>
            <p:cNvCxnSpPr/>
            <p:nvPr>
              <p:custDataLst>
                <p:tags r:id="rId61"/>
              </p:custDataLst>
            </p:nvPr>
          </p:nvCxnSpPr>
          <p:spPr>
            <a:xfrm flipV="1">
              <a:off x="8001949" y="2349555"/>
              <a:ext cx="342357" cy="261635"/>
            </a:xfrm>
            <a:prstGeom prst="line">
              <a:avLst/>
            </a:prstGeom>
            <a:ln w="571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4" name="矩形 123"/>
          <p:cNvSpPr/>
          <p:nvPr>
            <p:custDataLst>
              <p:tags r:id="rId22"/>
            </p:custDataLst>
          </p:nvPr>
        </p:nvSpPr>
        <p:spPr>
          <a:xfrm>
            <a:off x="5163814" y="2247517"/>
            <a:ext cx="651092" cy="463547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137" name="组合 136"/>
          <p:cNvGrpSpPr/>
          <p:nvPr>
            <p:custDataLst>
              <p:tags r:id="rId23"/>
            </p:custDataLst>
          </p:nvPr>
        </p:nvGrpSpPr>
        <p:grpSpPr>
          <a:xfrm>
            <a:off x="5814906" y="1304779"/>
            <a:ext cx="1530018" cy="1384344"/>
            <a:chOff x="7757310" y="1744011"/>
            <a:chExt cx="2045074" cy="1850361"/>
          </a:xfrm>
        </p:grpSpPr>
        <p:cxnSp>
          <p:nvCxnSpPr>
            <p:cNvPr id="126" name="直接连接符 125"/>
            <p:cNvCxnSpPr/>
            <p:nvPr>
              <p:custDataLst>
                <p:tags r:id="rId57"/>
              </p:custDataLst>
            </p:nvPr>
          </p:nvCxnSpPr>
          <p:spPr>
            <a:xfrm flipV="1">
              <a:off x="7757310" y="1763564"/>
              <a:ext cx="1742796" cy="1238422"/>
            </a:xfrm>
            <a:prstGeom prst="line">
              <a:avLst/>
            </a:prstGeom>
            <a:ln w="28575">
              <a:solidFill>
                <a:schemeClr val="dk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>
              <p:custDataLst>
                <p:tags r:id="rId58"/>
              </p:custDataLst>
            </p:nvPr>
          </p:nvCxnSpPr>
          <p:spPr>
            <a:xfrm flipH="1">
              <a:off x="9802383" y="1975738"/>
              <a:ext cx="0" cy="1618634"/>
            </a:xfrm>
            <a:prstGeom prst="line">
              <a:avLst/>
            </a:prstGeom>
            <a:ln w="28575">
              <a:solidFill>
                <a:schemeClr val="dk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弧形 132"/>
            <p:cNvSpPr/>
            <p:nvPr>
              <p:custDataLst>
                <p:tags r:id="rId59"/>
              </p:custDataLst>
            </p:nvPr>
          </p:nvSpPr>
          <p:spPr>
            <a:xfrm>
              <a:off x="9364436" y="1744011"/>
              <a:ext cx="437948" cy="494528"/>
            </a:xfrm>
            <a:prstGeom prst="arc">
              <a:avLst>
                <a:gd name="adj1" fmla="val 13617762"/>
                <a:gd name="adj2" fmla="val 21534239"/>
              </a:avLst>
            </a:prstGeom>
            <a:ln w="28575">
              <a:solidFill>
                <a:schemeClr val="dk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38" name="矩形 137"/>
          <p:cNvSpPr/>
          <p:nvPr>
            <p:custDataLst>
              <p:tags r:id="rId24"/>
            </p:custDataLst>
          </p:nvPr>
        </p:nvSpPr>
        <p:spPr>
          <a:xfrm>
            <a:off x="7146898" y="2695366"/>
            <a:ext cx="396050" cy="391446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139" name="组合 138"/>
          <p:cNvGrpSpPr/>
          <p:nvPr>
            <p:custDataLst>
              <p:tags r:id="rId25"/>
            </p:custDataLst>
          </p:nvPr>
        </p:nvGrpSpPr>
        <p:grpSpPr>
          <a:xfrm>
            <a:off x="7321191" y="2893987"/>
            <a:ext cx="484854" cy="971667"/>
            <a:chOff x="5502117" y="1628800"/>
            <a:chExt cx="648072" cy="1298763"/>
          </a:xfrm>
        </p:grpSpPr>
        <p:grpSp>
          <p:nvGrpSpPr>
            <p:cNvPr id="140" name="组合 139"/>
            <p:cNvGrpSpPr/>
            <p:nvPr>
              <p:custDataLst>
                <p:tags r:id="rId53"/>
              </p:custDataLst>
            </p:nvPr>
          </p:nvGrpSpPr>
          <p:grpSpPr>
            <a:xfrm>
              <a:off x="5502117" y="1632992"/>
              <a:ext cx="648072" cy="1294571"/>
              <a:chOff x="5546916" y="1700808"/>
              <a:chExt cx="648072" cy="1294571"/>
            </a:xfrm>
          </p:grpSpPr>
          <p:cxnSp>
            <p:nvCxnSpPr>
              <p:cNvPr id="142" name="直线箭头连接符 17"/>
              <p:cNvCxnSpPr/>
              <p:nvPr>
                <p:custDataLst>
                  <p:tags r:id="rId55"/>
                </p:custDataLst>
              </p:nvPr>
            </p:nvCxnSpPr>
            <p:spPr>
              <a:xfrm flipH="1">
                <a:off x="5591944" y="1700808"/>
                <a:ext cx="0" cy="1046263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文本框 142"/>
                  <p:cNvSpPr txBox="1"/>
                  <p:nvPr>
                    <p:custDataLst>
                      <p:tags r:id="rId56"/>
                    </p:custDataLst>
                  </p:nvPr>
                </p:nvSpPr>
                <p:spPr>
                  <a:xfrm>
                    <a:off x="5546916" y="250309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76" name="文本框 1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4"/>
                    </p:custDataLst>
                  </p:nvPr>
                </p:nvSpPr>
                <p:spPr>
                  <a:xfrm>
                    <a:off x="5546916" y="250309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1" name="椭圆 140"/>
            <p:cNvSpPr/>
            <p:nvPr>
              <p:custDataLst>
                <p:tags r:id="rId54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4" name="组合 143"/>
          <p:cNvGrpSpPr/>
          <p:nvPr>
            <p:custDataLst>
              <p:tags r:id="rId26"/>
            </p:custDataLst>
          </p:nvPr>
        </p:nvGrpSpPr>
        <p:grpSpPr>
          <a:xfrm>
            <a:off x="7320523" y="1963231"/>
            <a:ext cx="485522" cy="976673"/>
            <a:chOff x="8040216" y="547754"/>
            <a:chExt cx="648965" cy="1305454"/>
          </a:xfrm>
        </p:grpSpPr>
        <p:grpSp>
          <p:nvGrpSpPr>
            <p:cNvPr id="145" name="组合 144"/>
            <p:cNvGrpSpPr/>
            <p:nvPr>
              <p:custDataLst>
                <p:tags r:id="rId49"/>
              </p:custDataLst>
            </p:nvPr>
          </p:nvGrpSpPr>
          <p:grpSpPr>
            <a:xfrm rot="10800000">
              <a:off x="8041109" y="547754"/>
              <a:ext cx="648072" cy="1233446"/>
              <a:chOff x="4987122" y="1700808"/>
              <a:chExt cx="648072" cy="1233446"/>
            </a:xfrm>
          </p:grpSpPr>
          <p:cxnSp>
            <p:nvCxnSpPr>
              <p:cNvPr id="147" name="直线箭头连接符 17"/>
              <p:cNvCxnSpPr/>
              <p:nvPr>
                <p:custDataLst>
                  <p:tags r:id="rId51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7" name="文本框 147"/>
                  <p:cNvSpPr txBox="1"/>
                  <p:nvPr>
                    <p:custDataLst>
                      <p:tags r:id="rId52"/>
                    </p:custDataLst>
                  </p:nvPr>
                </p:nvSpPr>
                <p:spPr>
                  <a:xfrm rot="10800000">
                    <a:off x="4987122" y="2441972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77" name="文本框 14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5"/>
                    </p:custDataLst>
                  </p:nvPr>
                </p:nvSpPr>
                <p:spPr>
                  <a:xfrm rot="10800000">
                    <a:off x="4987122" y="2441972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46" name="椭圆 145"/>
            <p:cNvSpPr/>
            <p:nvPr>
              <p:custDataLst>
                <p:tags r:id="rId50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49" name="组合 148"/>
          <p:cNvGrpSpPr/>
          <p:nvPr>
            <p:custDataLst>
              <p:tags r:id="rId27"/>
            </p:custDataLst>
          </p:nvPr>
        </p:nvGrpSpPr>
        <p:grpSpPr>
          <a:xfrm>
            <a:off x="5375641" y="2455815"/>
            <a:ext cx="484854" cy="938741"/>
            <a:chOff x="5403129" y="1628800"/>
            <a:chExt cx="648072" cy="1254753"/>
          </a:xfrm>
        </p:grpSpPr>
        <p:grpSp>
          <p:nvGrpSpPr>
            <p:cNvPr id="150" name="组合 149"/>
            <p:cNvGrpSpPr/>
            <p:nvPr>
              <p:custDataLst>
                <p:tags r:id="rId45"/>
              </p:custDataLst>
            </p:nvPr>
          </p:nvGrpSpPr>
          <p:grpSpPr>
            <a:xfrm>
              <a:off x="5403129" y="1632992"/>
              <a:ext cx="648072" cy="1250561"/>
              <a:chOff x="5447928" y="1700808"/>
              <a:chExt cx="648072" cy="1250561"/>
            </a:xfrm>
          </p:grpSpPr>
          <p:cxnSp>
            <p:nvCxnSpPr>
              <p:cNvPr id="152" name="直线箭头连接符 12"/>
              <p:cNvCxnSpPr/>
              <p:nvPr>
                <p:custDataLst>
                  <p:tags r:id="rId47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3" name="文本框 152"/>
                  <p:cNvSpPr txBox="1"/>
                  <p:nvPr>
                    <p:custDataLst>
                      <p:tags r:id="rId48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53" name="文本框 15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6"/>
                    </p:custDataLst>
                  </p:nvPr>
                </p:nvSpPr>
                <p:spPr>
                  <a:xfrm>
                    <a:off x="5447928" y="2459087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1" name="椭圆 150"/>
            <p:cNvSpPr/>
            <p:nvPr>
              <p:custDataLst>
                <p:tags r:id="rId46"/>
              </p:custDataLst>
            </p:nvPr>
          </p:nvSpPr>
          <p:spPr>
            <a:xfrm>
              <a:off x="551993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54" name="组合 153"/>
          <p:cNvGrpSpPr/>
          <p:nvPr>
            <p:custDataLst>
              <p:tags r:id="rId28"/>
            </p:custDataLst>
          </p:nvPr>
        </p:nvGrpSpPr>
        <p:grpSpPr>
          <a:xfrm>
            <a:off x="5089145" y="1422306"/>
            <a:ext cx="484854" cy="1072295"/>
            <a:chOff x="7540469" y="419942"/>
            <a:chExt cx="648072" cy="1433266"/>
          </a:xfrm>
        </p:grpSpPr>
        <p:grpSp>
          <p:nvGrpSpPr>
            <p:cNvPr id="155" name="组合 154"/>
            <p:cNvGrpSpPr/>
            <p:nvPr>
              <p:custDataLst>
                <p:tags r:id="rId41"/>
              </p:custDataLst>
            </p:nvPr>
          </p:nvGrpSpPr>
          <p:grpSpPr>
            <a:xfrm rot="10800000">
              <a:off x="7540469" y="419942"/>
              <a:ext cx="648072" cy="1361258"/>
              <a:chOff x="5487762" y="1700808"/>
              <a:chExt cx="648072" cy="1361258"/>
            </a:xfrm>
          </p:grpSpPr>
          <p:cxnSp>
            <p:nvCxnSpPr>
              <p:cNvPr id="157" name="直线箭头连接符 17"/>
              <p:cNvCxnSpPr/>
              <p:nvPr>
                <p:custDataLst>
                  <p:tags r:id="rId43"/>
                </p:custDataLst>
              </p:nvPr>
            </p:nvCxnSpPr>
            <p:spPr>
              <a:xfrm flipH="1">
                <a:off x="5591944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文本框 157"/>
                  <p:cNvSpPr txBox="1"/>
                  <p:nvPr>
                    <p:custDataLst>
                      <p:tags r:id="rId44"/>
                    </p:custDataLst>
                  </p:nvPr>
                </p:nvSpPr>
                <p:spPr>
                  <a:xfrm rot="10800000">
                    <a:off x="5487762" y="2569784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79" name="文本框 1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7"/>
                    </p:custDataLst>
                  </p:nvPr>
                </p:nvSpPr>
                <p:spPr>
                  <a:xfrm rot="10800000">
                    <a:off x="5487762" y="2569784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6" name="椭圆 155"/>
            <p:cNvSpPr/>
            <p:nvPr>
              <p:custDataLst>
                <p:tags r:id="rId42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59" name="组合 158"/>
          <p:cNvGrpSpPr/>
          <p:nvPr>
            <p:custDataLst>
              <p:tags r:id="rId29"/>
            </p:custDataLst>
          </p:nvPr>
        </p:nvGrpSpPr>
        <p:grpSpPr>
          <a:xfrm rot="3395376" flipH="1">
            <a:off x="5816118" y="1783053"/>
            <a:ext cx="372705" cy="1098491"/>
            <a:chOff x="7614054" y="384928"/>
            <a:chExt cx="498170" cy="1468280"/>
          </a:xfrm>
        </p:grpSpPr>
        <p:grpSp>
          <p:nvGrpSpPr>
            <p:cNvPr id="160" name="组合 159"/>
            <p:cNvGrpSpPr/>
            <p:nvPr>
              <p:custDataLst>
                <p:tags r:id="rId37"/>
              </p:custDataLst>
            </p:nvPr>
          </p:nvGrpSpPr>
          <p:grpSpPr>
            <a:xfrm rot="10800000">
              <a:off x="7614054" y="384928"/>
              <a:ext cx="492282" cy="1396272"/>
              <a:chOff x="5569967" y="1700808"/>
              <a:chExt cx="492282" cy="1396272"/>
            </a:xfrm>
          </p:grpSpPr>
          <p:cxnSp>
            <p:nvCxnSpPr>
              <p:cNvPr id="162" name="直线箭头连接符 55"/>
              <p:cNvCxnSpPr/>
              <p:nvPr>
                <p:custDataLst>
                  <p:tags r:id="rId39"/>
                </p:custDataLst>
              </p:nvPr>
            </p:nvCxnSpPr>
            <p:spPr>
              <a:xfrm flipH="1">
                <a:off x="5591945" y="1700808"/>
                <a:ext cx="0" cy="1008112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0" name="文本框 162"/>
                  <p:cNvSpPr txBox="1"/>
                  <p:nvPr>
                    <p:custDataLst>
                      <p:tags r:id="rId40"/>
                    </p:custDataLst>
                  </p:nvPr>
                </p:nvSpPr>
                <p:spPr>
                  <a:xfrm rot="14195376">
                    <a:off x="5492072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80" name="文本框 16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8"/>
                    </p:custDataLst>
                  </p:nvPr>
                </p:nvSpPr>
                <p:spPr>
                  <a:xfrm rot="14195376">
                    <a:off x="5492072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1" name="椭圆 160"/>
            <p:cNvSpPr/>
            <p:nvPr>
              <p:custDataLst>
                <p:tags r:id="rId38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64" name="组合 163"/>
          <p:cNvGrpSpPr/>
          <p:nvPr>
            <p:custDataLst>
              <p:tags r:id="rId30"/>
            </p:custDataLst>
          </p:nvPr>
        </p:nvGrpSpPr>
        <p:grpSpPr>
          <a:xfrm rot="16200000">
            <a:off x="4819423" y="1816942"/>
            <a:ext cx="386927" cy="995437"/>
            <a:chOff x="8074460" y="-77276"/>
            <a:chExt cx="517179" cy="1330534"/>
          </a:xfrm>
          <a:solidFill>
            <a:schemeClr val="tx1"/>
          </a:solidFill>
        </p:grpSpPr>
        <p:grpSp>
          <p:nvGrpSpPr>
            <p:cNvPr id="165" name="组合 164"/>
            <p:cNvGrpSpPr/>
            <p:nvPr>
              <p:custDataLst>
                <p:tags r:id="rId33"/>
              </p:custDataLst>
            </p:nvPr>
          </p:nvGrpSpPr>
          <p:grpSpPr>
            <a:xfrm rot="10800000">
              <a:off x="8108739" y="-77276"/>
              <a:ext cx="482900" cy="1330533"/>
              <a:chOff x="5084664" y="2228751"/>
              <a:chExt cx="482900" cy="1330533"/>
            </a:xfrm>
            <a:grpFill/>
          </p:grpSpPr>
          <p:cxnSp>
            <p:nvCxnSpPr>
              <p:cNvPr id="167" name="直线箭头连接符 35"/>
              <p:cNvCxnSpPr/>
              <p:nvPr>
                <p:custDataLst>
                  <p:tags r:id="rId35"/>
                </p:custDataLst>
              </p:nvPr>
            </p:nvCxnSpPr>
            <p:spPr>
              <a:xfrm rot="16200000" flipH="1">
                <a:off x="5027504" y="2768810"/>
                <a:ext cx="1080119" cy="0"/>
              </a:xfrm>
              <a:prstGeom prst="straightConnector1">
                <a:avLst/>
              </a:prstGeom>
              <a:solidFill>
                <a:schemeClr val="dk1"/>
              </a:solidFill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文本框 167"/>
                  <p:cNvSpPr txBox="1"/>
                  <p:nvPr>
                    <p:custDataLst>
                      <p:tags r:id="rId36"/>
                    </p:custDataLst>
                  </p:nvPr>
                </p:nvSpPr>
                <p:spPr>
                  <a:xfrm rot="16200000">
                    <a:off x="4996159" y="2999716"/>
                    <a:ext cx="648072" cy="47106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68" name="文本框 1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9"/>
                    </p:custDataLst>
                  </p:nvPr>
                </p:nvSpPr>
                <p:spPr>
                  <a:xfrm rot="16200000">
                    <a:off x="4996159" y="2999716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33"/>
                    <a:stretch>
                      <a:fillRect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6" name="椭圆 165"/>
            <p:cNvSpPr/>
            <p:nvPr>
              <p:custDataLst>
                <p:tags r:id="rId34"/>
              </p:custDataLst>
            </p:nvPr>
          </p:nvSpPr>
          <p:spPr>
            <a:xfrm>
              <a:off x="8074460" y="118125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solidFill>
                <a:schemeClr val="dk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69" name="文本框 168"/>
          <p:cNvSpPr txBox="1"/>
          <p:nvPr>
            <p:custDataLst>
              <p:tags r:id="rId31"/>
            </p:custDataLst>
          </p:nvPr>
        </p:nvSpPr>
        <p:spPr>
          <a:xfrm>
            <a:off x="5366627" y="3865846"/>
            <a:ext cx="178618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1" lang="en-US" altLang="zh-CN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kumimoji="1"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静止</a:t>
            </a:r>
          </a:p>
        </p:txBody>
      </p:sp>
      <p:sp>
        <p:nvSpPr>
          <p:cNvPr id="12" name="Rectangle 14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881380" y="224790"/>
            <a:ext cx="102933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情景</a:t>
            </a:r>
            <a:r>
              <a:rPr kumimoji="0" lang="en-US" altLang="zh-CN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4E715DC-1292-A6D5-316C-0F03CA91AB8E}"/>
              </a:ext>
            </a:extLst>
          </p:cNvPr>
          <p:cNvSpPr txBox="1"/>
          <p:nvPr/>
        </p:nvSpPr>
        <p:spPr>
          <a:xfrm>
            <a:off x="1393587" y="1530664"/>
            <a:ext cx="2041583" cy="203132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    B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A0717F3-62E9-B393-40CB-6616DEA075F7}"/>
              </a:ext>
            </a:extLst>
          </p:cNvPr>
          <p:cNvSpPr txBox="1"/>
          <p:nvPr/>
        </p:nvSpPr>
        <p:spPr>
          <a:xfrm>
            <a:off x="5285027" y="2161218"/>
            <a:ext cx="2911074" cy="92332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                                        		B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 rot="5400000">
            <a:off x="388920" y="2284159"/>
            <a:ext cx="1939415" cy="101473"/>
            <a:chOff x="1415480" y="4149080"/>
            <a:chExt cx="2592288" cy="135632"/>
          </a:xfrm>
        </p:grpSpPr>
        <p:cxnSp>
          <p:nvCxnSpPr>
            <p:cNvPr id="5" name="直线连接符 2"/>
            <p:cNvCxnSpPr/>
            <p:nvPr>
              <p:custDataLst>
                <p:tags r:id="rId74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3"/>
            <p:cNvCxnSpPr/>
            <p:nvPr>
              <p:custDataLst>
                <p:tags r:id="rId75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4"/>
            <p:cNvCxnSpPr/>
            <p:nvPr>
              <p:custDataLst>
                <p:tags r:id="rId76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5"/>
            <p:cNvCxnSpPr/>
            <p:nvPr>
              <p:custDataLst>
                <p:tags r:id="rId77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6"/>
            <p:cNvCxnSpPr/>
            <p:nvPr>
              <p:custDataLst>
                <p:tags r:id="rId78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7"/>
            <p:cNvCxnSpPr/>
            <p:nvPr>
              <p:custDataLst>
                <p:tags r:id="rId79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连接符 8"/>
            <p:cNvCxnSpPr/>
            <p:nvPr>
              <p:custDataLst>
                <p:tags r:id="rId80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直线连接符 9"/>
            <p:cNvCxnSpPr/>
            <p:nvPr>
              <p:custDataLst>
                <p:tags r:id="rId81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线连接符 10"/>
            <p:cNvCxnSpPr/>
            <p:nvPr>
              <p:custDataLst>
                <p:tags r:id="rId82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>
            <p:custDataLst>
              <p:tags r:id="rId3"/>
            </p:custDataLst>
          </p:nvPr>
        </p:nvGrpSpPr>
        <p:grpSpPr>
          <a:xfrm rot="5400000" flipH="1" flipV="1">
            <a:off x="2034062" y="2260006"/>
            <a:ext cx="1939415" cy="101473"/>
            <a:chOff x="1415480" y="4149080"/>
            <a:chExt cx="2592288" cy="135632"/>
          </a:xfrm>
        </p:grpSpPr>
        <p:cxnSp>
          <p:nvCxnSpPr>
            <p:cNvPr id="15" name="直线连接符 2"/>
            <p:cNvCxnSpPr/>
            <p:nvPr>
              <p:custDataLst>
                <p:tags r:id="rId65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线连接符 3"/>
            <p:cNvCxnSpPr/>
            <p:nvPr>
              <p:custDataLst>
                <p:tags r:id="rId66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线连接符 4"/>
            <p:cNvCxnSpPr/>
            <p:nvPr>
              <p:custDataLst>
                <p:tags r:id="rId67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线连接符 5"/>
            <p:cNvCxnSpPr/>
            <p:nvPr>
              <p:custDataLst>
                <p:tags r:id="rId68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线连接符 6"/>
            <p:cNvCxnSpPr/>
            <p:nvPr>
              <p:custDataLst>
                <p:tags r:id="rId69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线连接符 7"/>
            <p:cNvCxnSpPr/>
            <p:nvPr>
              <p:custDataLst>
                <p:tags r:id="rId70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线连接符 8"/>
            <p:cNvCxnSpPr/>
            <p:nvPr>
              <p:custDataLst>
                <p:tags r:id="rId71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线连接符 9"/>
            <p:cNvCxnSpPr/>
            <p:nvPr>
              <p:custDataLst>
                <p:tags r:id="rId72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线连接符 10"/>
            <p:cNvCxnSpPr/>
            <p:nvPr>
              <p:custDataLst>
                <p:tags r:id="rId73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4" name="矩形 23"/>
          <p:cNvSpPr/>
          <p:nvPr>
            <p:custDataLst>
              <p:tags r:id="rId4"/>
            </p:custDataLst>
          </p:nvPr>
        </p:nvSpPr>
        <p:spPr>
          <a:xfrm>
            <a:off x="1419029" y="1890233"/>
            <a:ext cx="762171" cy="894036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25" name="矩形 24"/>
          <p:cNvSpPr/>
          <p:nvPr>
            <p:custDataLst>
              <p:tags r:id="rId5"/>
            </p:custDataLst>
          </p:nvPr>
        </p:nvSpPr>
        <p:spPr>
          <a:xfrm>
            <a:off x="2181199" y="1890232"/>
            <a:ext cx="762168" cy="894036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27" name="组合 26"/>
          <p:cNvGrpSpPr/>
          <p:nvPr>
            <p:custDataLst>
              <p:tags r:id="rId6"/>
            </p:custDataLst>
          </p:nvPr>
        </p:nvGrpSpPr>
        <p:grpSpPr>
          <a:xfrm>
            <a:off x="2162168" y="2334895"/>
            <a:ext cx="507779" cy="1375501"/>
            <a:chOff x="5521446" y="1628800"/>
            <a:chExt cx="678715" cy="1838541"/>
          </a:xfrm>
        </p:grpSpPr>
        <p:grpSp>
          <p:nvGrpSpPr>
            <p:cNvPr id="28" name="组合 27"/>
            <p:cNvGrpSpPr/>
            <p:nvPr>
              <p:custDataLst>
                <p:tags r:id="rId61"/>
              </p:custDataLst>
            </p:nvPr>
          </p:nvGrpSpPr>
          <p:grpSpPr>
            <a:xfrm>
              <a:off x="5557450" y="1664804"/>
              <a:ext cx="642711" cy="1802537"/>
              <a:chOff x="5602249" y="1732620"/>
              <a:chExt cx="642711" cy="1802537"/>
            </a:xfrm>
          </p:grpSpPr>
          <p:cxnSp>
            <p:nvCxnSpPr>
              <p:cNvPr id="30" name="直线箭头连接符 17"/>
              <p:cNvCxnSpPr/>
              <p:nvPr>
                <p:custDataLst>
                  <p:tags r:id="rId63"/>
                </p:custDataLst>
              </p:nvPr>
            </p:nvCxnSpPr>
            <p:spPr>
              <a:xfrm flipH="1">
                <a:off x="5602249" y="1732620"/>
                <a:ext cx="0" cy="1666914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文本框 30"/>
                  <p:cNvSpPr txBox="1"/>
                  <p:nvPr>
                    <p:custDataLst>
                      <p:tags r:id="rId64"/>
                    </p:custDataLst>
                  </p:nvPr>
                </p:nvSpPr>
                <p:spPr>
                  <a:xfrm>
                    <a:off x="5700268" y="3042875"/>
                    <a:ext cx="54469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1" lang="en-US" altLang="zh-CN" sz="1795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1" name="文本框 3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84"/>
                    </p:custDataLst>
                  </p:nvPr>
                </p:nvSpPr>
                <p:spPr>
                  <a:xfrm>
                    <a:off x="5700268" y="3042875"/>
                    <a:ext cx="544692" cy="492282"/>
                  </a:xfrm>
                  <a:prstGeom prst="rect">
                    <a:avLst/>
                  </a:prstGeom>
                  <a:blipFill rotWithShape="1">
                    <a:blip r:embed="rId8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9" name="椭圆 28"/>
            <p:cNvSpPr/>
            <p:nvPr>
              <p:custDataLst>
                <p:tags r:id="rId62"/>
              </p:custDataLst>
            </p:nvPr>
          </p:nvSpPr>
          <p:spPr>
            <a:xfrm>
              <a:off x="552144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31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190310" y="3775808"/>
                <a:ext cx="1981778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795">
                    <a:latin typeface="楷体" panose="02010609060101010101" charset="-122"/>
                    <a:ea typeface="楷体" panose="02010609060101010101" charset="-122"/>
                  </a:rPr>
                  <a:t>A</a:t>
                </a:r>
                <a:r>
                  <a:rPr kumimoji="1" lang="zh-CN" altLang="en-US" sz="1795">
                    <a:latin typeface="楷体" panose="02010609060101010101" charset="-122"/>
                    <a:ea typeface="楷体" panose="02010609060101010101" charset="-122"/>
                  </a:rPr>
                  <a:t>、</a:t>
                </a:r>
                <a:r>
                  <a:rPr kumimoji="1" lang="en-US" altLang="zh-CN" sz="1795">
                    <a:latin typeface="楷体" panose="02010609060101010101" charset="-122"/>
                    <a:ea typeface="楷体" panose="02010609060101010101" charset="-122"/>
                  </a:rPr>
                  <a:t>B</a:t>
                </a:r>
                <a:r>
                  <a:rPr kumimoji="1" lang="zh-CN" altLang="en-US" sz="1795">
                    <a:latin typeface="楷体" panose="02010609060101010101" charset="-122"/>
                    <a:ea typeface="楷体" panose="02010609060101010101" charset="-122"/>
                  </a:rPr>
                  <a:t>静止</a:t>
                </a:r>
                <a:endParaRPr kumimoji="1" lang="en-US" altLang="zh-CN" sz="1795">
                  <a:latin typeface="楷体" panose="02010609060101010101" charset="-122"/>
                  <a:ea typeface="楷体" panose="02010609060101010101" charset="-122"/>
                </a:endParaRPr>
              </a:p>
              <a:p>
                <a:pPr algn="ctr"/>
                <a:r>
                  <a:rPr kumimoji="1" lang="zh-CN" altLang="en-US" sz="1795">
                    <a:latin typeface="楷体" panose="02010609060101010101" charset="-122"/>
                    <a:ea typeface="楷体" panose="02010609060101010101" charset="-122"/>
                  </a:rPr>
                  <a:t>（</a:t>
                </a:r>
                <a:r>
                  <a:rPr kumimoji="1" lang="en-US" altLang="zh-CN" sz="1795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795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kumimoji="1" lang="en-US" altLang="zh-CN" sz="1795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kumimoji="1" lang="en-US" altLang="zh-CN" sz="1795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795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kumimoji="1" lang="en-US" altLang="zh-CN" sz="1795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1795">
                    <a:latin typeface="楷体" panose="02010609060101010101" charset="-122"/>
                    <a:ea typeface="楷体" panose="02010609060101010101" charset="-122"/>
                  </a:rPr>
                  <a:t>）</a:t>
                </a: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9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86"/>
                </p:custDataLst>
              </p:nvPr>
            </p:nvSpPr>
            <p:spPr>
              <a:xfrm>
                <a:off x="1190310" y="3775808"/>
                <a:ext cx="1981778" cy="645160"/>
              </a:xfrm>
              <a:prstGeom prst="rect">
                <a:avLst/>
              </a:prstGeom>
              <a:blipFill rotWithShape="1">
                <a:blip r:embed="rId87"/>
                <a:stretch>
                  <a:fillRect l="-16" t="-15" r="13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/>
          <p:cNvGrpSpPr/>
          <p:nvPr>
            <p:custDataLst>
              <p:tags r:id="rId8"/>
            </p:custDataLst>
          </p:nvPr>
        </p:nvGrpSpPr>
        <p:grpSpPr>
          <a:xfrm rot="10800000">
            <a:off x="1358628" y="1285283"/>
            <a:ext cx="484854" cy="1006178"/>
            <a:chOff x="4986986" y="1712645"/>
            <a:chExt cx="648072" cy="1344891"/>
          </a:xfrm>
        </p:grpSpPr>
        <p:cxnSp>
          <p:nvCxnSpPr>
            <p:cNvPr id="36" name="直线箭头连接符 65"/>
            <p:cNvCxnSpPr/>
            <p:nvPr>
              <p:custDataLst>
                <p:tags r:id="rId59"/>
              </p:custDataLst>
            </p:nvPr>
          </p:nvCxnSpPr>
          <p:spPr>
            <a:xfrm flipH="1">
              <a:off x="5559575" y="1712645"/>
              <a:ext cx="0" cy="100811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36"/>
                <p:cNvSpPr txBox="1"/>
                <p:nvPr>
                  <p:custDataLst>
                    <p:tags r:id="rId60"/>
                  </p:custDataLst>
                </p:nvPr>
              </p:nvSpPr>
              <p:spPr>
                <a:xfrm rot="10800000">
                  <a:off x="4986986" y="2586473"/>
                  <a:ext cx="648072" cy="4710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𝑓𝐴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>
                    <a:solidFill>
                      <a:srgbClr val="FF0000"/>
                    </a:solidFill>
                  </a:endParaRPr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93" name="文本框 36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88"/>
                  </p:custDataLst>
                </p:nvPr>
              </p:nvSpPr>
              <p:spPr>
                <a:xfrm rot="10800000">
                  <a:off x="4986986" y="2586473"/>
                  <a:ext cx="648072" cy="471063"/>
                </a:xfrm>
                <a:prstGeom prst="rect">
                  <a:avLst/>
                </a:prstGeom>
                <a:blipFill rotWithShape="1"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/>
          <p:cNvGrpSpPr/>
          <p:nvPr>
            <p:custDataLst>
              <p:tags r:id="rId9"/>
            </p:custDataLst>
          </p:nvPr>
        </p:nvGrpSpPr>
        <p:grpSpPr>
          <a:xfrm rot="10800000">
            <a:off x="2511712" y="1195492"/>
            <a:ext cx="484854" cy="1074943"/>
            <a:chOff x="5524034" y="1700808"/>
            <a:chExt cx="648072" cy="1436805"/>
          </a:xfrm>
        </p:grpSpPr>
        <p:cxnSp>
          <p:nvCxnSpPr>
            <p:cNvPr id="39" name="直线箭头连接符 65"/>
            <p:cNvCxnSpPr/>
            <p:nvPr>
              <p:custDataLst>
                <p:tags r:id="rId57"/>
              </p:custDataLst>
            </p:nvPr>
          </p:nvCxnSpPr>
          <p:spPr>
            <a:xfrm flipH="1">
              <a:off x="5591944" y="1700808"/>
              <a:ext cx="0" cy="100811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4" name="文本框 39"/>
                <p:cNvSpPr txBox="1"/>
                <p:nvPr>
                  <p:custDataLst>
                    <p:tags r:id="rId58"/>
                  </p:custDataLst>
                </p:nvPr>
              </p:nvSpPr>
              <p:spPr>
                <a:xfrm rot="10800000">
                  <a:off x="5524034" y="2666550"/>
                  <a:ext cx="648072" cy="4710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𝑓𝐵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>
                    <a:solidFill>
                      <a:srgbClr val="FF0000"/>
                    </a:solidFill>
                  </a:endParaRPr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94" name="文本框 39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90"/>
                  </p:custDataLst>
                </p:nvPr>
              </p:nvSpPr>
              <p:spPr>
                <a:xfrm rot="10800000">
                  <a:off x="5524034" y="2666550"/>
                  <a:ext cx="648072" cy="471063"/>
                </a:xfrm>
                <a:prstGeom prst="rect">
                  <a:avLst/>
                </a:prstGeom>
                <a:blipFill rotWithShape="1">
                  <a:blip r:embed="rId9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组合 52"/>
          <p:cNvGrpSpPr/>
          <p:nvPr>
            <p:custDataLst>
              <p:tags r:id="rId10"/>
            </p:custDataLst>
          </p:nvPr>
        </p:nvGrpSpPr>
        <p:grpSpPr>
          <a:xfrm>
            <a:off x="658655" y="2328775"/>
            <a:ext cx="3232008" cy="391679"/>
            <a:chOff x="887359" y="2803770"/>
            <a:chExt cx="4320011" cy="523531"/>
          </a:xfrm>
        </p:grpSpPr>
        <p:grpSp>
          <p:nvGrpSpPr>
            <p:cNvPr id="41" name="组合 40"/>
            <p:cNvGrpSpPr/>
            <p:nvPr>
              <p:custDataLst>
                <p:tags r:id="rId47"/>
              </p:custDataLst>
            </p:nvPr>
          </p:nvGrpSpPr>
          <p:grpSpPr>
            <a:xfrm rot="5400000" flipH="1">
              <a:off x="3808438" y="1897120"/>
              <a:ext cx="492282" cy="2305582"/>
              <a:chOff x="7625963" y="-452374"/>
              <a:chExt cx="492282" cy="2305582"/>
            </a:xfrm>
          </p:grpSpPr>
          <p:grpSp>
            <p:nvGrpSpPr>
              <p:cNvPr id="42" name="组合 41"/>
              <p:cNvGrpSpPr/>
              <p:nvPr>
                <p:custDataLst>
                  <p:tags r:id="rId53"/>
                </p:custDataLst>
              </p:nvPr>
            </p:nvGrpSpPr>
            <p:grpSpPr>
              <a:xfrm rot="10800000">
                <a:off x="7625963" y="-452374"/>
                <a:ext cx="492282" cy="2233573"/>
                <a:chOff x="5558058" y="1700809"/>
                <a:chExt cx="492282" cy="2233573"/>
              </a:xfrm>
            </p:grpSpPr>
            <p:cxnSp>
              <p:nvCxnSpPr>
                <p:cNvPr id="44" name="直线箭头连接符 55"/>
                <p:cNvCxnSpPr/>
                <p:nvPr>
                  <p:custDataLst>
                    <p:tags r:id="rId55"/>
                  </p:custDataLst>
                </p:nvPr>
              </p:nvCxnSpPr>
              <p:spPr>
                <a:xfrm rot="16200000" flipH="1">
                  <a:off x="4741807" y="2550948"/>
                  <a:ext cx="1700278" cy="0"/>
                </a:xfrm>
                <a:prstGeom prst="straightConnector1">
                  <a:avLst/>
                </a:prstGeom>
                <a:ln w="38100">
                  <a:solidFill>
                    <a:schemeClr val="dk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5" name="文本框 44"/>
                    <p:cNvSpPr txBox="1"/>
                    <p:nvPr>
                      <p:custDataLst>
                        <p:tags r:id="rId56"/>
                      </p:custDataLst>
                    </p:nvPr>
                  </p:nvSpPr>
                  <p:spPr>
                    <a:xfrm rot="16200000">
                      <a:off x="5480163" y="3364205"/>
                      <a:ext cx="648072" cy="4922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1795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795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kumimoji="1" lang="en-US" altLang="zh-CN" sz="1795" b="0" i="1" smtClean="0">
                                    <a:latin typeface="Cambria Math" panose="02040503050406030204" pitchFamily="18" charset="0"/>
                                  </a:rPr>
                                  <m:t>𝑁𝐴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1795"/>
                    </a:p>
                  </p:txBody>
                </p:sp>
              </mc:Choice>
  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  <p:sp>
                  <p:nvSpPr>
                    <p:cNvPr id="95" name="文本框 4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>
                      <p:custDataLst>
                        <p:tags r:id="rId92"/>
                      </p:custDataLst>
                    </p:nvPr>
                  </p:nvSpPr>
                  <p:spPr>
                    <a:xfrm rot="16200000">
                      <a:off x="5480163" y="3364205"/>
                      <a:ext cx="648072" cy="492282"/>
                    </a:xfrm>
                    <a:prstGeom prst="rect">
                      <a:avLst/>
                    </a:prstGeom>
                    <a:blipFill rotWithShape="1">
                      <a:blip r:embed="rId9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3" name="椭圆 42"/>
              <p:cNvSpPr/>
              <p:nvPr>
                <p:custDataLst>
                  <p:tags r:id="rId54"/>
                </p:custDataLst>
              </p:nvPr>
            </p:nvSpPr>
            <p:spPr>
              <a:xfrm>
                <a:off x="8040216" y="1781200"/>
                <a:ext cx="72008" cy="72008"/>
              </a:xfrm>
              <a:prstGeom prst="ellipse">
                <a:avLst/>
              </a:prstGeom>
              <a:solidFill>
                <a:schemeClr val="dk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7" name="组合 46"/>
            <p:cNvGrpSpPr/>
            <p:nvPr>
              <p:custDataLst>
                <p:tags r:id="rId48"/>
              </p:custDataLst>
            </p:nvPr>
          </p:nvGrpSpPr>
          <p:grpSpPr>
            <a:xfrm rot="16200000">
              <a:off x="1671002" y="2035864"/>
              <a:ext cx="507794" cy="2075080"/>
              <a:chOff x="7604430" y="-221872"/>
              <a:chExt cx="507794" cy="2075080"/>
            </a:xfrm>
          </p:grpSpPr>
          <p:grpSp>
            <p:nvGrpSpPr>
              <p:cNvPr id="48" name="组合 47"/>
              <p:cNvGrpSpPr/>
              <p:nvPr>
                <p:custDataLst>
                  <p:tags r:id="rId49"/>
                </p:custDataLst>
              </p:nvPr>
            </p:nvGrpSpPr>
            <p:grpSpPr>
              <a:xfrm rot="10800000">
                <a:off x="7604430" y="-221872"/>
                <a:ext cx="492282" cy="2003072"/>
                <a:chOff x="5579591" y="1700808"/>
                <a:chExt cx="492282" cy="2003072"/>
              </a:xfrm>
            </p:grpSpPr>
            <p:cxnSp>
              <p:nvCxnSpPr>
                <p:cNvPr id="50" name="直线箭头连接符 55"/>
                <p:cNvCxnSpPr/>
                <p:nvPr>
                  <p:custDataLst>
                    <p:tags r:id="rId51"/>
                  </p:custDataLst>
                </p:nvPr>
              </p:nvCxnSpPr>
              <p:spPr>
                <a:xfrm rot="16200000" flipH="1">
                  <a:off x="4782462" y="2510291"/>
                  <a:ext cx="1618967" cy="0"/>
                </a:xfrm>
                <a:prstGeom prst="straightConnector1">
                  <a:avLst/>
                </a:prstGeom>
                <a:ln w="38100">
                  <a:solidFill>
                    <a:schemeClr val="dk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6" name="文本框 50"/>
                    <p:cNvSpPr txBox="1"/>
                    <p:nvPr>
                      <p:custDataLst>
                        <p:tags r:id="rId52"/>
                      </p:custDataLst>
                    </p:nvPr>
                  </p:nvSpPr>
                  <p:spPr>
                    <a:xfrm rot="16200000">
                      <a:off x="5501696" y="3133703"/>
                      <a:ext cx="648072" cy="4922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1795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795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kumimoji="1" lang="en-US" altLang="zh-CN" sz="1795" b="0" i="1" smtClean="0">
                                    <a:latin typeface="Cambria Math" panose="02040503050406030204" pitchFamily="18" charset="0"/>
                                  </a:rPr>
                                  <m:t>𝑁𝐵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1795"/>
                    </a:p>
                  </p:txBody>
                </p:sp>
              </mc:Choice>
  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  <p:sp>
                  <p:nvSpPr>
                    <p:cNvPr id="96" name="文本框 5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>
                      <p:custDataLst>
                        <p:tags r:id="rId94"/>
                      </p:custDataLst>
                    </p:nvPr>
                  </p:nvSpPr>
                  <p:spPr>
                    <a:xfrm rot="16200000">
                      <a:off x="5501696" y="3133703"/>
                      <a:ext cx="648072" cy="492282"/>
                    </a:xfrm>
                    <a:prstGeom prst="rect">
                      <a:avLst/>
                    </a:prstGeom>
                    <a:blipFill rotWithShape="1">
                      <a:blip r:embed="rId9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9" name="椭圆 48"/>
              <p:cNvSpPr/>
              <p:nvPr>
                <p:custDataLst>
                  <p:tags r:id="rId50"/>
                </p:custDataLst>
              </p:nvPr>
            </p:nvSpPr>
            <p:spPr>
              <a:xfrm>
                <a:off x="8040216" y="1781200"/>
                <a:ext cx="72008" cy="72008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本框 53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4194891" y="707574"/>
                <a:ext cx="2208778" cy="3556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795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𝑓𝐴</m:t>
                          </m:r>
                        </m:sub>
                      </m:sSub>
                      <m:r>
                        <a:rPr kumimoji="1" lang="en-US" altLang="zh-CN" sz="17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795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795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sz="1795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𝑓𝐵</m:t>
                          </m:r>
                        </m:sub>
                      </m:sSub>
                      <m:r>
                        <a:rPr kumimoji="1" lang="en-US" altLang="zh-CN" sz="1795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CN" sz="17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kumimoji="1" lang="zh-CN" altLang="en-US" sz="1795" i="1" dirty="0">
                  <a:solidFill>
                    <a:schemeClr val="tx1"/>
                  </a:solidFill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97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6"/>
                </p:custDataLst>
              </p:nvPr>
            </p:nvSpPr>
            <p:spPr>
              <a:xfrm>
                <a:off x="4194891" y="707574"/>
                <a:ext cx="2208778" cy="355600"/>
              </a:xfrm>
              <a:prstGeom prst="rect">
                <a:avLst/>
              </a:prstGeom>
              <a:blipFill rotWithShape="1">
                <a:blip r:embed="rId97"/>
                <a:stretch>
                  <a:fillRect l="-4" t="-52" r="15" b="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矩形 54"/>
          <p:cNvSpPr/>
          <p:nvPr>
            <p:custDataLst>
              <p:tags r:id="rId12"/>
            </p:custDataLst>
          </p:nvPr>
        </p:nvSpPr>
        <p:spPr>
          <a:xfrm>
            <a:off x="4899224" y="1865558"/>
            <a:ext cx="762171" cy="894036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56" name="组合 55"/>
          <p:cNvGrpSpPr/>
          <p:nvPr>
            <p:custDataLst>
              <p:tags r:id="rId13"/>
            </p:custDataLst>
          </p:nvPr>
        </p:nvGrpSpPr>
        <p:grpSpPr>
          <a:xfrm>
            <a:off x="5241417" y="2301720"/>
            <a:ext cx="407510" cy="1006628"/>
            <a:chOff x="5469461" y="1628800"/>
            <a:chExt cx="544692" cy="1345493"/>
          </a:xfrm>
        </p:grpSpPr>
        <p:grpSp>
          <p:nvGrpSpPr>
            <p:cNvPr id="57" name="组合 56"/>
            <p:cNvGrpSpPr/>
            <p:nvPr>
              <p:custDataLst>
                <p:tags r:id="rId43"/>
              </p:custDataLst>
            </p:nvPr>
          </p:nvGrpSpPr>
          <p:grpSpPr>
            <a:xfrm>
              <a:off x="5469461" y="1664804"/>
              <a:ext cx="544692" cy="1309489"/>
              <a:chOff x="5514260" y="1732620"/>
              <a:chExt cx="544692" cy="1309489"/>
            </a:xfrm>
          </p:grpSpPr>
          <p:cxnSp>
            <p:nvCxnSpPr>
              <p:cNvPr id="59" name="直线箭头连接符 17"/>
              <p:cNvCxnSpPr/>
              <p:nvPr>
                <p:custDataLst>
                  <p:tags r:id="rId45"/>
                </p:custDataLst>
              </p:nvPr>
            </p:nvCxnSpPr>
            <p:spPr>
              <a:xfrm flipH="1">
                <a:off x="5602249" y="1732620"/>
                <a:ext cx="0" cy="1021576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8" name="文本框 59"/>
                  <p:cNvSpPr txBox="1"/>
                  <p:nvPr>
                    <p:custDataLst>
                      <p:tags r:id="rId46"/>
                    </p:custDataLst>
                  </p:nvPr>
                </p:nvSpPr>
                <p:spPr>
                  <a:xfrm>
                    <a:off x="5514260" y="2549827"/>
                    <a:ext cx="54469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98" name="文本框 5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98"/>
                    </p:custDataLst>
                  </p:nvPr>
                </p:nvSpPr>
                <p:spPr>
                  <a:xfrm>
                    <a:off x="5514260" y="2549827"/>
                    <a:ext cx="544692" cy="492282"/>
                  </a:xfrm>
                  <a:prstGeom prst="rect">
                    <a:avLst/>
                  </a:prstGeom>
                  <a:blipFill rotWithShape="1">
                    <a:blip r:embed="rId9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8" name="椭圆 57"/>
            <p:cNvSpPr/>
            <p:nvPr>
              <p:custDataLst>
                <p:tags r:id="rId44"/>
              </p:custDataLst>
            </p:nvPr>
          </p:nvSpPr>
          <p:spPr>
            <a:xfrm>
              <a:off x="552144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1" name="组合 60"/>
          <p:cNvGrpSpPr/>
          <p:nvPr>
            <p:custDataLst>
              <p:tags r:id="rId14"/>
            </p:custDataLst>
          </p:nvPr>
        </p:nvGrpSpPr>
        <p:grpSpPr>
          <a:xfrm rot="10800000">
            <a:off x="5241417" y="1338079"/>
            <a:ext cx="484854" cy="1006178"/>
            <a:chOff x="4986986" y="1712645"/>
            <a:chExt cx="648072" cy="1344891"/>
          </a:xfrm>
        </p:grpSpPr>
        <p:cxnSp>
          <p:nvCxnSpPr>
            <p:cNvPr id="62" name="直线箭头连接符 65"/>
            <p:cNvCxnSpPr/>
            <p:nvPr>
              <p:custDataLst>
                <p:tags r:id="rId41"/>
              </p:custDataLst>
            </p:nvPr>
          </p:nvCxnSpPr>
          <p:spPr>
            <a:xfrm flipH="1">
              <a:off x="5559575" y="1712645"/>
              <a:ext cx="0" cy="100811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62"/>
                <p:cNvSpPr txBox="1"/>
                <p:nvPr>
                  <p:custDataLst>
                    <p:tags r:id="rId42"/>
                  </p:custDataLst>
                </p:nvPr>
              </p:nvSpPr>
              <p:spPr>
                <a:xfrm rot="10800000">
                  <a:off x="4986986" y="2586473"/>
                  <a:ext cx="648072" cy="4710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𝑓𝐴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>
                    <a:solidFill>
                      <a:srgbClr val="FF0000"/>
                    </a:solidFill>
                  </a:endParaRPr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99" name="文本框 62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00"/>
                  </p:custDataLst>
                </p:nvPr>
              </p:nvSpPr>
              <p:spPr>
                <a:xfrm rot="10800000">
                  <a:off x="4986986" y="2586473"/>
                  <a:ext cx="648072" cy="471063"/>
                </a:xfrm>
                <a:prstGeom prst="rect">
                  <a:avLst/>
                </a:prstGeom>
                <a:blipFill rotWithShape="1">
                  <a:blip r:embed="rId8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组合 65"/>
          <p:cNvGrpSpPr/>
          <p:nvPr>
            <p:custDataLst>
              <p:tags r:id="rId15"/>
            </p:custDataLst>
          </p:nvPr>
        </p:nvGrpSpPr>
        <p:grpSpPr>
          <a:xfrm>
            <a:off x="5302153" y="2327436"/>
            <a:ext cx="1659591" cy="368300"/>
            <a:chOff x="3126197" y="2971479"/>
            <a:chExt cx="2218265" cy="492282"/>
          </a:xfrm>
        </p:grpSpPr>
        <p:cxnSp>
          <p:nvCxnSpPr>
            <p:cNvPr id="64" name="直线箭头连接符 55"/>
            <p:cNvCxnSpPr/>
            <p:nvPr>
              <p:custDataLst>
                <p:tags r:id="rId39"/>
              </p:custDataLst>
            </p:nvPr>
          </p:nvCxnSpPr>
          <p:spPr>
            <a:xfrm>
              <a:off x="3126197" y="2990058"/>
              <a:ext cx="1700278" cy="0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文本框 64"/>
                <p:cNvSpPr txBox="1"/>
                <p:nvPr>
                  <p:custDataLst>
                    <p:tags r:id="rId40"/>
                  </p:custDataLst>
                </p:nvPr>
              </p:nvSpPr>
              <p:spPr>
                <a:xfrm flipH="1">
                  <a:off x="4696390" y="2971479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𝑁𝐴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00" name="文本框 64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01"/>
                  </p:custDataLst>
                </p:nvPr>
              </p:nvSpPr>
              <p:spPr>
                <a:xfrm flipH="1">
                  <a:off x="4696390" y="2971479"/>
                  <a:ext cx="648072" cy="492282"/>
                </a:xfrm>
                <a:prstGeom prst="rect">
                  <a:avLst/>
                </a:prstGeom>
                <a:blipFill rotWithShape="1">
                  <a:blip r:embed="rId10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7" name="组合 66"/>
          <p:cNvGrpSpPr/>
          <p:nvPr>
            <p:custDataLst>
              <p:tags r:id="rId16"/>
            </p:custDataLst>
          </p:nvPr>
        </p:nvGrpSpPr>
        <p:grpSpPr>
          <a:xfrm rot="16200000">
            <a:off x="4536744" y="1900716"/>
            <a:ext cx="372705" cy="1217016"/>
            <a:chOff x="7614054" y="226503"/>
            <a:chExt cx="498170" cy="1626705"/>
          </a:xfrm>
        </p:grpSpPr>
        <p:grpSp>
          <p:nvGrpSpPr>
            <p:cNvPr id="68" name="组合 67"/>
            <p:cNvGrpSpPr/>
            <p:nvPr>
              <p:custDataLst>
                <p:tags r:id="rId35"/>
              </p:custDataLst>
            </p:nvPr>
          </p:nvGrpSpPr>
          <p:grpSpPr>
            <a:xfrm rot="10800000">
              <a:off x="7614054" y="226503"/>
              <a:ext cx="492282" cy="1554697"/>
              <a:chOff x="5569967" y="1700808"/>
              <a:chExt cx="492282" cy="1554697"/>
            </a:xfrm>
          </p:grpSpPr>
          <p:cxnSp>
            <p:nvCxnSpPr>
              <p:cNvPr id="70" name="直线箭头连接符 55"/>
              <p:cNvCxnSpPr/>
              <p:nvPr>
                <p:custDataLst>
                  <p:tags r:id="rId37"/>
                </p:custDataLst>
              </p:nvPr>
            </p:nvCxnSpPr>
            <p:spPr>
              <a:xfrm rot="16200000" flipH="1">
                <a:off x="4814597" y="2478156"/>
                <a:ext cx="1554697" cy="0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文本框 70"/>
                  <p:cNvSpPr txBox="1"/>
                  <p:nvPr>
                    <p:custDataLst>
                      <p:tags r:id="rId38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𝑁𝐵𝐴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71" name="文本框 7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3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0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9" name="椭圆 68"/>
            <p:cNvSpPr/>
            <p:nvPr>
              <p:custDataLst>
                <p:tags r:id="rId36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4" name="矩形 73"/>
          <p:cNvSpPr/>
          <p:nvPr>
            <p:custDataLst>
              <p:tags r:id="rId17"/>
            </p:custDataLst>
          </p:nvPr>
        </p:nvSpPr>
        <p:spPr>
          <a:xfrm>
            <a:off x="6711352" y="3280386"/>
            <a:ext cx="762168" cy="894036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75" name="组合 74"/>
          <p:cNvGrpSpPr/>
          <p:nvPr>
            <p:custDataLst>
              <p:tags r:id="rId18"/>
            </p:custDataLst>
          </p:nvPr>
        </p:nvGrpSpPr>
        <p:grpSpPr>
          <a:xfrm>
            <a:off x="7017304" y="3727844"/>
            <a:ext cx="407510" cy="1006628"/>
            <a:chOff x="5469461" y="1628800"/>
            <a:chExt cx="544692" cy="1345493"/>
          </a:xfrm>
        </p:grpSpPr>
        <p:grpSp>
          <p:nvGrpSpPr>
            <p:cNvPr id="76" name="组合 75"/>
            <p:cNvGrpSpPr/>
            <p:nvPr>
              <p:custDataLst>
                <p:tags r:id="rId31"/>
              </p:custDataLst>
            </p:nvPr>
          </p:nvGrpSpPr>
          <p:grpSpPr>
            <a:xfrm>
              <a:off x="5469461" y="1664804"/>
              <a:ext cx="544692" cy="1309489"/>
              <a:chOff x="5514260" y="1732620"/>
              <a:chExt cx="544692" cy="1309489"/>
            </a:xfrm>
          </p:grpSpPr>
          <p:cxnSp>
            <p:nvCxnSpPr>
              <p:cNvPr id="78" name="直线箭头连接符 17"/>
              <p:cNvCxnSpPr/>
              <p:nvPr>
                <p:custDataLst>
                  <p:tags r:id="rId33"/>
                </p:custDataLst>
              </p:nvPr>
            </p:nvCxnSpPr>
            <p:spPr>
              <a:xfrm flipH="1">
                <a:off x="5602249" y="1732620"/>
                <a:ext cx="0" cy="1021576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2" name="文本框 78"/>
                  <p:cNvSpPr txBox="1"/>
                  <p:nvPr>
                    <p:custDataLst>
                      <p:tags r:id="rId34"/>
                    </p:custDataLst>
                  </p:nvPr>
                </p:nvSpPr>
                <p:spPr>
                  <a:xfrm>
                    <a:off x="5514260" y="2549827"/>
                    <a:ext cx="54469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2" name="文本框 7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5"/>
                    </p:custDataLst>
                  </p:nvPr>
                </p:nvSpPr>
                <p:spPr>
                  <a:xfrm>
                    <a:off x="5514260" y="2549827"/>
                    <a:ext cx="544692" cy="492282"/>
                  </a:xfrm>
                  <a:prstGeom prst="rect">
                    <a:avLst/>
                  </a:prstGeom>
                  <a:blipFill rotWithShape="1">
                    <a:blip r:embed="rId9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7" name="椭圆 76"/>
            <p:cNvSpPr/>
            <p:nvPr>
              <p:custDataLst>
                <p:tags r:id="rId32"/>
              </p:custDataLst>
            </p:nvPr>
          </p:nvSpPr>
          <p:spPr>
            <a:xfrm>
              <a:off x="552144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0" name="组合 79"/>
          <p:cNvGrpSpPr/>
          <p:nvPr>
            <p:custDataLst>
              <p:tags r:id="rId19"/>
            </p:custDataLst>
          </p:nvPr>
        </p:nvGrpSpPr>
        <p:grpSpPr>
          <a:xfrm rot="10800000">
            <a:off x="7017304" y="2764203"/>
            <a:ext cx="484854" cy="1006178"/>
            <a:chOff x="4986986" y="1712645"/>
            <a:chExt cx="648072" cy="1344891"/>
          </a:xfrm>
        </p:grpSpPr>
        <p:cxnSp>
          <p:nvCxnSpPr>
            <p:cNvPr id="81" name="直线箭头连接符 65"/>
            <p:cNvCxnSpPr/>
            <p:nvPr>
              <p:custDataLst>
                <p:tags r:id="rId29"/>
              </p:custDataLst>
            </p:nvPr>
          </p:nvCxnSpPr>
          <p:spPr>
            <a:xfrm flipH="1">
              <a:off x="5559575" y="1712645"/>
              <a:ext cx="0" cy="100811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81"/>
                <p:cNvSpPr txBox="1"/>
                <p:nvPr>
                  <p:custDataLst>
                    <p:tags r:id="rId30"/>
                  </p:custDataLst>
                </p:nvPr>
              </p:nvSpPr>
              <p:spPr>
                <a:xfrm rot="10800000">
                  <a:off x="4986986" y="2586473"/>
                  <a:ext cx="648072" cy="4710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𝑓𝐵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>
                    <a:solidFill>
                      <a:srgbClr val="FF0000"/>
                    </a:solidFill>
                  </a:endParaRPr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03" name="文本框 8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06"/>
                  </p:custDataLst>
                </p:nvPr>
              </p:nvSpPr>
              <p:spPr>
                <a:xfrm rot="10800000">
                  <a:off x="4986986" y="2586473"/>
                  <a:ext cx="648072" cy="471063"/>
                </a:xfrm>
                <a:prstGeom prst="rect">
                  <a:avLst/>
                </a:prstGeom>
                <a:blipFill rotWithShape="1">
                  <a:blip r:embed="rId9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3" name="组合 82"/>
          <p:cNvGrpSpPr/>
          <p:nvPr>
            <p:custDataLst>
              <p:tags r:id="rId20"/>
            </p:custDataLst>
          </p:nvPr>
        </p:nvGrpSpPr>
        <p:grpSpPr>
          <a:xfrm>
            <a:off x="7078040" y="3753559"/>
            <a:ext cx="1659591" cy="368300"/>
            <a:chOff x="3126197" y="2971479"/>
            <a:chExt cx="2218265" cy="492282"/>
          </a:xfrm>
        </p:grpSpPr>
        <p:cxnSp>
          <p:nvCxnSpPr>
            <p:cNvPr id="84" name="直线箭头连接符 55"/>
            <p:cNvCxnSpPr/>
            <p:nvPr>
              <p:custDataLst>
                <p:tags r:id="rId27"/>
              </p:custDataLst>
            </p:nvPr>
          </p:nvCxnSpPr>
          <p:spPr>
            <a:xfrm>
              <a:off x="3126197" y="2990058"/>
              <a:ext cx="1700278" cy="0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文本框 84"/>
                <p:cNvSpPr txBox="1"/>
                <p:nvPr>
                  <p:custDataLst>
                    <p:tags r:id="rId28"/>
                  </p:custDataLst>
                </p:nvPr>
              </p:nvSpPr>
              <p:spPr>
                <a:xfrm flipH="1">
                  <a:off x="4696390" y="2971479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𝑁𝐴𝐵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04" name="文本框 84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07"/>
                  </p:custDataLst>
                </p:nvPr>
              </p:nvSpPr>
              <p:spPr>
                <a:xfrm flipH="1">
                  <a:off x="4696390" y="2971479"/>
                  <a:ext cx="648072" cy="492282"/>
                </a:xfrm>
                <a:prstGeom prst="rect">
                  <a:avLst/>
                </a:prstGeom>
                <a:blipFill rotWithShape="1">
                  <a:blip r:embed="rId10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6" name="组合 85"/>
          <p:cNvGrpSpPr/>
          <p:nvPr>
            <p:custDataLst>
              <p:tags r:id="rId21"/>
            </p:custDataLst>
          </p:nvPr>
        </p:nvGrpSpPr>
        <p:grpSpPr>
          <a:xfrm rot="16200000">
            <a:off x="6312631" y="3326840"/>
            <a:ext cx="372705" cy="1217016"/>
            <a:chOff x="7614054" y="226503"/>
            <a:chExt cx="498170" cy="1626705"/>
          </a:xfrm>
        </p:grpSpPr>
        <p:grpSp>
          <p:nvGrpSpPr>
            <p:cNvPr id="87" name="组合 86"/>
            <p:cNvGrpSpPr/>
            <p:nvPr>
              <p:custDataLst>
                <p:tags r:id="rId23"/>
              </p:custDataLst>
            </p:nvPr>
          </p:nvGrpSpPr>
          <p:grpSpPr>
            <a:xfrm rot="10800000">
              <a:off x="7614054" y="226503"/>
              <a:ext cx="492282" cy="1554697"/>
              <a:chOff x="5569967" y="1700808"/>
              <a:chExt cx="492282" cy="1554697"/>
            </a:xfrm>
          </p:grpSpPr>
          <p:cxnSp>
            <p:nvCxnSpPr>
              <p:cNvPr id="89" name="直线箭头连接符 55"/>
              <p:cNvCxnSpPr/>
              <p:nvPr>
                <p:custDataLst>
                  <p:tags r:id="rId25"/>
                </p:custDataLst>
              </p:nvPr>
            </p:nvCxnSpPr>
            <p:spPr>
              <a:xfrm rot="16200000" flipH="1">
                <a:off x="4814597" y="2478156"/>
                <a:ext cx="1554697" cy="0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文本框 89"/>
                  <p:cNvSpPr txBox="1"/>
                  <p:nvPr>
                    <p:custDataLst>
                      <p:tags r:id="rId26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05" name="文本框 8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09"/>
                    </p:custDataLst>
                  </p:nvPr>
                </p:nvSpPr>
                <p:spPr>
                  <a:xfrm rot="16200000">
                    <a:off x="5492072" y="2526903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8" name="椭圆 87"/>
            <p:cNvSpPr/>
            <p:nvPr>
              <p:custDataLst>
                <p:tags r:id="rId24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Rectangle 14"/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>
            <a:off x="929005" y="346075"/>
            <a:ext cx="102933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情景</a:t>
            </a:r>
            <a:r>
              <a:rPr kumimoji="0" lang="en-US" altLang="zh-CN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35175CC7-059E-EA4F-EBA2-070EC6848DE5}"/>
              </a:ext>
            </a:extLst>
          </p:cNvPr>
          <p:cNvSpPr txBox="1"/>
          <p:nvPr/>
        </p:nvSpPr>
        <p:spPr>
          <a:xfrm>
            <a:off x="1782455" y="1947889"/>
            <a:ext cx="1367474" cy="369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    B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2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50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1420483" y="929383"/>
                <a:ext cx="2208778" cy="605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795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𝑓𝐴</m:t>
                          </m:r>
                        </m:sub>
                      </m:sSub>
                      <m:r>
                        <a:rPr kumimoji="1" lang="en-US" altLang="zh-CN" sz="17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𝑓𝐶</m:t>
                          </m:r>
                        </m:sub>
                      </m:sSub>
                      <m:r>
                        <a:rPr kumimoji="1" lang="en-US" altLang="zh-CN" sz="17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CN" sz="17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kumimoji="1" lang="zh-CN" altLang="en-US" sz="1795" i="1" dirty="0">
                  <a:solidFill>
                    <a:schemeClr val="tx1"/>
                  </a:solidFill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31" name="文本框 5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6"/>
                </p:custDataLst>
              </p:nvPr>
            </p:nvSpPr>
            <p:spPr>
              <a:xfrm>
                <a:off x="1420483" y="929383"/>
                <a:ext cx="2208778" cy="605155"/>
              </a:xfrm>
              <a:prstGeom prst="rect">
                <a:avLst/>
              </a:prstGeom>
              <a:blipFill rotWithShape="1">
                <a:blip r:embed="rId117"/>
                <a:stretch>
                  <a:fillRect l="-28" t="-62" r="11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矩形 46"/>
          <p:cNvSpPr/>
          <p:nvPr>
            <p:custDataLst>
              <p:tags r:id="rId3"/>
            </p:custDataLst>
          </p:nvPr>
        </p:nvSpPr>
        <p:spPr>
          <a:xfrm>
            <a:off x="2943370" y="1947567"/>
            <a:ext cx="762168" cy="894036"/>
          </a:xfrm>
          <a:prstGeom prst="rect">
            <a:avLst/>
          </a:prstGeom>
          <a:solidFill>
            <a:srgbClr val="92D05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grpSp>
        <p:nvGrpSpPr>
          <p:cNvPr id="2" name="组合 1"/>
          <p:cNvGrpSpPr/>
          <p:nvPr>
            <p:custDataLst>
              <p:tags r:id="rId4"/>
            </p:custDataLst>
          </p:nvPr>
        </p:nvGrpSpPr>
        <p:grpSpPr>
          <a:xfrm rot="5400000">
            <a:off x="388920" y="2343849"/>
            <a:ext cx="1939415" cy="101473"/>
            <a:chOff x="1415480" y="4149080"/>
            <a:chExt cx="2592288" cy="135632"/>
          </a:xfrm>
        </p:grpSpPr>
        <p:cxnSp>
          <p:nvCxnSpPr>
            <p:cNvPr id="3" name="直线连接符 2"/>
            <p:cNvCxnSpPr/>
            <p:nvPr>
              <p:custDataLst>
                <p:tags r:id="rId106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直线连接符 3"/>
            <p:cNvCxnSpPr/>
            <p:nvPr>
              <p:custDataLst>
                <p:tags r:id="rId107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线连接符 4"/>
            <p:cNvCxnSpPr/>
            <p:nvPr>
              <p:custDataLst>
                <p:tags r:id="rId108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线连接符 5"/>
            <p:cNvCxnSpPr/>
            <p:nvPr>
              <p:custDataLst>
                <p:tags r:id="rId109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线连接符 6"/>
            <p:cNvCxnSpPr/>
            <p:nvPr>
              <p:custDataLst>
                <p:tags r:id="rId110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>
              <p:custDataLst>
                <p:tags r:id="rId111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线连接符 8"/>
            <p:cNvCxnSpPr/>
            <p:nvPr>
              <p:custDataLst>
                <p:tags r:id="rId112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线连接符 9"/>
            <p:cNvCxnSpPr/>
            <p:nvPr>
              <p:custDataLst>
                <p:tags r:id="rId113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直线连接符 10"/>
            <p:cNvCxnSpPr/>
            <p:nvPr>
              <p:custDataLst>
                <p:tags r:id="rId114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>
            <p:custDataLst>
              <p:tags r:id="rId5"/>
            </p:custDataLst>
          </p:nvPr>
        </p:nvGrpSpPr>
        <p:grpSpPr>
          <a:xfrm rot="5400000" flipH="1" flipV="1">
            <a:off x="2797099" y="2333512"/>
            <a:ext cx="1939415" cy="101473"/>
            <a:chOff x="1415480" y="4149080"/>
            <a:chExt cx="2592288" cy="135632"/>
          </a:xfrm>
        </p:grpSpPr>
        <p:cxnSp>
          <p:nvCxnSpPr>
            <p:cNvPr id="13" name="直线连接符 2"/>
            <p:cNvCxnSpPr/>
            <p:nvPr>
              <p:custDataLst>
                <p:tags r:id="rId97"/>
              </p:custDataLst>
            </p:nvPr>
          </p:nvCxnSpPr>
          <p:spPr>
            <a:xfrm>
              <a:off x="1415480" y="4149080"/>
              <a:ext cx="2592288" cy="0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直线连接符 3"/>
            <p:cNvCxnSpPr/>
            <p:nvPr>
              <p:custDataLst>
                <p:tags r:id="rId98"/>
              </p:custDataLst>
            </p:nvPr>
          </p:nvCxnSpPr>
          <p:spPr>
            <a:xfrm flipH="1">
              <a:off x="141862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直线连接符 4"/>
            <p:cNvCxnSpPr/>
            <p:nvPr>
              <p:custDataLst>
                <p:tags r:id="rId99"/>
              </p:custDataLst>
            </p:nvPr>
          </p:nvCxnSpPr>
          <p:spPr>
            <a:xfrm flipH="1">
              <a:off x="1753865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直线连接符 5"/>
            <p:cNvCxnSpPr/>
            <p:nvPr>
              <p:custDataLst>
                <p:tags r:id="rId100"/>
              </p:custDataLst>
            </p:nvPr>
          </p:nvCxnSpPr>
          <p:spPr>
            <a:xfrm flipH="1">
              <a:off x="2083346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直线连接符 6"/>
            <p:cNvCxnSpPr/>
            <p:nvPr>
              <p:custDataLst>
                <p:tags r:id="rId101"/>
              </p:custDataLst>
            </p:nvPr>
          </p:nvCxnSpPr>
          <p:spPr>
            <a:xfrm flipH="1">
              <a:off x="2418583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线连接符 7"/>
            <p:cNvCxnSpPr/>
            <p:nvPr>
              <p:custDataLst>
                <p:tags r:id="rId102"/>
              </p:custDataLst>
            </p:nvPr>
          </p:nvCxnSpPr>
          <p:spPr>
            <a:xfrm flipH="1">
              <a:off x="2748370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线连接符 8"/>
            <p:cNvCxnSpPr/>
            <p:nvPr>
              <p:custDataLst>
                <p:tags r:id="rId103"/>
              </p:custDataLst>
            </p:nvPr>
          </p:nvCxnSpPr>
          <p:spPr>
            <a:xfrm flipH="1">
              <a:off x="3083607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线连接符 9"/>
            <p:cNvCxnSpPr/>
            <p:nvPr>
              <p:custDataLst>
                <p:tags r:id="rId104"/>
              </p:custDataLst>
            </p:nvPr>
          </p:nvCxnSpPr>
          <p:spPr>
            <a:xfrm flipH="1">
              <a:off x="3426671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线连接符 10"/>
            <p:cNvCxnSpPr/>
            <p:nvPr>
              <p:custDataLst>
                <p:tags r:id="rId105"/>
              </p:custDataLst>
            </p:nvPr>
          </p:nvCxnSpPr>
          <p:spPr>
            <a:xfrm flipH="1">
              <a:off x="3761908" y="4149080"/>
              <a:ext cx="193621" cy="135632"/>
            </a:xfrm>
            <a:prstGeom prst="line">
              <a:avLst/>
            </a:prstGeom>
            <a:ln w="19050">
              <a:solidFill>
                <a:schemeClr val="dk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1419029" y="1949923"/>
            <a:ext cx="762171" cy="894036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sp>
        <p:nvSpPr>
          <p:cNvPr id="23" name="矩形 22"/>
          <p:cNvSpPr/>
          <p:nvPr>
            <p:custDataLst>
              <p:tags r:id="rId7"/>
            </p:custDataLst>
          </p:nvPr>
        </p:nvSpPr>
        <p:spPr>
          <a:xfrm>
            <a:off x="2181199" y="1949922"/>
            <a:ext cx="762168" cy="894036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24" name="组合 23"/>
          <p:cNvGrpSpPr/>
          <p:nvPr>
            <p:custDataLst>
              <p:tags r:id="rId8"/>
            </p:custDataLst>
          </p:nvPr>
        </p:nvGrpSpPr>
        <p:grpSpPr>
          <a:xfrm>
            <a:off x="2508329" y="2337218"/>
            <a:ext cx="507779" cy="1375501"/>
            <a:chOff x="5521446" y="1628800"/>
            <a:chExt cx="678715" cy="1838541"/>
          </a:xfrm>
        </p:grpSpPr>
        <p:grpSp>
          <p:nvGrpSpPr>
            <p:cNvPr id="25" name="组合 24"/>
            <p:cNvGrpSpPr/>
            <p:nvPr>
              <p:custDataLst>
                <p:tags r:id="rId93"/>
              </p:custDataLst>
            </p:nvPr>
          </p:nvGrpSpPr>
          <p:grpSpPr>
            <a:xfrm>
              <a:off x="5557450" y="1664804"/>
              <a:ext cx="642711" cy="1802537"/>
              <a:chOff x="5602249" y="1732620"/>
              <a:chExt cx="642711" cy="1802537"/>
            </a:xfrm>
          </p:grpSpPr>
          <p:cxnSp>
            <p:nvCxnSpPr>
              <p:cNvPr id="27" name="直线箭头连接符 17"/>
              <p:cNvCxnSpPr/>
              <p:nvPr>
                <p:custDataLst>
                  <p:tags r:id="rId95"/>
                </p:custDataLst>
              </p:nvPr>
            </p:nvCxnSpPr>
            <p:spPr>
              <a:xfrm flipH="1">
                <a:off x="5602249" y="1732620"/>
                <a:ext cx="0" cy="1666914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2" name="文本框 27"/>
                  <p:cNvSpPr txBox="1"/>
                  <p:nvPr>
                    <p:custDataLst>
                      <p:tags r:id="rId96"/>
                    </p:custDataLst>
                  </p:nvPr>
                </p:nvSpPr>
                <p:spPr>
                  <a:xfrm>
                    <a:off x="5700268" y="3042875"/>
                    <a:ext cx="54469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kumimoji="1" lang="en-US" altLang="zh-CN" sz="1795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32" name="文本框 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18"/>
                    </p:custDataLst>
                  </p:nvPr>
                </p:nvSpPr>
                <p:spPr>
                  <a:xfrm>
                    <a:off x="5700268" y="3042875"/>
                    <a:ext cx="544692" cy="492282"/>
                  </a:xfrm>
                  <a:prstGeom prst="rect">
                    <a:avLst/>
                  </a:prstGeom>
                  <a:blipFill rotWithShape="1">
                    <a:blip r:embed="rId1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6" name="椭圆 25"/>
            <p:cNvSpPr/>
            <p:nvPr>
              <p:custDataLst>
                <p:tags r:id="rId94"/>
              </p:custDataLst>
            </p:nvPr>
          </p:nvSpPr>
          <p:spPr>
            <a:xfrm>
              <a:off x="552144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28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1190310" y="3835498"/>
                <a:ext cx="2558744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795">
                    <a:latin typeface="楷体" panose="02010609060101010101" charset="-122"/>
                    <a:ea typeface="楷体" panose="02010609060101010101" charset="-122"/>
                  </a:rPr>
                  <a:t>A</a:t>
                </a:r>
                <a:r>
                  <a:rPr kumimoji="1" lang="zh-CN" altLang="en-US" sz="1795">
                    <a:latin typeface="楷体" panose="02010609060101010101" charset="-122"/>
                    <a:ea typeface="楷体" panose="02010609060101010101" charset="-122"/>
                  </a:rPr>
                  <a:t>、</a:t>
                </a:r>
                <a:r>
                  <a:rPr kumimoji="1" lang="en-US" altLang="zh-CN" sz="1795">
                    <a:latin typeface="楷体" panose="02010609060101010101" charset="-122"/>
                    <a:ea typeface="楷体" panose="02010609060101010101" charset="-122"/>
                  </a:rPr>
                  <a:t>B</a:t>
                </a:r>
                <a:r>
                  <a:rPr kumimoji="1" lang="zh-CN" altLang="en-US" sz="1795">
                    <a:latin typeface="楷体" panose="02010609060101010101" charset="-122"/>
                    <a:ea typeface="楷体" panose="02010609060101010101" charset="-122"/>
                  </a:rPr>
                  <a:t>、</a:t>
                </a:r>
                <a:r>
                  <a:rPr kumimoji="1" lang="en-US" altLang="zh-CN" sz="1795">
                    <a:latin typeface="楷体" panose="02010609060101010101" charset="-122"/>
                    <a:ea typeface="楷体" panose="02010609060101010101" charset="-122"/>
                  </a:rPr>
                  <a:t>C</a:t>
                </a:r>
                <a:r>
                  <a:rPr kumimoji="1" lang="zh-CN" altLang="en-US" sz="1795">
                    <a:latin typeface="楷体" panose="02010609060101010101" charset="-122"/>
                    <a:ea typeface="楷体" panose="02010609060101010101" charset="-122"/>
                  </a:rPr>
                  <a:t>静止</a:t>
                </a:r>
                <a:endParaRPr kumimoji="1" lang="en-US" altLang="zh-CN" sz="1795">
                  <a:latin typeface="楷体" panose="02010609060101010101" charset="-122"/>
                  <a:ea typeface="楷体" panose="02010609060101010101" charset="-122"/>
                </a:endParaRPr>
              </a:p>
              <a:p>
                <a:pPr algn="ctr"/>
                <a:r>
                  <a:rPr kumimoji="1" lang="zh-CN" altLang="en-US" sz="1795">
                    <a:latin typeface="楷体" panose="02010609060101010101" charset="-122"/>
                    <a:ea typeface="楷体" panose="02010609060101010101" charset="-122"/>
                  </a:rPr>
                  <a:t>（</a:t>
                </a:r>
                <a:r>
                  <a:rPr kumimoji="1" lang="en-US" altLang="zh-CN" sz="1795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795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kumimoji="1" lang="en-US" altLang="zh-CN" sz="1795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kumimoji="1" lang="en-US" altLang="zh-CN" sz="1795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CN" sz="1795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CN" sz="1795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kumimoji="1" lang="en-US" altLang="zh-CN" sz="1795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kumimoji="1" lang="en-US" altLang="zh-CN" sz="1795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CN" sz="1795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kumimoji="1" lang="en-US" altLang="zh-CN" sz="1795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1795">
                    <a:latin typeface="楷体" panose="02010609060101010101" charset="-122"/>
                    <a:ea typeface="楷体" panose="02010609060101010101" charset="-122"/>
                  </a:rPr>
                  <a:t>）</a:t>
                </a: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33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0"/>
                </p:custDataLst>
              </p:nvPr>
            </p:nvSpPr>
            <p:spPr>
              <a:xfrm>
                <a:off x="1190310" y="3835498"/>
                <a:ext cx="2558744" cy="645160"/>
              </a:xfrm>
              <a:prstGeom prst="rect">
                <a:avLst/>
              </a:prstGeom>
              <a:blipFill rotWithShape="1">
                <a:blip r:embed="rId121"/>
                <a:stretch>
                  <a:fillRect l="-13" t="-15" r="1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组合 29"/>
          <p:cNvGrpSpPr/>
          <p:nvPr>
            <p:custDataLst>
              <p:tags r:id="rId10"/>
            </p:custDataLst>
          </p:nvPr>
        </p:nvGrpSpPr>
        <p:grpSpPr>
          <a:xfrm rot="10800000">
            <a:off x="1358628" y="1344973"/>
            <a:ext cx="484854" cy="1006178"/>
            <a:chOff x="4986986" y="1712645"/>
            <a:chExt cx="648072" cy="1344891"/>
          </a:xfrm>
        </p:grpSpPr>
        <p:cxnSp>
          <p:nvCxnSpPr>
            <p:cNvPr id="31" name="直线箭头连接符 65"/>
            <p:cNvCxnSpPr/>
            <p:nvPr>
              <p:custDataLst>
                <p:tags r:id="rId91"/>
              </p:custDataLst>
            </p:nvPr>
          </p:nvCxnSpPr>
          <p:spPr>
            <a:xfrm flipH="1">
              <a:off x="5559575" y="1712645"/>
              <a:ext cx="0" cy="100811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文本框 31"/>
                <p:cNvSpPr txBox="1"/>
                <p:nvPr>
                  <p:custDataLst>
                    <p:tags r:id="rId92"/>
                  </p:custDataLst>
                </p:nvPr>
              </p:nvSpPr>
              <p:spPr>
                <a:xfrm rot="10800000">
                  <a:off x="4986986" y="2586473"/>
                  <a:ext cx="648072" cy="4710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𝑓𝐴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>
                    <a:solidFill>
                      <a:srgbClr val="FF0000"/>
                    </a:solidFill>
                  </a:endParaRPr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34" name="文本框 3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22"/>
                  </p:custDataLst>
                </p:nvPr>
              </p:nvSpPr>
              <p:spPr>
                <a:xfrm rot="10800000">
                  <a:off x="4986986" y="2586473"/>
                  <a:ext cx="648072" cy="471063"/>
                </a:xfrm>
                <a:prstGeom prst="rect">
                  <a:avLst/>
                </a:prstGeom>
                <a:blipFill rotWithShape="1">
                  <a:blip r:embed="rId1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组合 32"/>
          <p:cNvGrpSpPr/>
          <p:nvPr>
            <p:custDataLst>
              <p:tags r:id="rId11"/>
            </p:custDataLst>
          </p:nvPr>
        </p:nvGrpSpPr>
        <p:grpSpPr>
          <a:xfrm rot="10800000">
            <a:off x="3274749" y="1268997"/>
            <a:ext cx="484854" cy="1074943"/>
            <a:chOff x="5524034" y="1700808"/>
            <a:chExt cx="648072" cy="1436805"/>
          </a:xfrm>
        </p:grpSpPr>
        <p:cxnSp>
          <p:nvCxnSpPr>
            <p:cNvPr id="34" name="直线箭头连接符 65"/>
            <p:cNvCxnSpPr/>
            <p:nvPr>
              <p:custDataLst>
                <p:tags r:id="rId89"/>
              </p:custDataLst>
            </p:nvPr>
          </p:nvCxnSpPr>
          <p:spPr>
            <a:xfrm flipH="1">
              <a:off x="5591944" y="1700808"/>
              <a:ext cx="0" cy="100811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5" name="文本框 34"/>
                <p:cNvSpPr txBox="1"/>
                <p:nvPr>
                  <p:custDataLst>
                    <p:tags r:id="rId90"/>
                  </p:custDataLst>
                </p:nvPr>
              </p:nvSpPr>
              <p:spPr>
                <a:xfrm rot="10800000">
                  <a:off x="5524034" y="2666550"/>
                  <a:ext cx="648072" cy="4710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𝑓𝐶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>
                    <a:solidFill>
                      <a:srgbClr val="FF0000"/>
                    </a:solidFill>
                  </a:endParaRPr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35" name="文本框 34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24"/>
                  </p:custDataLst>
                </p:nvPr>
              </p:nvSpPr>
              <p:spPr>
                <a:xfrm rot="10800000">
                  <a:off x="5524034" y="2666550"/>
                  <a:ext cx="648072" cy="471063"/>
                </a:xfrm>
                <a:prstGeom prst="rect">
                  <a:avLst/>
                </a:prstGeom>
                <a:blipFill rotWithShape="1">
                  <a:blip r:embed="rId1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组合 35"/>
          <p:cNvGrpSpPr/>
          <p:nvPr>
            <p:custDataLst>
              <p:tags r:id="rId12"/>
            </p:custDataLst>
          </p:nvPr>
        </p:nvGrpSpPr>
        <p:grpSpPr>
          <a:xfrm>
            <a:off x="1464232" y="2335603"/>
            <a:ext cx="2296275" cy="391052"/>
            <a:chOff x="1501429" y="2809791"/>
            <a:chExt cx="3069279" cy="522693"/>
          </a:xfrm>
        </p:grpSpPr>
        <p:grpSp>
          <p:nvGrpSpPr>
            <p:cNvPr id="37" name="组合 36"/>
            <p:cNvGrpSpPr/>
            <p:nvPr>
              <p:custDataLst>
                <p:tags r:id="rId79"/>
              </p:custDataLst>
            </p:nvPr>
          </p:nvGrpSpPr>
          <p:grpSpPr>
            <a:xfrm rot="5400000" flipH="1">
              <a:off x="3474902" y="2236678"/>
              <a:ext cx="522693" cy="1668920"/>
              <a:chOff x="7589531" y="184288"/>
              <a:chExt cx="522693" cy="1668920"/>
            </a:xfrm>
          </p:grpSpPr>
          <p:grpSp>
            <p:nvGrpSpPr>
              <p:cNvPr id="43" name="组合 42"/>
              <p:cNvGrpSpPr/>
              <p:nvPr>
                <p:custDataLst>
                  <p:tags r:id="rId85"/>
                </p:custDataLst>
              </p:nvPr>
            </p:nvGrpSpPr>
            <p:grpSpPr>
              <a:xfrm rot="10800000">
                <a:off x="7589531" y="184288"/>
                <a:ext cx="494826" cy="1596911"/>
                <a:chOff x="5591946" y="1700809"/>
                <a:chExt cx="494826" cy="1596911"/>
              </a:xfrm>
            </p:grpSpPr>
            <p:cxnSp>
              <p:nvCxnSpPr>
                <p:cNvPr id="45" name="直线箭头连接符 55"/>
                <p:cNvCxnSpPr/>
                <p:nvPr>
                  <p:custDataLst>
                    <p:tags r:id="rId87"/>
                  </p:custDataLst>
                </p:nvPr>
              </p:nvCxnSpPr>
              <p:spPr>
                <a:xfrm rot="16200000" flipH="1">
                  <a:off x="5018274" y="2274481"/>
                  <a:ext cx="1147344" cy="0"/>
                </a:xfrm>
                <a:prstGeom prst="straightConnector1">
                  <a:avLst/>
                </a:prstGeom>
                <a:ln w="38100">
                  <a:solidFill>
                    <a:schemeClr val="dk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6" name="文本框 45"/>
                    <p:cNvSpPr txBox="1"/>
                    <p:nvPr>
                      <p:custDataLst>
                        <p:tags r:id="rId88"/>
                      </p:custDataLst>
                    </p:nvPr>
                  </p:nvSpPr>
                  <p:spPr>
                    <a:xfrm rot="16200000">
                      <a:off x="5516595" y="2727543"/>
                      <a:ext cx="648072" cy="4922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1795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795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kumimoji="1" lang="en-US" altLang="zh-CN" sz="1795" b="0" i="1" smtClean="0">
                                    <a:latin typeface="Cambria Math" panose="02040503050406030204" pitchFamily="18" charset="0"/>
                                  </a:rPr>
                                  <m:t>𝑁𝐴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1795"/>
                    </a:p>
                  </p:txBody>
                </p:sp>
              </mc:Choice>
  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  <p:sp>
                  <p:nvSpPr>
                    <p:cNvPr id="136" name="文本框 4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>
                      <p:custDataLst>
                        <p:tags r:id="rId126"/>
                      </p:custDataLst>
                    </p:nvPr>
                  </p:nvSpPr>
                  <p:spPr>
                    <a:xfrm rot="16200000">
                      <a:off x="5516595" y="2727543"/>
                      <a:ext cx="648072" cy="492282"/>
                    </a:xfrm>
                    <a:prstGeom prst="rect">
                      <a:avLst/>
                    </a:prstGeom>
                    <a:blipFill rotWithShape="1">
                      <a:blip r:embed="rId1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4" name="椭圆 43"/>
              <p:cNvSpPr/>
              <p:nvPr>
                <p:custDataLst>
                  <p:tags r:id="rId86"/>
                </p:custDataLst>
              </p:nvPr>
            </p:nvSpPr>
            <p:spPr>
              <a:xfrm>
                <a:off x="8040216" y="1781200"/>
                <a:ext cx="72008" cy="72008"/>
              </a:xfrm>
              <a:prstGeom prst="ellipse">
                <a:avLst/>
              </a:prstGeom>
              <a:solidFill>
                <a:schemeClr val="dk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38" name="组合 37"/>
            <p:cNvGrpSpPr/>
            <p:nvPr>
              <p:custDataLst>
                <p:tags r:id="rId80"/>
              </p:custDataLst>
            </p:nvPr>
          </p:nvGrpSpPr>
          <p:grpSpPr>
            <a:xfrm rot="16200000">
              <a:off x="1985793" y="2330901"/>
              <a:ext cx="492282" cy="1461010"/>
              <a:chOff x="7624184" y="392198"/>
              <a:chExt cx="492282" cy="1461010"/>
            </a:xfrm>
          </p:grpSpPr>
          <p:grpSp>
            <p:nvGrpSpPr>
              <p:cNvPr id="39" name="组合 38"/>
              <p:cNvGrpSpPr/>
              <p:nvPr>
                <p:custDataLst>
                  <p:tags r:id="rId81"/>
                </p:custDataLst>
              </p:nvPr>
            </p:nvGrpSpPr>
            <p:grpSpPr>
              <a:xfrm rot="10800000">
                <a:off x="7624184" y="392198"/>
                <a:ext cx="492282" cy="1389004"/>
                <a:chOff x="5559837" y="1700806"/>
                <a:chExt cx="492282" cy="1389004"/>
              </a:xfrm>
            </p:grpSpPr>
            <p:cxnSp>
              <p:nvCxnSpPr>
                <p:cNvPr id="41" name="直线箭头连接符 55"/>
                <p:cNvCxnSpPr/>
                <p:nvPr>
                  <p:custDataLst>
                    <p:tags r:id="rId83"/>
                  </p:custDataLst>
                </p:nvPr>
              </p:nvCxnSpPr>
              <p:spPr>
                <a:xfrm rot="16200000" flipH="1">
                  <a:off x="5019168" y="2273584"/>
                  <a:ext cx="1145557" cy="0"/>
                </a:xfrm>
                <a:prstGeom prst="straightConnector1">
                  <a:avLst/>
                </a:prstGeom>
                <a:ln w="38100">
                  <a:solidFill>
                    <a:schemeClr val="dk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7" name="文本框 41"/>
                    <p:cNvSpPr txBox="1"/>
                    <p:nvPr>
                      <p:custDataLst>
                        <p:tags r:id="rId84"/>
                      </p:custDataLst>
                    </p:nvPr>
                  </p:nvSpPr>
                  <p:spPr>
                    <a:xfrm rot="16200000">
                      <a:off x="5481942" y="2519633"/>
                      <a:ext cx="648072" cy="49228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kumimoji="1" lang="en-US" altLang="zh-CN" sz="1795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sz="1795" b="0" i="1" smtClean="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e>
                              <m:sub>
                                <m:r>
                                  <a:rPr kumimoji="1" lang="en-US" altLang="zh-CN" sz="1795" b="0" i="1" smtClean="0">
                                    <a:latin typeface="Cambria Math" panose="02040503050406030204" pitchFamily="18" charset="0"/>
                                  </a:rPr>
                                  <m:t>𝑁𝐶</m:t>
                                </m:r>
                              </m:sub>
                            </m:sSub>
                          </m:oMath>
                        </m:oMathPara>
                      </a14:m>
                      <a:endParaRPr kumimoji="1" lang="zh-CN" altLang="en-US" sz="1795"/>
                    </a:p>
                  </p:txBody>
                </p:sp>
              </mc:Choice>
  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  <p:sp>
                  <p:nvSpPr>
                    <p:cNvPr id="137" name="文本框 4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>
                      <p:custDataLst>
                        <p:tags r:id="rId128"/>
                      </p:custDataLst>
                    </p:nvPr>
                  </p:nvSpPr>
                  <p:spPr>
                    <a:xfrm rot="16200000">
                      <a:off x="5481942" y="2519633"/>
                      <a:ext cx="648072" cy="492282"/>
                    </a:xfrm>
                    <a:prstGeom prst="rect">
                      <a:avLst/>
                    </a:prstGeom>
                    <a:blipFill rotWithShape="1">
                      <a:blip r:embed="rId12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0" name="椭圆 39"/>
              <p:cNvSpPr/>
              <p:nvPr>
                <p:custDataLst>
                  <p:tags r:id="rId82"/>
                </p:custDataLst>
              </p:nvPr>
            </p:nvSpPr>
            <p:spPr>
              <a:xfrm>
                <a:off x="8040216" y="1781200"/>
                <a:ext cx="72008" cy="72008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00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52" name="矩形 51"/>
          <p:cNvSpPr/>
          <p:nvPr>
            <p:custDataLst>
              <p:tags r:id="rId13"/>
            </p:custDataLst>
          </p:nvPr>
        </p:nvSpPr>
        <p:spPr>
          <a:xfrm>
            <a:off x="4878346" y="1676900"/>
            <a:ext cx="762171" cy="894036"/>
          </a:xfrm>
          <a:prstGeom prst="rect">
            <a:avLst/>
          </a:prstGeom>
          <a:solidFill>
            <a:schemeClr val="accent1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</a:p>
        </p:txBody>
      </p:sp>
      <p:grpSp>
        <p:nvGrpSpPr>
          <p:cNvPr id="53" name="组合 52"/>
          <p:cNvGrpSpPr/>
          <p:nvPr>
            <p:custDataLst>
              <p:tags r:id="rId14"/>
            </p:custDataLst>
          </p:nvPr>
        </p:nvGrpSpPr>
        <p:grpSpPr>
          <a:xfrm>
            <a:off x="5220538" y="2113063"/>
            <a:ext cx="407510" cy="1006628"/>
            <a:chOff x="5469461" y="1628800"/>
            <a:chExt cx="544692" cy="1345493"/>
          </a:xfrm>
        </p:grpSpPr>
        <p:grpSp>
          <p:nvGrpSpPr>
            <p:cNvPr id="54" name="组合 53"/>
            <p:cNvGrpSpPr/>
            <p:nvPr>
              <p:custDataLst>
                <p:tags r:id="rId75"/>
              </p:custDataLst>
            </p:nvPr>
          </p:nvGrpSpPr>
          <p:grpSpPr>
            <a:xfrm>
              <a:off x="5469461" y="1664804"/>
              <a:ext cx="544692" cy="1309489"/>
              <a:chOff x="5514260" y="1732620"/>
              <a:chExt cx="544692" cy="1309489"/>
            </a:xfrm>
          </p:grpSpPr>
          <p:cxnSp>
            <p:nvCxnSpPr>
              <p:cNvPr id="56" name="直线箭头连接符 17"/>
              <p:cNvCxnSpPr/>
              <p:nvPr>
                <p:custDataLst>
                  <p:tags r:id="rId77"/>
                </p:custDataLst>
              </p:nvPr>
            </p:nvCxnSpPr>
            <p:spPr>
              <a:xfrm flipH="1">
                <a:off x="5602249" y="1732620"/>
                <a:ext cx="0" cy="1021576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8" name="文本框 56"/>
                  <p:cNvSpPr txBox="1"/>
                  <p:nvPr>
                    <p:custDataLst>
                      <p:tags r:id="rId78"/>
                    </p:custDataLst>
                  </p:nvPr>
                </p:nvSpPr>
                <p:spPr>
                  <a:xfrm>
                    <a:off x="5514260" y="2549827"/>
                    <a:ext cx="54469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38" name="文本框 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0"/>
                    </p:custDataLst>
                  </p:nvPr>
                </p:nvSpPr>
                <p:spPr>
                  <a:xfrm>
                    <a:off x="5514260" y="2549827"/>
                    <a:ext cx="544692" cy="492282"/>
                  </a:xfrm>
                  <a:prstGeom prst="rect">
                    <a:avLst/>
                  </a:prstGeom>
                  <a:blipFill rotWithShape="1">
                    <a:blip r:embed="rId1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5" name="椭圆 54"/>
            <p:cNvSpPr/>
            <p:nvPr>
              <p:custDataLst>
                <p:tags r:id="rId76"/>
              </p:custDataLst>
            </p:nvPr>
          </p:nvSpPr>
          <p:spPr>
            <a:xfrm>
              <a:off x="552144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8" name="组合 57"/>
          <p:cNvGrpSpPr/>
          <p:nvPr>
            <p:custDataLst>
              <p:tags r:id="rId15"/>
            </p:custDataLst>
          </p:nvPr>
        </p:nvGrpSpPr>
        <p:grpSpPr>
          <a:xfrm rot="10800000">
            <a:off x="5203851" y="999517"/>
            <a:ext cx="484854" cy="1156083"/>
            <a:chOff x="5009291" y="1712644"/>
            <a:chExt cx="648072" cy="1545260"/>
          </a:xfrm>
        </p:grpSpPr>
        <p:cxnSp>
          <p:nvCxnSpPr>
            <p:cNvPr id="59" name="直线箭头连接符 65"/>
            <p:cNvCxnSpPr/>
            <p:nvPr>
              <p:custDataLst>
                <p:tags r:id="rId73"/>
              </p:custDataLst>
            </p:nvPr>
          </p:nvCxnSpPr>
          <p:spPr>
            <a:xfrm rot="10800000" flipH="1" flipV="1">
              <a:off x="5559575" y="1712644"/>
              <a:ext cx="0" cy="110373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9" name="文本框 59"/>
                <p:cNvSpPr txBox="1"/>
                <p:nvPr>
                  <p:custDataLst>
                    <p:tags r:id="rId74"/>
                  </p:custDataLst>
                </p:nvPr>
              </p:nvSpPr>
              <p:spPr>
                <a:xfrm rot="10800000">
                  <a:off x="5009291" y="2786841"/>
                  <a:ext cx="648072" cy="4710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𝑓𝐴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>
                    <a:solidFill>
                      <a:srgbClr val="FF0000"/>
                    </a:solidFill>
                  </a:endParaRPr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39" name="文本框 59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32"/>
                  </p:custDataLst>
                </p:nvPr>
              </p:nvSpPr>
              <p:spPr>
                <a:xfrm rot="10800000">
                  <a:off x="5009291" y="2786841"/>
                  <a:ext cx="648072" cy="471063"/>
                </a:xfrm>
                <a:prstGeom prst="rect">
                  <a:avLst/>
                </a:prstGeom>
                <a:blipFill rotWithShape="1">
                  <a:blip r:embed="rId1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组合 60"/>
          <p:cNvGrpSpPr/>
          <p:nvPr>
            <p:custDataLst>
              <p:tags r:id="rId16"/>
            </p:custDataLst>
          </p:nvPr>
        </p:nvGrpSpPr>
        <p:grpSpPr>
          <a:xfrm>
            <a:off x="5281275" y="1801557"/>
            <a:ext cx="892813" cy="368300"/>
            <a:chOff x="3126197" y="2520738"/>
            <a:chExt cx="1193364" cy="492282"/>
          </a:xfrm>
        </p:grpSpPr>
        <p:cxnSp>
          <p:nvCxnSpPr>
            <p:cNvPr id="62" name="直线箭头连接符 55"/>
            <p:cNvCxnSpPr/>
            <p:nvPr>
              <p:custDataLst>
                <p:tags r:id="rId71"/>
              </p:custDataLst>
            </p:nvPr>
          </p:nvCxnSpPr>
          <p:spPr>
            <a:xfrm>
              <a:off x="3126197" y="2990058"/>
              <a:ext cx="738413" cy="0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文本框 62"/>
                <p:cNvSpPr txBox="1"/>
                <p:nvPr>
                  <p:custDataLst>
                    <p:tags r:id="rId72"/>
                  </p:custDataLst>
                </p:nvPr>
              </p:nvSpPr>
              <p:spPr>
                <a:xfrm flipH="1">
                  <a:off x="3671489" y="2520738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𝑁𝐴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40" name="文本框 62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33"/>
                  </p:custDataLst>
                </p:nvPr>
              </p:nvSpPr>
              <p:spPr>
                <a:xfrm flipH="1">
                  <a:off x="3671489" y="2520738"/>
                  <a:ext cx="648072" cy="492282"/>
                </a:xfrm>
                <a:prstGeom prst="rect">
                  <a:avLst/>
                </a:prstGeom>
                <a:blipFill rotWithShape="1">
                  <a:blip r:embed="rId1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/>
          <p:cNvGrpSpPr/>
          <p:nvPr>
            <p:custDataLst>
              <p:tags r:id="rId17"/>
            </p:custDataLst>
          </p:nvPr>
        </p:nvGrpSpPr>
        <p:grpSpPr>
          <a:xfrm rot="16200000">
            <a:off x="4541784" y="1419145"/>
            <a:ext cx="419943" cy="1117941"/>
            <a:chOff x="8040216" y="358931"/>
            <a:chExt cx="561310" cy="1494277"/>
          </a:xfrm>
        </p:grpSpPr>
        <p:grpSp>
          <p:nvGrpSpPr>
            <p:cNvPr id="65" name="组合 64"/>
            <p:cNvGrpSpPr/>
            <p:nvPr>
              <p:custDataLst>
                <p:tags r:id="rId67"/>
              </p:custDataLst>
            </p:nvPr>
          </p:nvGrpSpPr>
          <p:grpSpPr>
            <a:xfrm rot="10800000">
              <a:off x="8084356" y="358931"/>
              <a:ext cx="517170" cy="1422270"/>
              <a:chOff x="5074777" y="1700807"/>
              <a:chExt cx="517170" cy="1422270"/>
            </a:xfrm>
          </p:grpSpPr>
          <p:cxnSp>
            <p:nvCxnSpPr>
              <p:cNvPr id="67" name="直线箭头连接符 55"/>
              <p:cNvCxnSpPr/>
              <p:nvPr>
                <p:custDataLst>
                  <p:tags r:id="rId69"/>
                </p:custDataLst>
              </p:nvPr>
            </p:nvCxnSpPr>
            <p:spPr>
              <a:xfrm rot="16200000" flipH="1">
                <a:off x="5180897" y="2111856"/>
                <a:ext cx="822099" cy="0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1" name="文本框 67"/>
                  <p:cNvSpPr txBox="1"/>
                  <p:nvPr>
                    <p:custDataLst>
                      <p:tags r:id="rId70"/>
                    </p:custDataLst>
                  </p:nvPr>
                </p:nvSpPr>
                <p:spPr>
                  <a:xfrm rot="16200000">
                    <a:off x="4996882" y="2552900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𝑁𝐵𝐴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41" name="文本框 6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5"/>
                    </p:custDataLst>
                  </p:nvPr>
                </p:nvSpPr>
                <p:spPr>
                  <a:xfrm rot="16200000">
                    <a:off x="4996882" y="2552900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3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66" name="椭圆 65"/>
            <p:cNvSpPr/>
            <p:nvPr>
              <p:custDataLst>
                <p:tags r:id="rId68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9" name="组合 68"/>
          <p:cNvGrpSpPr/>
          <p:nvPr>
            <p:custDataLst>
              <p:tags r:id="rId18"/>
            </p:custDataLst>
          </p:nvPr>
        </p:nvGrpSpPr>
        <p:grpSpPr>
          <a:xfrm flipV="1">
            <a:off x="5250008" y="2104524"/>
            <a:ext cx="583709" cy="488723"/>
            <a:chOff x="8040216" y="1199964"/>
            <a:chExt cx="780205" cy="653244"/>
          </a:xfrm>
        </p:grpSpPr>
        <p:grpSp>
          <p:nvGrpSpPr>
            <p:cNvPr id="70" name="组合 69"/>
            <p:cNvGrpSpPr/>
            <p:nvPr>
              <p:custDataLst>
                <p:tags r:id="rId63"/>
              </p:custDataLst>
            </p:nvPr>
          </p:nvGrpSpPr>
          <p:grpSpPr>
            <a:xfrm rot="10800000">
              <a:off x="8084359" y="1199964"/>
              <a:ext cx="736062" cy="581236"/>
              <a:chOff x="4855882" y="1700808"/>
              <a:chExt cx="736062" cy="581236"/>
            </a:xfrm>
          </p:grpSpPr>
          <p:cxnSp>
            <p:nvCxnSpPr>
              <p:cNvPr id="72" name="直线箭头连接符 31"/>
              <p:cNvCxnSpPr/>
              <p:nvPr>
                <p:custDataLst>
                  <p:tags r:id="rId65"/>
                </p:custDataLst>
              </p:nvPr>
            </p:nvCxnSpPr>
            <p:spPr>
              <a:xfrm rot="10800000" flipH="1" flipV="1">
                <a:off x="5591944" y="1700808"/>
                <a:ext cx="0" cy="435443"/>
              </a:xfrm>
              <a:prstGeom prst="straightConnector1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2" name="文本框 72"/>
                  <p:cNvSpPr txBox="1"/>
                  <p:nvPr>
                    <p:custDataLst>
                      <p:tags r:id="rId66"/>
                    </p:custDataLst>
                  </p:nvPr>
                </p:nvSpPr>
                <p:spPr>
                  <a:xfrm>
                    <a:off x="4855882" y="1810981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𝑓𝐵𝐴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42" name="文本框 7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7"/>
                    </p:custDataLst>
                  </p:nvPr>
                </p:nvSpPr>
                <p:spPr>
                  <a:xfrm>
                    <a:off x="4855882" y="1810981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3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71" name="椭圆 70"/>
            <p:cNvSpPr/>
            <p:nvPr>
              <p:custDataLst>
                <p:tags r:id="rId64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76" name="矩形 75"/>
          <p:cNvSpPr/>
          <p:nvPr>
            <p:custDataLst>
              <p:tags r:id="rId19"/>
            </p:custDataLst>
          </p:nvPr>
        </p:nvSpPr>
        <p:spPr>
          <a:xfrm>
            <a:off x="7157925" y="1706544"/>
            <a:ext cx="762168" cy="894036"/>
          </a:xfrm>
          <a:prstGeom prst="rect">
            <a:avLst/>
          </a:prstGeom>
          <a:solidFill>
            <a:srgbClr val="92D05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</a:p>
        </p:txBody>
      </p:sp>
      <p:grpSp>
        <p:nvGrpSpPr>
          <p:cNvPr id="81" name="组合 80"/>
          <p:cNvGrpSpPr/>
          <p:nvPr>
            <p:custDataLst>
              <p:tags r:id="rId20"/>
            </p:custDataLst>
          </p:nvPr>
        </p:nvGrpSpPr>
        <p:grpSpPr>
          <a:xfrm>
            <a:off x="7494100" y="2135023"/>
            <a:ext cx="407510" cy="1006628"/>
            <a:chOff x="5469461" y="1628800"/>
            <a:chExt cx="544692" cy="1345493"/>
          </a:xfrm>
        </p:grpSpPr>
        <p:grpSp>
          <p:nvGrpSpPr>
            <p:cNvPr id="82" name="组合 81"/>
            <p:cNvGrpSpPr/>
            <p:nvPr>
              <p:custDataLst>
                <p:tags r:id="rId59"/>
              </p:custDataLst>
            </p:nvPr>
          </p:nvGrpSpPr>
          <p:grpSpPr>
            <a:xfrm>
              <a:off x="5469461" y="1664804"/>
              <a:ext cx="544692" cy="1309489"/>
              <a:chOff x="5514260" y="1732620"/>
              <a:chExt cx="544692" cy="1309489"/>
            </a:xfrm>
          </p:grpSpPr>
          <p:cxnSp>
            <p:nvCxnSpPr>
              <p:cNvPr id="84" name="直线箭头连接符 17"/>
              <p:cNvCxnSpPr/>
              <p:nvPr>
                <p:custDataLst>
                  <p:tags r:id="rId61"/>
                </p:custDataLst>
              </p:nvPr>
            </p:nvCxnSpPr>
            <p:spPr>
              <a:xfrm flipH="1">
                <a:off x="5602249" y="1732620"/>
                <a:ext cx="0" cy="1021576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3" name="文本框 84"/>
                  <p:cNvSpPr txBox="1"/>
                  <p:nvPr>
                    <p:custDataLst>
                      <p:tags r:id="rId62"/>
                    </p:custDataLst>
                  </p:nvPr>
                </p:nvSpPr>
                <p:spPr>
                  <a:xfrm>
                    <a:off x="5514260" y="2549827"/>
                    <a:ext cx="54469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43" name="文本框 8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39"/>
                    </p:custDataLst>
                  </p:nvPr>
                </p:nvSpPr>
                <p:spPr>
                  <a:xfrm>
                    <a:off x="5514260" y="2549827"/>
                    <a:ext cx="544692" cy="492282"/>
                  </a:xfrm>
                  <a:prstGeom prst="rect">
                    <a:avLst/>
                  </a:prstGeom>
                  <a:blipFill rotWithShape="1">
                    <a:blip r:embed="rId1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3" name="椭圆 82"/>
            <p:cNvSpPr/>
            <p:nvPr>
              <p:custDataLst>
                <p:tags r:id="rId60"/>
              </p:custDataLst>
            </p:nvPr>
          </p:nvSpPr>
          <p:spPr>
            <a:xfrm>
              <a:off x="552144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86" name="组合 85"/>
          <p:cNvGrpSpPr/>
          <p:nvPr>
            <p:custDataLst>
              <p:tags r:id="rId21"/>
            </p:custDataLst>
          </p:nvPr>
        </p:nvGrpSpPr>
        <p:grpSpPr>
          <a:xfrm rot="10800000">
            <a:off x="7477413" y="1021477"/>
            <a:ext cx="484854" cy="1156083"/>
            <a:chOff x="5009291" y="1712644"/>
            <a:chExt cx="648072" cy="1545260"/>
          </a:xfrm>
        </p:grpSpPr>
        <p:cxnSp>
          <p:nvCxnSpPr>
            <p:cNvPr id="87" name="直线箭头连接符 65"/>
            <p:cNvCxnSpPr/>
            <p:nvPr>
              <p:custDataLst>
                <p:tags r:id="rId57"/>
              </p:custDataLst>
            </p:nvPr>
          </p:nvCxnSpPr>
          <p:spPr>
            <a:xfrm rot="10800000" flipH="1" flipV="1">
              <a:off x="5559575" y="1712644"/>
              <a:ext cx="0" cy="110373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文本框 87"/>
                <p:cNvSpPr txBox="1"/>
                <p:nvPr>
                  <p:custDataLst>
                    <p:tags r:id="rId58"/>
                  </p:custDataLst>
                </p:nvPr>
              </p:nvSpPr>
              <p:spPr>
                <a:xfrm rot="10800000">
                  <a:off x="5009291" y="2786841"/>
                  <a:ext cx="648072" cy="4710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𝑓𝐶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>
                    <a:solidFill>
                      <a:srgbClr val="FF0000"/>
                    </a:solidFill>
                  </a:endParaRPr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44" name="文本框 87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40"/>
                  </p:custDataLst>
                </p:nvPr>
              </p:nvSpPr>
              <p:spPr>
                <a:xfrm rot="10800000">
                  <a:off x="5009291" y="2786841"/>
                  <a:ext cx="648072" cy="471063"/>
                </a:xfrm>
                <a:prstGeom prst="rect">
                  <a:avLst/>
                </a:prstGeom>
                <a:blipFill rotWithShape="1">
                  <a:blip r:embed="rId1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9" name="组合 88"/>
          <p:cNvGrpSpPr/>
          <p:nvPr>
            <p:custDataLst>
              <p:tags r:id="rId22"/>
            </p:custDataLst>
          </p:nvPr>
        </p:nvGrpSpPr>
        <p:grpSpPr>
          <a:xfrm>
            <a:off x="7554836" y="1823518"/>
            <a:ext cx="892813" cy="368300"/>
            <a:chOff x="3126197" y="2520738"/>
            <a:chExt cx="1193364" cy="492282"/>
          </a:xfrm>
        </p:grpSpPr>
        <p:cxnSp>
          <p:nvCxnSpPr>
            <p:cNvPr id="90" name="直线箭头连接符 55"/>
            <p:cNvCxnSpPr/>
            <p:nvPr>
              <p:custDataLst>
                <p:tags r:id="rId55"/>
              </p:custDataLst>
            </p:nvPr>
          </p:nvCxnSpPr>
          <p:spPr>
            <a:xfrm>
              <a:off x="3126197" y="2990058"/>
              <a:ext cx="738413" cy="0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90"/>
                <p:cNvSpPr txBox="1"/>
                <p:nvPr>
                  <p:custDataLst>
                    <p:tags r:id="rId56"/>
                  </p:custDataLst>
                </p:nvPr>
              </p:nvSpPr>
              <p:spPr>
                <a:xfrm flipH="1">
                  <a:off x="3671489" y="2520738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𝑁𝐵𝐶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45" name="文本框 90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41"/>
                  </p:custDataLst>
                </p:nvPr>
              </p:nvSpPr>
              <p:spPr>
                <a:xfrm flipH="1">
                  <a:off x="3671489" y="2520738"/>
                  <a:ext cx="648072" cy="492282"/>
                </a:xfrm>
                <a:prstGeom prst="rect">
                  <a:avLst/>
                </a:prstGeom>
                <a:blipFill rotWithShape="1">
                  <a:blip r:embed="rId14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组合 91"/>
          <p:cNvGrpSpPr/>
          <p:nvPr>
            <p:custDataLst>
              <p:tags r:id="rId23"/>
            </p:custDataLst>
          </p:nvPr>
        </p:nvGrpSpPr>
        <p:grpSpPr>
          <a:xfrm rot="16200000">
            <a:off x="6815346" y="1441106"/>
            <a:ext cx="419943" cy="1117941"/>
            <a:chOff x="8040216" y="358931"/>
            <a:chExt cx="561310" cy="1494277"/>
          </a:xfrm>
        </p:grpSpPr>
        <p:grpSp>
          <p:nvGrpSpPr>
            <p:cNvPr id="93" name="组合 92"/>
            <p:cNvGrpSpPr/>
            <p:nvPr>
              <p:custDataLst>
                <p:tags r:id="rId51"/>
              </p:custDataLst>
            </p:nvPr>
          </p:nvGrpSpPr>
          <p:grpSpPr>
            <a:xfrm rot="10800000">
              <a:off x="8084356" y="358931"/>
              <a:ext cx="517170" cy="1422270"/>
              <a:chOff x="5074777" y="1700807"/>
              <a:chExt cx="517170" cy="1422270"/>
            </a:xfrm>
          </p:grpSpPr>
          <p:cxnSp>
            <p:nvCxnSpPr>
              <p:cNvPr id="95" name="直线箭头连接符 55"/>
              <p:cNvCxnSpPr/>
              <p:nvPr>
                <p:custDataLst>
                  <p:tags r:id="rId53"/>
                </p:custDataLst>
              </p:nvPr>
            </p:nvCxnSpPr>
            <p:spPr>
              <a:xfrm rot="16200000" flipH="1">
                <a:off x="5180897" y="2111856"/>
                <a:ext cx="822099" cy="0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文本框 95"/>
                  <p:cNvSpPr txBox="1"/>
                  <p:nvPr>
                    <p:custDataLst>
                      <p:tags r:id="rId54"/>
                    </p:custDataLst>
                  </p:nvPr>
                </p:nvSpPr>
                <p:spPr>
                  <a:xfrm rot="16200000">
                    <a:off x="4996882" y="2552900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𝑁𝐶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46" name="文本框 9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43"/>
                    </p:custDataLst>
                  </p:nvPr>
                </p:nvSpPr>
                <p:spPr>
                  <a:xfrm rot="16200000">
                    <a:off x="4996882" y="2552900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4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4" name="椭圆 93"/>
            <p:cNvSpPr/>
            <p:nvPr>
              <p:custDataLst>
                <p:tags r:id="rId52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97" name="组合 96"/>
          <p:cNvGrpSpPr/>
          <p:nvPr>
            <p:custDataLst>
              <p:tags r:id="rId24"/>
            </p:custDataLst>
          </p:nvPr>
        </p:nvGrpSpPr>
        <p:grpSpPr>
          <a:xfrm flipV="1">
            <a:off x="7523570" y="2126484"/>
            <a:ext cx="583709" cy="488723"/>
            <a:chOff x="8040216" y="1199964"/>
            <a:chExt cx="780205" cy="653244"/>
          </a:xfrm>
        </p:grpSpPr>
        <p:grpSp>
          <p:nvGrpSpPr>
            <p:cNvPr id="98" name="组合 97"/>
            <p:cNvGrpSpPr/>
            <p:nvPr>
              <p:custDataLst>
                <p:tags r:id="rId47"/>
              </p:custDataLst>
            </p:nvPr>
          </p:nvGrpSpPr>
          <p:grpSpPr>
            <a:xfrm rot="10800000">
              <a:off x="8084359" y="1199964"/>
              <a:ext cx="736062" cy="581236"/>
              <a:chOff x="4855882" y="1700808"/>
              <a:chExt cx="736062" cy="581236"/>
            </a:xfrm>
          </p:grpSpPr>
          <p:cxnSp>
            <p:nvCxnSpPr>
              <p:cNvPr id="100" name="直线箭头连接符 31"/>
              <p:cNvCxnSpPr/>
              <p:nvPr>
                <p:custDataLst>
                  <p:tags r:id="rId49"/>
                </p:custDataLst>
              </p:nvPr>
            </p:nvCxnSpPr>
            <p:spPr>
              <a:xfrm rot="10800000" flipH="1" flipV="1">
                <a:off x="5591944" y="1700808"/>
                <a:ext cx="0" cy="435443"/>
              </a:xfrm>
              <a:prstGeom prst="straightConnector1">
                <a:avLst/>
              </a:prstGeom>
              <a:solidFill>
                <a:srgbClr val="FF0000"/>
              </a:solidFill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7" name="文本框 100"/>
                  <p:cNvSpPr txBox="1"/>
                  <p:nvPr>
                    <p:custDataLst>
                      <p:tags r:id="rId50"/>
                    </p:custDataLst>
                  </p:nvPr>
                </p:nvSpPr>
                <p:spPr>
                  <a:xfrm>
                    <a:off x="4855882" y="1810981"/>
                    <a:ext cx="648072" cy="47106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𝑓𝐵𝐶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47" name="文本框 10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45"/>
                    </p:custDataLst>
                  </p:nvPr>
                </p:nvSpPr>
                <p:spPr>
                  <a:xfrm>
                    <a:off x="4855882" y="1810981"/>
                    <a:ext cx="648072" cy="471063"/>
                  </a:xfrm>
                  <a:prstGeom prst="rect">
                    <a:avLst/>
                  </a:prstGeom>
                  <a:blipFill rotWithShape="1">
                    <a:blip r:embed="rId14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99" name="椭圆 98"/>
            <p:cNvSpPr/>
            <p:nvPr>
              <p:custDataLst>
                <p:tags r:id="rId48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02" name="矩形 101"/>
          <p:cNvSpPr/>
          <p:nvPr>
            <p:custDataLst>
              <p:tags r:id="rId25"/>
            </p:custDataLst>
          </p:nvPr>
        </p:nvSpPr>
        <p:spPr>
          <a:xfrm>
            <a:off x="6141682" y="3477395"/>
            <a:ext cx="762168" cy="894036"/>
          </a:xfrm>
          <a:prstGeom prst="rect">
            <a:avLst/>
          </a:prstGeom>
          <a:solidFill>
            <a:srgbClr val="FFFF00"/>
          </a:solidFill>
          <a:ln w="190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</a:p>
        </p:txBody>
      </p:sp>
      <p:grpSp>
        <p:nvGrpSpPr>
          <p:cNvPr id="103" name="组合 102"/>
          <p:cNvGrpSpPr/>
          <p:nvPr>
            <p:custDataLst>
              <p:tags r:id="rId26"/>
            </p:custDataLst>
          </p:nvPr>
        </p:nvGrpSpPr>
        <p:grpSpPr>
          <a:xfrm>
            <a:off x="6466968" y="3888036"/>
            <a:ext cx="407510" cy="1006628"/>
            <a:chOff x="5469461" y="1628800"/>
            <a:chExt cx="544692" cy="1345493"/>
          </a:xfrm>
        </p:grpSpPr>
        <p:grpSp>
          <p:nvGrpSpPr>
            <p:cNvPr id="104" name="组合 103"/>
            <p:cNvGrpSpPr/>
            <p:nvPr>
              <p:custDataLst>
                <p:tags r:id="rId43"/>
              </p:custDataLst>
            </p:nvPr>
          </p:nvGrpSpPr>
          <p:grpSpPr>
            <a:xfrm>
              <a:off x="5469461" y="1664804"/>
              <a:ext cx="544692" cy="1309489"/>
              <a:chOff x="5514260" y="1732620"/>
              <a:chExt cx="544692" cy="1309489"/>
            </a:xfrm>
          </p:grpSpPr>
          <p:cxnSp>
            <p:nvCxnSpPr>
              <p:cNvPr id="106" name="直线箭头连接符 17"/>
              <p:cNvCxnSpPr/>
              <p:nvPr>
                <p:custDataLst>
                  <p:tags r:id="rId45"/>
                </p:custDataLst>
              </p:nvPr>
            </p:nvCxnSpPr>
            <p:spPr>
              <a:xfrm flipH="1">
                <a:off x="5602249" y="1732620"/>
                <a:ext cx="0" cy="1021576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文本框 106"/>
                  <p:cNvSpPr txBox="1"/>
                  <p:nvPr>
                    <p:custDataLst>
                      <p:tags r:id="rId46"/>
                    </p:custDataLst>
                  </p:nvPr>
                </p:nvSpPr>
                <p:spPr>
                  <a:xfrm>
                    <a:off x="5514260" y="2549827"/>
                    <a:ext cx="54469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zh-CN" sz="1795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48" name="文本框 1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47"/>
                    </p:custDataLst>
                  </p:nvPr>
                </p:nvSpPr>
                <p:spPr>
                  <a:xfrm>
                    <a:off x="5514260" y="2549827"/>
                    <a:ext cx="544692" cy="492282"/>
                  </a:xfrm>
                  <a:prstGeom prst="rect">
                    <a:avLst/>
                  </a:prstGeom>
                  <a:blipFill rotWithShape="1">
                    <a:blip r:embed="rId13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5" name="椭圆 104"/>
            <p:cNvSpPr/>
            <p:nvPr>
              <p:custDataLst>
                <p:tags r:id="rId44"/>
              </p:custDataLst>
            </p:nvPr>
          </p:nvSpPr>
          <p:spPr>
            <a:xfrm>
              <a:off x="5521446" y="1628800"/>
              <a:ext cx="72008" cy="72008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08" name="组合 107"/>
          <p:cNvGrpSpPr/>
          <p:nvPr>
            <p:custDataLst>
              <p:tags r:id="rId27"/>
            </p:custDataLst>
          </p:nvPr>
        </p:nvGrpSpPr>
        <p:grpSpPr>
          <a:xfrm rot="10800000">
            <a:off x="5977436" y="2968663"/>
            <a:ext cx="484854" cy="859403"/>
            <a:chOff x="5129961" y="1712643"/>
            <a:chExt cx="648072" cy="1148707"/>
          </a:xfrm>
        </p:grpSpPr>
        <p:cxnSp>
          <p:nvCxnSpPr>
            <p:cNvPr id="109" name="直线箭头连接符 65"/>
            <p:cNvCxnSpPr/>
            <p:nvPr>
              <p:custDataLst>
                <p:tags r:id="rId41"/>
              </p:custDataLst>
            </p:nvPr>
          </p:nvCxnSpPr>
          <p:spPr>
            <a:xfrm rot="10800000" flipH="1" flipV="1">
              <a:off x="5559575" y="1712643"/>
              <a:ext cx="0" cy="68315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文本框 109"/>
                <p:cNvSpPr txBox="1"/>
                <p:nvPr>
                  <p:custDataLst>
                    <p:tags r:id="rId42"/>
                  </p:custDataLst>
                </p:nvPr>
              </p:nvSpPr>
              <p:spPr>
                <a:xfrm rot="10800000">
                  <a:off x="5129961" y="2390287"/>
                  <a:ext cx="648072" cy="4710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𝑓𝐴𝐵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>
                    <a:solidFill>
                      <a:srgbClr val="FF0000"/>
                    </a:solidFill>
                  </a:endParaRPr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49" name="文本框 109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48"/>
                  </p:custDataLst>
                </p:nvPr>
              </p:nvSpPr>
              <p:spPr>
                <a:xfrm rot="10800000">
                  <a:off x="5129961" y="2390287"/>
                  <a:ext cx="648072" cy="471063"/>
                </a:xfrm>
                <a:prstGeom prst="rect">
                  <a:avLst/>
                </a:prstGeom>
                <a:blipFill rotWithShape="1">
                  <a:blip r:embed="rId1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2" name="组合 111"/>
          <p:cNvGrpSpPr/>
          <p:nvPr>
            <p:custDataLst>
              <p:tags r:id="rId28"/>
            </p:custDataLst>
          </p:nvPr>
        </p:nvGrpSpPr>
        <p:grpSpPr>
          <a:xfrm rot="10800000">
            <a:off x="6736301" y="2982830"/>
            <a:ext cx="484854" cy="859403"/>
            <a:chOff x="5129961" y="1712643"/>
            <a:chExt cx="648072" cy="1148707"/>
          </a:xfrm>
        </p:grpSpPr>
        <p:cxnSp>
          <p:nvCxnSpPr>
            <p:cNvPr id="113" name="直线箭头连接符 65"/>
            <p:cNvCxnSpPr/>
            <p:nvPr>
              <p:custDataLst>
                <p:tags r:id="rId39"/>
              </p:custDataLst>
            </p:nvPr>
          </p:nvCxnSpPr>
          <p:spPr>
            <a:xfrm rot="10800000" flipH="1" flipV="1">
              <a:off x="5559575" y="1712643"/>
              <a:ext cx="0" cy="68315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文本框 113"/>
                <p:cNvSpPr txBox="1"/>
                <p:nvPr>
                  <p:custDataLst>
                    <p:tags r:id="rId40"/>
                  </p:custDataLst>
                </p:nvPr>
              </p:nvSpPr>
              <p:spPr>
                <a:xfrm rot="10800000">
                  <a:off x="5129961" y="2390287"/>
                  <a:ext cx="648072" cy="47106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𝑓𝐶𝐵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>
                    <a:solidFill>
                      <a:srgbClr val="FF0000"/>
                    </a:solidFill>
                  </a:endParaRPr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50" name="文本框 113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50"/>
                  </p:custDataLst>
                </p:nvPr>
              </p:nvSpPr>
              <p:spPr>
                <a:xfrm rot="10800000">
                  <a:off x="5129961" y="2390287"/>
                  <a:ext cx="648072" cy="471063"/>
                </a:xfrm>
                <a:prstGeom prst="rect">
                  <a:avLst/>
                </a:prstGeom>
                <a:blipFill rotWithShape="1">
                  <a:blip r:embed="rId15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5" name="组合 114"/>
          <p:cNvGrpSpPr/>
          <p:nvPr>
            <p:custDataLst>
              <p:tags r:id="rId29"/>
            </p:custDataLst>
          </p:nvPr>
        </p:nvGrpSpPr>
        <p:grpSpPr>
          <a:xfrm>
            <a:off x="6532797" y="3571505"/>
            <a:ext cx="892813" cy="368300"/>
            <a:chOff x="3126197" y="2520738"/>
            <a:chExt cx="1193364" cy="492282"/>
          </a:xfrm>
        </p:grpSpPr>
        <p:cxnSp>
          <p:nvCxnSpPr>
            <p:cNvPr id="116" name="直线箭头连接符 55"/>
            <p:cNvCxnSpPr/>
            <p:nvPr>
              <p:custDataLst>
                <p:tags r:id="rId37"/>
              </p:custDataLst>
            </p:nvPr>
          </p:nvCxnSpPr>
          <p:spPr>
            <a:xfrm>
              <a:off x="3126197" y="2990058"/>
              <a:ext cx="738413" cy="0"/>
            </a:xfrm>
            <a:prstGeom prst="straightConnector1">
              <a:avLst/>
            </a:prstGeom>
            <a:ln w="38100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文本框 116"/>
                <p:cNvSpPr txBox="1"/>
                <p:nvPr>
                  <p:custDataLst>
                    <p:tags r:id="rId38"/>
                  </p:custDataLst>
                </p:nvPr>
              </p:nvSpPr>
              <p:spPr>
                <a:xfrm flipH="1">
                  <a:off x="3671489" y="2520738"/>
                  <a:ext cx="648072" cy="4922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sz="1795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kumimoji="1" lang="en-US" altLang="zh-CN" sz="1795" b="0" i="1" smtClean="0">
                                <a:latin typeface="Cambria Math" panose="02040503050406030204" pitchFamily="18" charset="0"/>
                              </a:rPr>
                              <m:t>𝑁𝐴𝐵</m:t>
                            </m:r>
                          </m:sub>
                        </m:sSub>
                      </m:oMath>
                    </m:oMathPara>
                  </a14:m>
                  <a:endParaRPr kumimoji="1" lang="zh-CN" altLang="en-US" sz="1795"/>
                </a:p>
              </p:txBody>
            </p:sp>
          </mc:Choice>
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<p:sp>
              <p:nvSpPr>
                <p:cNvPr id="151" name="文本框 116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52"/>
                  </p:custDataLst>
                </p:nvPr>
              </p:nvSpPr>
              <p:spPr>
                <a:xfrm flipH="1">
                  <a:off x="3671489" y="2520738"/>
                  <a:ext cx="648072" cy="492282"/>
                </a:xfrm>
                <a:prstGeom prst="rect">
                  <a:avLst/>
                </a:prstGeom>
                <a:blipFill rotWithShape="1">
                  <a:blip r:embed="rId15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8" name="组合 117"/>
          <p:cNvGrpSpPr/>
          <p:nvPr>
            <p:custDataLst>
              <p:tags r:id="rId30"/>
            </p:custDataLst>
          </p:nvPr>
        </p:nvGrpSpPr>
        <p:grpSpPr>
          <a:xfrm rot="16200000">
            <a:off x="5793306" y="3189093"/>
            <a:ext cx="419943" cy="1117941"/>
            <a:chOff x="8040216" y="358931"/>
            <a:chExt cx="561310" cy="1494277"/>
          </a:xfrm>
        </p:grpSpPr>
        <p:grpSp>
          <p:nvGrpSpPr>
            <p:cNvPr id="119" name="组合 118"/>
            <p:cNvGrpSpPr/>
            <p:nvPr>
              <p:custDataLst>
                <p:tags r:id="rId33"/>
              </p:custDataLst>
            </p:nvPr>
          </p:nvGrpSpPr>
          <p:grpSpPr>
            <a:xfrm rot="10800000">
              <a:off x="8084356" y="358931"/>
              <a:ext cx="517170" cy="1422270"/>
              <a:chOff x="5074777" y="1700807"/>
              <a:chExt cx="517170" cy="1422270"/>
            </a:xfrm>
          </p:grpSpPr>
          <p:cxnSp>
            <p:nvCxnSpPr>
              <p:cNvPr id="121" name="直线箭头连接符 55"/>
              <p:cNvCxnSpPr/>
              <p:nvPr>
                <p:custDataLst>
                  <p:tags r:id="rId35"/>
                </p:custDataLst>
              </p:nvPr>
            </p:nvCxnSpPr>
            <p:spPr>
              <a:xfrm rot="16200000" flipH="1">
                <a:off x="5180897" y="2111856"/>
                <a:ext cx="822099" cy="0"/>
              </a:xfrm>
              <a:prstGeom prst="straightConnector1">
                <a:avLst/>
              </a:prstGeom>
              <a:ln w="38100">
                <a:solidFill>
                  <a:schemeClr val="dk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2" name="文本框 121"/>
                  <p:cNvSpPr txBox="1"/>
                  <p:nvPr>
                    <p:custDataLst>
                      <p:tags r:id="rId36"/>
                    </p:custDataLst>
                  </p:nvPr>
                </p:nvSpPr>
                <p:spPr>
                  <a:xfrm rot="16200000">
                    <a:off x="4996882" y="2552900"/>
                    <a:ext cx="648072" cy="49228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zh-CN" sz="1795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zh-CN" sz="1795" b="0" i="1" smtClean="0">
                                  <a:latin typeface="Cambria Math" panose="02040503050406030204" pitchFamily="18" charset="0"/>
                                </a:rPr>
                                <m:t>𝑁𝐶𝐵</m:t>
                              </m:r>
                            </m:sub>
                          </m:sSub>
                        </m:oMath>
                      </m:oMathPara>
                    </a14:m>
                    <a:endParaRPr kumimoji="1" lang="zh-CN" altLang="en-US" sz="1795"/>
                  </a:p>
                </p:txBody>
              </p:sp>
            </mc:Choice>
    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    <p:sp>
                <p:nvSpPr>
                  <p:cNvPr id="152" name="文本框 1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>
                    <p:custDataLst>
                      <p:tags r:id="rId154"/>
                    </p:custDataLst>
                  </p:nvPr>
                </p:nvSpPr>
                <p:spPr>
                  <a:xfrm rot="16200000">
                    <a:off x="4996882" y="2552900"/>
                    <a:ext cx="648072" cy="492282"/>
                  </a:xfrm>
                  <a:prstGeom prst="rect">
                    <a:avLst/>
                  </a:prstGeom>
                  <a:blipFill rotWithShape="1">
                    <a:blip r:embed="rId15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20" name="椭圆 119"/>
            <p:cNvSpPr/>
            <p:nvPr>
              <p:custDataLst>
                <p:tags r:id="rId34"/>
              </p:custDataLst>
            </p:nvPr>
          </p:nvSpPr>
          <p:spPr>
            <a:xfrm>
              <a:off x="8040216" y="1781200"/>
              <a:ext cx="72008" cy="72008"/>
            </a:xfrm>
            <a:prstGeom prst="ellipse">
              <a:avLst/>
            </a:prstGeom>
            <a:solidFill>
              <a:schemeClr val="dk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0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27"/>
              <p:cNvSpPr txBox="1"/>
              <p:nvPr>
                <p:custDataLst>
                  <p:tags r:id="rId31"/>
                </p:custDataLst>
              </p:nvPr>
            </p:nvSpPr>
            <p:spPr>
              <a:xfrm rot="10800000" flipV="1">
                <a:off x="5224482" y="476895"/>
                <a:ext cx="2617984" cy="6045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CN" sz="1795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𝑓𝐵𝐴</m:t>
                          </m:r>
                        </m:sub>
                      </m:sSub>
                      <m:r>
                        <a:rPr kumimoji="1" lang="en-US" altLang="zh-CN" sz="17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𝑓𝐵𝐶</m:t>
                          </m:r>
                        </m:sub>
                      </m:sSub>
                      <m:r>
                        <a:rPr kumimoji="1" lang="en-US" altLang="zh-CN" sz="17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CN" sz="1795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CN" sz="1795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kumimoji="1" lang="zh-CN" altLang="en-US" sz="1795">
                  <a:solidFill>
                    <a:schemeClr val="tx1"/>
                  </a:solidFill>
                </a:endParaRPr>
              </a:p>
            </p:txBody>
          </p:sp>
        </mc:Choice>
        <mc:Fallback xmlns="" xmlns:m="http://schemas.openxmlformats.org/officeDocument/2006/math"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>
          <p:sp>
            <p:nvSpPr>
              <p:cNvPr id="153" name="文本框 12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6"/>
                </p:custDataLst>
              </p:nvPr>
            </p:nvSpPr>
            <p:spPr>
              <a:xfrm rot="10800000" flipV="1">
                <a:off x="5224482" y="476895"/>
                <a:ext cx="2617984" cy="604520"/>
              </a:xfrm>
              <a:prstGeom prst="rect">
                <a:avLst/>
              </a:prstGeom>
              <a:blipFill rotWithShape="1">
                <a:blip r:embed="rId157"/>
                <a:stretch>
                  <a:fillRect l="-13" t="-2" r="8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ectangle 14"/>
          <p:cNvSpPr>
            <a:spLocks noChangeArrowheads="1"/>
          </p:cNvSpPr>
          <p:nvPr>
            <p:custDataLst>
              <p:tags r:id="rId32"/>
            </p:custDataLst>
          </p:nvPr>
        </p:nvSpPr>
        <p:spPr bwMode="auto">
          <a:xfrm>
            <a:off x="929005" y="346075"/>
            <a:ext cx="1029335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rgbClr val="0A030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情景</a:t>
            </a:r>
            <a:r>
              <a:rPr kumimoji="0" lang="en-US" altLang="zh-CN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kumimoji="0" lang="zh-CN" altLang="en-US" sz="24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2520684-FE88-C3E8-23BF-941A60F73E24}"/>
              </a:ext>
            </a:extLst>
          </p:cNvPr>
          <p:cNvSpPr txBox="1"/>
          <p:nvPr/>
        </p:nvSpPr>
        <p:spPr>
          <a:xfrm>
            <a:off x="1819223" y="1976481"/>
            <a:ext cx="1852410" cy="369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       B        C   </a:t>
            </a: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2050415" y="38100"/>
            <a:ext cx="3869055" cy="67564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R="0" defTabSz="91440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lang="zh-CN" altLang="en-US" sz="2095" noProof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</a:t>
            </a:r>
            <a:endParaRPr kumimoji="0" lang="zh-CN" altLang="en-US" sz="2095" b="1" kern="1200" cap="none" spc="200" normalizeH="0" noProof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文本框 99"/>
          <p:cNvSpPr txBox="1"/>
          <p:nvPr>
            <p:custDataLst>
              <p:tags r:id="rId3"/>
            </p:custDataLst>
          </p:nvPr>
        </p:nvSpPr>
        <p:spPr>
          <a:xfrm>
            <a:off x="1111250" y="1567815"/>
            <a:ext cx="723773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0" indent="0" algn="l">
              <a:lnSpc>
                <a:spcPct val="180000"/>
              </a:lnSpc>
            </a:pPr>
            <a:r>
              <a:rPr lang="en-US" sz="2000" b="1">
                <a:latin typeface="Times New Roman" panose="02020603050405020304" pitchFamily="18" charset="0"/>
              </a:rPr>
              <a:t>(1).</a:t>
            </a:r>
            <a:r>
              <a:rPr 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当求整体内部各个物体之间的相互作用力时，优先考虑采用隔离法。</a:t>
            </a:r>
            <a:endParaRPr lang="en-US" sz="2000" b="1">
              <a:latin typeface="Times New Roman" panose="02020603050405020304" pitchFamily="18" charset="0"/>
            </a:endParaRPr>
          </a:p>
          <a:p>
            <a:pPr marL="0" indent="0" algn="l">
              <a:lnSpc>
                <a:spcPct val="180000"/>
              </a:lnSpc>
            </a:pPr>
            <a:r>
              <a:rPr lang="en-US" sz="2000" b="1">
                <a:latin typeface="Times New Roman" panose="02020603050405020304" pitchFamily="18" charset="0"/>
              </a:rPr>
              <a:t>(</a:t>
            </a:r>
            <a:r>
              <a:rPr 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sz="2000" b="1">
                <a:latin typeface="Times New Roman" panose="02020603050405020304" pitchFamily="18" charset="0"/>
              </a:rPr>
              <a:t>)</a:t>
            </a:r>
            <a:r>
              <a:rPr lang="zh-CN" sz="2000" b="1">
                <a:ea typeface="宋体" panose="02010600030101010101" pitchFamily="2" charset="-122"/>
              </a:rPr>
              <a:t>．对于多物体问题，如果不求物体间的相互作用力，我们优先采用整体法，这样涉及的研究对象少，未知量少，方程少，求解简便。</a:t>
            </a:r>
            <a:endParaRPr lang="zh-CN" altLang="en-US" sz="2000" b="1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1198880" y="998220"/>
            <a:ext cx="2884170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b="1" spc="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两种方法的选用原则：</a:t>
            </a:r>
            <a:endParaRPr kumimoji="0" lang="zh-CN" altLang="en-US" sz="2000" b="1" i="0" u="none" strike="noStrike" cap="none" spc="200" normalizeH="0" baseline="0">
              <a:ln>
                <a:noFill/>
              </a:ln>
              <a:solidFill>
                <a:srgbClr val="0000FF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5"/>
            </p:custDataLst>
          </p:nvPr>
        </p:nvCxnSpPr>
        <p:spPr>
          <a:xfrm>
            <a:off x="-15240" y="714375"/>
            <a:ext cx="5410200" cy="0"/>
          </a:xfrm>
          <a:prstGeom prst="line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8" name="圆角矩形 47">
            <a:hlinkClick r:id="" action="ppaction://noaction"/>
          </p:cNvPr>
          <p:cNvSpPr/>
          <p:nvPr>
            <p:custDataLst>
              <p:tags r:id="rId6"/>
            </p:custDataLst>
          </p:nvPr>
        </p:nvSpPr>
        <p:spPr>
          <a:xfrm>
            <a:off x="0" y="22860"/>
            <a:ext cx="3021965" cy="663575"/>
          </a:xfrm>
          <a:prstGeom prst="roundRect">
            <a:avLst>
              <a:gd name="adj" fmla="val 581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sz="100" noProof="1"/>
          </a:p>
        </p:txBody>
      </p:sp>
      <p:sp>
        <p:nvSpPr>
          <p:cNvPr id="12" name="TextBox 14">
            <a:hlinkClick r:id="" action="ppaction://noaction"/>
          </p:cNvPr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2230" y="125095"/>
            <a:ext cx="3059430" cy="45847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r>
              <a:rPr lang="zh-CN" altLang="en-US" sz="2390" b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五、整体法和隔离法</a:t>
            </a:r>
          </a:p>
        </p:txBody>
      </p:sp>
    </p:spTree>
    <p:custDataLst>
      <p:tags r:id="rId1"/>
    </p:custData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996" name="Object 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853440" y="245110"/>
          <a:ext cx="7019925" cy="4347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9" imgW="8540750" imgH="5429250" progId="Word.Document.12">
                  <p:embed/>
                </p:oleObj>
              </mc:Choice>
              <mc:Fallback>
                <p:oleObj r:id="rId19" imgW="8540750" imgH="5429250" progId="Word.Document.12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53440" y="245110"/>
                        <a:ext cx="7019925" cy="43478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云形标注 6154"/>
          <p:cNvSpPr/>
          <p:nvPr>
            <p:custDataLst>
              <p:tags r:id="rId3"/>
            </p:custDataLst>
          </p:nvPr>
        </p:nvSpPr>
        <p:spPr>
          <a:xfrm>
            <a:off x="5004317" y="3601061"/>
            <a:ext cx="3169932" cy="1586747"/>
          </a:xfrm>
          <a:prstGeom prst="cloudCallout">
            <a:avLst>
              <a:gd name="adj1" fmla="val -57477"/>
              <a:gd name="adj2" fmla="val 17612"/>
            </a:avLst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pPr algn="ctr" fontAlgn="base"/>
            <a:r>
              <a:rPr lang="zh-CN" altLang="en-US" sz="2000" b="1" strike="noStrike" spc="200" noProof="1">
                <a:solidFill>
                  <a:schemeClr val="dk1"/>
                </a:solidFill>
                <a:latin typeface="楷体" panose="02010609060101010101" charset="-122"/>
                <a:ea typeface="楷体" panose="02010609060101010101" charset="-122"/>
                <a:cs typeface="+mj-cs"/>
                <a:sym typeface="+mn-ea"/>
              </a:rPr>
              <a:t>连接体问题的分析，关键是受力分析研究对象的选取</a:t>
            </a:r>
          </a:p>
        </p:txBody>
      </p:sp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3934213" y="4043669"/>
            <a:ext cx="559400" cy="339678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69988" name="组合 41"/>
          <p:cNvGrpSpPr/>
          <p:nvPr>
            <p:custDataLst>
              <p:tags r:id="rId5"/>
            </p:custDataLst>
          </p:nvPr>
        </p:nvGrpSpPr>
        <p:grpSpPr>
          <a:xfrm>
            <a:off x="4210944" y="4228159"/>
            <a:ext cx="274356" cy="592417"/>
            <a:chOff x="4400" y="6648"/>
            <a:chExt cx="578" cy="1247"/>
          </a:xfrm>
        </p:grpSpPr>
        <p:cxnSp>
          <p:nvCxnSpPr>
            <p:cNvPr id="43" name="直接箭头连接符 42"/>
            <p:cNvCxnSpPr/>
            <p:nvPr>
              <p:custDataLst>
                <p:tags r:id="rId15"/>
              </p:custDataLst>
            </p:nvPr>
          </p:nvCxnSpPr>
          <p:spPr>
            <a:xfrm flipH="1">
              <a:off x="4400" y="6648"/>
              <a:ext cx="0" cy="1247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989" name="文本框 43"/>
            <p:cNvSpPr txBox="1"/>
            <p:nvPr>
              <p:custDataLst>
                <p:tags r:id="rId16"/>
              </p:custDataLst>
            </p:nvPr>
          </p:nvSpPr>
          <p:spPr>
            <a:xfrm>
              <a:off x="4466" y="7548"/>
              <a:ext cx="512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G</a:t>
              </a:r>
            </a:p>
          </p:txBody>
        </p:sp>
      </p:grpSp>
      <p:grpSp>
        <p:nvGrpSpPr>
          <p:cNvPr id="5" name="组合 4"/>
          <p:cNvGrpSpPr/>
          <p:nvPr>
            <p:custDataLst>
              <p:tags r:id="rId6"/>
            </p:custDataLst>
          </p:nvPr>
        </p:nvGrpSpPr>
        <p:grpSpPr>
          <a:xfrm>
            <a:off x="4195029" y="3589185"/>
            <a:ext cx="452508" cy="636599"/>
            <a:chOff x="6407" y="7555"/>
            <a:chExt cx="952" cy="1340"/>
          </a:xfrm>
        </p:grpSpPr>
        <p:cxnSp>
          <p:nvCxnSpPr>
            <p:cNvPr id="6" name="直接箭头连接符 5"/>
            <p:cNvCxnSpPr/>
            <p:nvPr>
              <p:custDataLst>
                <p:tags r:id="rId13"/>
              </p:custDataLst>
            </p:nvPr>
          </p:nvCxnSpPr>
          <p:spPr>
            <a:xfrm flipH="1" flipV="1">
              <a:off x="6407" y="7555"/>
              <a:ext cx="22" cy="134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992" name="文本框 6"/>
            <p:cNvSpPr txBox="1"/>
            <p:nvPr>
              <p:custDataLst>
                <p:tags r:id="rId14"/>
              </p:custDataLst>
            </p:nvPr>
          </p:nvSpPr>
          <p:spPr>
            <a:xfrm>
              <a:off x="6407" y="7580"/>
              <a:ext cx="952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00" b="1" baseline="-250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N</a:t>
              </a:r>
            </a:p>
          </p:txBody>
        </p:sp>
      </p:grpSp>
      <p:grpSp>
        <p:nvGrpSpPr>
          <p:cNvPr id="3" name="组合 2"/>
          <p:cNvGrpSpPr/>
          <p:nvPr>
            <p:custDataLst>
              <p:tags r:id="rId7"/>
            </p:custDataLst>
          </p:nvPr>
        </p:nvGrpSpPr>
        <p:grpSpPr>
          <a:xfrm>
            <a:off x="4214032" y="3876604"/>
            <a:ext cx="790285" cy="357494"/>
            <a:chOff x="6447" y="8160"/>
            <a:chExt cx="1663" cy="752"/>
          </a:xfrm>
        </p:grpSpPr>
        <p:cxnSp>
          <p:nvCxnSpPr>
            <p:cNvPr id="8" name="直接箭头连接符 7"/>
            <p:cNvCxnSpPr/>
            <p:nvPr>
              <p:custDataLst>
                <p:tags r:id="rId11"/>
              </p:custDataLst>
            </p:nvPr>
          </p:nvCxnSpPr>
          <p:spPr>
            <a:xfrm flipV="1">
              <a:off x="6447" y="8350"/>
              <a:ext cx="1207" cy="562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995" name="文本框 8"/>
            <p:cNvSpPr txBox="1"/>
            <p:nvPr>
              <p:custDataLst>
                <p:tags r:id="rId12"/>
              </p:custDataLst>
            </p:nvPr>
          </p:nvSpPr>
          <p:spPr>
            <a:xfrm>
              <a:off x="7560" y="8160"/>
              <a:ext cx="550" cy="22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</a:p>
          </p:txBody>
        </p:sp>
      </p:grpSp>
      <p:grpSp>
        <p:nvGrpSpPr>
          <p:cNvPr id="9" name="组合 8"/>
          <p:cNvGrpSpPr/>
          <p:nvPr>
            <p:custDataLst>
              <p:tags r:id="rId8"/>
            </p:custDataLst>
          </p:nvPr>
        </p:nvGrpSpPr>
        <p:grpSpPr>
          <a:xfrm>
            <a:off x="3433010" y="4051195"/>
            <a:ext cx="764869" cy="184329"/>
            <a:chOff x="4803" y="8528"/>
            <a:chExt cx="1610" cy="388"/>
          </a:xfrm>
        </p:grpSpPr>
        <p:cxnSp>
          <p:nvCxnSpPr>
            <p:cNvPr id="10" name="直接箭头连接符 9"/>
            <p:cNvCxnSpPr/>
            <p:nvPr>
              <p:custDataLst>
                <p:tags r:id="rId9"/>
              </p:custDataLst>
            </p:nvPr>
          </p:nvCxnSpPr>
          <p:spPr>
            <a:xfrm flipH="1">
              <a:off x="5273" y="8913"/>
              <a:ext cx="1140" cy="3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999" name="文本框 10"/>
            <p:cNvSpPr txBox="1"/>
            <p:nvPr>
              <p:custDataLst>
                <p:tags r:id="rId10"/>
              </p:custDataLst>
            </p:nvPr>
          </p:nvSpPr>
          <p:spPr>
            <a:xfrm>
              <a:off x="4803" y="8528"/>
              <a:ext cx="922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en-US" altLang="zh-CN" sz="1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  <a:r>
                <a:rPr lang="en-US" altLang="zh-CN" sz="100" b="1" baseline="-2500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f</a:t>
              </a:r>
            </a:p>
          </p:txBody>
        </p:sp>
      </p:grpSp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033" name="对象 7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43462" y="246797"/>
          <a:ext cx="5876666" cy="2381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4" imgW="8794750" imgH="3568700" progId="Word.Document.8">
                  <p:embed/>
                </p:oleObj>
              </mc:Choice>
              <mc:Fallback>
                <p:oleObj r:id="rId84" imgW="8794750" imgH="35687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1543462" y="246797"/>
                        <a:ext cx="5876666" cy="2381546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 descr="u=3421520294,3232881359&amp;fm=23&amp;gp=0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24001" t="22667"/>
          <a:stretch>
            <a:fillRect/>
          </a:stretch>
        </p:blipFill>
        <p:spPr>
          <a:xfrm>
            <a:off x="2362906" y="1009532"/>
            <a:ext cx="962025" cy="69123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2362906" y="1009532"/>
            <a:ext cx="3664009" cy="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u=3421520294,3232881359&amp;fm=23&amp;gp=0.jp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8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24001" t="22667"/>
          <a:stretch>
            <a:fillRect/>
          </a:stretch>
        </p:blipFill>
        <p:spPr>
          <a:xfrm>
            <a:off x="2579064" y="1162744"/>
            <a:ext cx="962025" cy="69123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1608726" y="1377715"/>
            <a:ext cx="1931176" cy="1069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30720"/>
          <p:cNvSpPr txBox="1"/>
          <p:nvPr>
            <p:custDataLst>
              <p:tags r:id="rId7"/>
            </p:custDataLst>
          </p:nvPr>
        </p:nvSpPr>
        <p:spPr>
          <a:xfrm>
            <a:off x="1751330" y="2649855"/>
            <a:ext cx="81915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20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分析：</a:t>
            </a:r>
          </a:p>
        </p:txBody>
      </p:sp>
      <p:sp>
        <p:nvSpPr>
          <p:cNvPr id="14" name="文本框 30720"/>
          <p:cNvSpPr txBox="1"/>
          <p:nvPr>
            <p:custDataLst>
              <p:tags r:id="rId8"/>
            </p:custDataLst>
          </p:nvPr>
        </p:nvSpPr>
        <p:spPr>
          <a:xfrm>
            <a:off x="2574314" y="2649726"/>
            <a:ext cx="220091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若绳子的拉力为零</a:t>
            </a:r>
          </a:p>
        </p:txBody>
      </p:sp>
      <p:sp>
        <p:nvSpPr>
          <p:cNvPr id="5" name="直角三角形 4"/>
          <p:cNvSpPr/>
          <p:nvPr>
            <p:custDataLst>
              <p:tags r:id="rId9"/>
            </p:custDataLst>
          </p:nvPr>
        </p:nvSpPr>
        <p:spPr>
          <a:xfrm flipH="1" flipV="1">
            <a:off x="6591065" y="756556"/>
            <a:ext cx="593843" cy="445382"/>
          </a:xfrm>
          <a:prstGeom prst="rtTriangl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95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流程图: 手动输入 5"/>
          <p:cNvSpPr/>
          <p:nvPr>
            <p:custDataLst>
              <p:tags r:id="rId10"/>
            </p:custDataLst>
          </p:nvPr>
        </p:nvSpPr>
        <p:spPr>
          <a:xfrm flipV="1">
            <a:off x="6619569" y="356306"/>
            <a:ext cx="565338" cy="834943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0 w 10000"/>
              <a:gd name="connsiteY0-2" fmla="*/ 4517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0 w 10000"/>
              <a:gd name="connsiteY4-10" fmla="*/ 4517 h 10000"/>
              <a:gd name="connsiteX0-11" fmla="*/ 0 w 10000"/>
              <a:gd name="connsiteY0-12" fmla="*/ 4697 h 10000"/>
              <a:gd name="connsiteX1-13" fmla="*/ 10000 w 10000"/>
              <a:gd name="connsiteY1-14" fmla="*/ 0 h 10000"/>
              <a:gd name="connsiteX2-15" fmla="*/ 10000 w 10000"/>
              <a:gd name="connsiteY2-16" fmla="*/ 10000 h 10000"/>
              <a:gd name="connsiteX3-17" fmla="*/ 0 w 10000"/>
              <a:gd name="connsiteY3-18" fmla="*/ 10000 h 10000"/>
              <a:gd name="connsiteX4-19" fmla="*/ 0 w 10000"/>
              <a:gd name="connsiteY4-20" fmla="*/ 4697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0" y="4697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4697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95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5" name="组合 14"/>
          <p:cNvGrpSpPr/>
          <p:nvPr>
            <p:custDataLst>
              <p:tags r:id="rId11"/>
            </p:custDataLst>
          </p:nvPr>
        </p:nvGrpSpPr>
        <p:grpSpPr>
          <a:xfrm>
            <a:off x="1689488" y="3703202"/>
            <a:ext cx="1254196" cy="1286263"/>
            <a:chOff x="1866108" y="3027368"/>
            <a:chExt cx="1676400" cy="1719594"/>
          </a:xfrm>
        </p:grpSpPr>
        <p:grpSp>
          <p:nvGrpSpPr>
            <p:cNvPr id="172043" name="组合 9"/>
            <p:cNvGrpSpPr/>
            <p:nvPr>
              <p:custDataLst>
                <p:tags r:id="rId79"/>
              </p:custDataLst>
            </p:nvPr>
          </p:nvGrpSpPr>
          <p:grpSpPr>
            <a:xfrm>
              <a:off x="2530475" y="3027368"/>
              <a:ext cx="107950" cy="1262613"/>
              <a:chOff x="3849227" y="4086177"/>
              <a:chExt cx="108000" cy="1065458"/>
            </a:xfrm>
          </p:grpSpPr>
          <p:cxnSp>
            <p:nvCxnSpPr>
              <p:cNvPr id="18" name="直接箭头连接符 17"/>
              <p:cNvCxnSpPr/>
              <p:nvPr>
                <p:custDataLst>
                  <p:tags r:id="rId81"/>
                </p:custDataLst>
              </p:nvPr>
            </p:nvCxnSpPr>
            <p:spPr>
              <a:xfrm flipH="1">
                <a:off x="3905611" y="4149151"/>
                <a:ext cx="0" cy="1002224"/>
              </a:xfrm>
              <a:prstGeom prst="straightConnector1">
                <a:avLst/>
              </a:prstGeom>
              <a:ln w="31750">
                <a:solidFill>
                  <a:srgbClr val="0000CC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椭圆 18"/>
              <p:cNvSpPr/>
              <p:nvPr>
                <p:custDataLst>
                  <p:tags r:id="rId82"/>
                </p:custDataLst>
              </p:nvPr>
            </p:nvSpPr>
            <p:spPr>
              <a:xfrm>
                <a:off x="3848435" y="4086177"/>
                <a:ext cx="108000" cy="108530"/>
              </a:xfrm>
              <a:prstGeom prst="ellipse">
                <a:avLst/>
              </a:prstGeom>
              <a:solidFill>
                <a:schemeClr val="dk1"/>
              </a:solidFill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95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aphicFrame>
          <p:nvGraphicFramePr>
            <p:cNvPr id="172046" name="对象 11"/>
            <p:cNvGraphicFramePr>
              <a:graphicFrameLocks noChangeAspect="1"/>
            </p:cNvGraphicFramePr>
            <p:nvPr>
              <p:custDataLst>
                <p:tags r:id="rId80"/>
              </p:custDataLst>
            </p:nvPr>
          </p:nvGraphicFramePr>
          <p:xfrm>
            <a:off x="1866108" y="4315162"/>
            <a:ext cx="1676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7" imgW="1676400" imgH="431800" progId="Equation.DSMT4">
                    <p:embed/>
                  </p:oleObj>
                </mc:Choice>
                <mc:Fallback>
                  <p:oleObj r:id="rId87" imgW="1676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88"/>
                        <a:stretch>
                          <a:fillRect/>
                        </a:stretch>
                      </p:blipFill>
                      <p:spPr>
                        <a:xfrm>
                          <a:off x="1866108" y="4315162"/>
                          <a:ext cx="1676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2499490" y="2996530"/>
            <a:ext cx="725675" cy="806438"/>
            <a:chOff x="6048929" y="2209331"/>
            <a:chExt cx="971840" cy="1077750"/>
          </a:xfrm>
        </p:grpSpPr>
        <p:cxnSp>
          <p:nvCxnSpPr>
            <p:cNvPr id="21" name="直接箭头连接符 20"/>
            <p:cNvCxnSpPr/>
            <p:nvPr>
              <p:custDataLst>
                <p:tags r:id="rId77"/>
              </p:custDataLst>
            </p:nvPr>
          </p:nvCxnSpPr>
          <p:spPr>
            <a:xfrm rot="13140000" flipH="1">
              <a:off x="6048929" y="2244251"/>
              <a:ext cx="0" cy="1042830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049" name="对象 12"/>
            <p:cNvGraphicFramePr>
              <a:graphicFrameLocks noChangeAspect="1"/>
            </p:cNvGraphicFramePr>
            <p:nvPr>
              <p:custDataLst>
                <p:tags r:id="rId78"/>
              </p:custDataLst>
            </p:nvPr>
          </p:nvGraphicFramePr>
          <p:xfrm>
            <a:off x="6500069" y="2209331"/>
            <a:ext cx="520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9" imgW="520700" imgH="431800" progId="Equation.DSMT4">
                    <p:embed/>
                  </p:oleObj>
                </mc:Choice>
                <mc:Fallback>
                  <p:oleObj r:id="rId89" imgW="5207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0"/>
                        <a:stretch>
                          <a:fillRect/>
                        </a:stretch>
                      </p:blipFill>
                      <p:spPr>
                        <a:xfrm>
                          <a:off x="6500069" y="2209331"/>
                          <a:ext cx="5207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>
            <p:custDataLst>
              <p:tags r:id="rId13"/>
            </p:custDataLst>
          </p:nvPr>
        </p:nvGrpSpPr>
        <p:grpSpPr>
          <a:xfrm>
            <a:off x="1419884" y="3291076"/>
            <a:ext cx="833755" cy="351555"/>
            <a:chOff x="6866347" y="1117021"/>
            <a:chExt cx="1114758" cy="470808"/>
          </a:xfrm>
        </p:grpSpPr>
        <p:cxnSp>
          <p:nvCxnSpPr>
            <p:cNvPr id="24" name="直接箭头连接符 23"/>
            <p:cNvCxnSpPr/>
            <p:nvPr>
              <p:custDataLst>
                <p:tags r:id="rId75"/>
              </p:custDataLst>
            </p:nvPr>
          </p:nvCxnSpPr>
          <p:spPr>
            <a:xfrm rot="7740000" flipH="1">
              <a:off x="7603167" y="1073102"/>
              <a:ext cx="0" cy="755876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052" name="对象 16"/>
            <p:cNvGraphicFramePr>
              <a:graphicFrameLocks noChangeAspect="1"/>
            </p:cNvGraphicFramePr>
            <p:nvPr>
              <p:custDataLst>
                <p:tags r:id="rId76"/>
              </p:custDataLst>
            </p:nvPr>
          </p:nvGraphicFramePr>
          <p:xfrm>
            <a:off x="6866347" y="1117021"/>
            <a:ext cx="380962" cy="470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1" imgW="381000" imgH="469900" progId="Equation.DSMT4">
                    <p:embed/>
                  </p:oleObj>
                </mc:Choice>
                <mc:Fallback>
                  <p:oleObj r:id="rId91" imgW="381000" imgH="469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2"/>
                        <a:stretch>
                          <a:fillRect/>
                        </a:stretch>
                      </p:blipFill>
                      <p:spPr>
                        <a:xfrm>
                          <a:off x="6866347" y="1117021"/>
                          <a:ext cx="380962" cy="4708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/>
          <p:nvPr>
            <p:custDataLst>
              <p:tags r:id="rId14"/>
            </p:custDataLst>
          </p:nvPr>
        </p:nvSpPr>
        <p:spPr>
          <a:xfrm>
            <a:off x="6785845" y="491702"/>
            <a:ext cx="350368" cy="2957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95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30" name="组合 29"/>
          <p:cNvGrpSpPr/>
          <p:nvPr>
            <p:custDataLst>
              <p:tags r:id="rId15"/>
            </p:custDataLst>
          </p:nvPr>
        </p:nvGrpSpPr>
        <p:grpSpPr>
          <a:xfrm>
            <a:off x="3333245" y="3782778"/>
            <a:ext cx="606907" cy="754180"/>
            <a:chOff x="5632432" y="2780922"/>
            <a:chExt cx="811776" cy="1007492"/>
          </a:xfrm>
        </p:grpSpPr>
        <p:grpSp>
          <p:nvGrpSpPr>
            <p:cNvPr id="172055" name="组合 9"/>
            <p:cNvGrpSpPr/>
            <p:nvPr>
              <p:custDataLst>
                <p:tags r:id="rId71"/>
              </p:custDataLst>
            </p:nvPr>
          </p:nvGrpSpPr>
          <p:grpSpPr>
            <a:xfrm>
              <a:off x="5632432" y="2780922"/>
              <a:ext cx="108025" cy="851767"/>
              <a:chOff x="3849227" y="4086177"/>
              <a:chExt cx="108075" cy="898372"/>
            </a:xfrm>
          </p:grpSpPr>
          <p:cxnSp>
            <p:nvCxnSpPr>
              <p:cNvPr id="33" name="直接箭头连接符 32"/>
              <p:cNvCxnSpPr/>
              <p:nvPr>
                <p:custDataLst>
                  <p:tags r:id="rId73"/>
                </p:custDataLst>
              </p:nvPr>
            </p:nvCxnSpPr>
            <p:spPr>
              <a:xfrm flipH="1">
                <a:off x="3906443" y="4149767"/>
                <a:ext cx="0" cy="835033"/>
              </a:xfrm>
              <a:prstGeom prst="straightConnector1">
                <a:avLst/>
              </a:prstGeom>
              <a:ln w="31750">
                <a:solidFill>
                  <a:srgbClr val="0000CC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椭圆 33"/>
              <p:cNvSpPr/>
              <p:nvPr>
                <p:custDataLst>
                  <p:tags r:id="rId74"/>
                </p:custDataLst>
              </p:nvPr>
            </p:nvSpPr>
            <p:spPr>
              <a:xfrm>
                <a:off x="3849227" y="4086177"/>
                <a:ext cx="108075" cy="108771"/>
              </a:xfrm>
              <a:prstGeom prst="ellipse">
                <a:avLst/>
              </a:prstGeom>
              <a:solidFill>
                <a:schemeClr val="dk1"/>
              </a:solidFill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95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aphicFrame>
          <p:nvGraphicFramePr>
            <p:cNvPr id="172058" name="对象 11"/>
            <p:cNvGraphicFramePr>
              <a:graphicFrameLocks noChangeAspect="1"/>
            </p:cNvGraphicFramePr>
            <p:nvPr>
              <p:custDataLst>
                <p:tags r:id="rId72"/>
              </p:custDataLst>
            </p:nvPr>
          </p:nvGraphicFramePr>
          <p:xfrm>
            <a:off x="5783808" y="3356614"/>
            <a:ext cx="660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3" imgW="660400" imgH="431800" progId="Equation.DSMT4">
                    <p:embed/>
                  </p:oleObj>
                </mc:Choice>
                <mc:Fallback>
                  <p:oleObj r:id="rId93" imgW="660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4"/>
                        <a:stretch>
                          <a:fillRect/>
                        </a:stretch>
                      </p:blipFill>
                      <p:spPr>
                        <a:xfrm>
                          <a:off x="5783808" y="3356614"/>
                          <a:ext cx="660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5" name="组合 34"/>
          <p:cNvGrpSpPr/>
          <p:nvPr>
            <p:custDataLst>
              <p:tags r:id="rId16"/>
            </p:custDataLst>
          </p:nvPr>
        </p:nvGrpSpPr>
        <p:grpSpPr>
          <a:xfrm>
            <a:off x="3373626" y="3190122"/>
            <a:ext cx="371745" cy="635412"/>
            <a:chOff x="2584450" y="2192316"/>
            <a:chExt cx="496888" cy="849334"/>
          </a:xfrm>
        </p:grpSpPr>
        <p:cxnSp>
          <p:nvCxnSpPr>
            <p:cNvPr id="36" name="直接箭头连接符 35"/>
            <p:cNvCxnSpPr/>
            <p:nvPr>
              <p:custDataLst>
                <p:tags r:id="rId69"/>
              </p:custDataLst>
            </p:nvPr>
          </p:nvCxnSpPr>
          <p:spPr>
            <a:xfrm rot="10800000" flipH="1">
              <a:off x="2584450" y="2249467"/>
              <a:ext cx="0" cy="792183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061" name="对象 12"/>
            <p:cNvGraphicFramePr>
              <a:graphicFrameLocks noChangeAspect="1"/>
            </p:cNvGraphicFramePr>
            <p:nvPr>
              <p:custDataLst>
                <p:tags r:id="rId70"/>
              </p:custDataLst>
            </p:nvPr>
          </p:nvGraphicFramePr>
          <p:xfrm>
            <a:off x="2700338" y="2192316"/>
            <a:ext cx="3810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5" imgW="381000" imgH="431800" progId="Equation.DSMT4">
                    <p:embed/>
                  </p:oleObj>
                </mc:Choice>
                <mc:Fallback>
                  <p:oleObj r:id="rId95" imgW="3810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6"/>
                        <a:stretch>
                          <a:fillRect/>
                        </a:stretch>
                      </p:blipFill>
                      <p:spPr>
                        <a:xfrm>
                          <a:off x="2700338" y="2192316"/>
                          <a:ext cx="3810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/>
          <p:cNvGrpSpPr/>
          <p:nvPr>
            <p:custDataLst>
              <p:tags r:id="rId17"/>
            </p:custDataLst>
          </p:nvPr>
        </p:nvGrpSpPr>
        <p:grpSpPr>
          <a:xfrm>
            <a:off x="4504302" y="3800593"/>
            <a:ext cx="606907" cy="811189"/>
            <a:chOff x="6004800" y="3134637"/>
            <a:chExt cx="811776" cy="1085836"/>
          </a:xfrm>
        </p:grpSpPr>
        <p:grpSp>
          <p:nvGrpSpPr>
            <p:cNvPr id="172063" name="组合 9"/>
            <p:cNvGrpSpPr/>
            <p:nvPr>
              <p:custDataLst>
                <p:tags r:id="rId65"/>
              </p:custDataLst>
            </p:nvPr>
          </p:nvGrpSpPr>
          <p:grpSpPr>
            <a:xfrm>
              <a:off x="6004800" y="3134637"/>
              <a:ext cx="108025" cy="852808"/>
              <a:chOff x="3849227" y="4086177"/>
              <a:chExt cx="108075" cy="899467"/>
            </a:xfrm>
          </p:grpSpPr>
          <p:cxnSp>
            <p:nvCxnSpPr>
              <p:cNvPr id="41" name="直接箭头连接符 40"/>
              <p:cNvCxnSpPr/>
              <p:nvPr>
                <p:custDataLst>
                  <p:tags r:id="rId67"/>
                </p:custDataLst>
              </p:nvPr>
            </p:nvCxnSpPr>
            <p:spPr>
              <a:xfrm flipH="1">
                <a:off x="3906443" y="4149895"/>
                <a:ext cx="0" cy="835038"/>
              </a:xfrm>
              <a:prstGeom prst="straightConnector1">
                <a:avLst/>
              </a:prstGeom>
              <a:ln w="31750">
                <a:solidFill>
                  <a:srgbClr val="0000CC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椭圆 41"/>
              <p:cNvSpPr/>
              <p:nvPr>
                <p:custDataLst>
                  <p:tags r:id="rId68"/>
                </p:custDataLst>
              </p:nvPr>
            </p:nvSpPr>
            <p:spPr>
              <a:xfrm>
                <a:off x="3849227" y="4086177"/>
                <a:ext cx="108075" cy="108991"/>
              </a:xfrm>
              <a:prstGeom prst="ellipse">
                <a:avLst/>
              </a:prstGeom>
              <a:solidFill>
                <a:schemeClr val="dk1"/>
              </a:solidFill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95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aphicFrame>
          <p:nvGraphicFramePr>
            <p:cNvPr id="172066" name="对象 11"/>
            <p:cNvGraphicFramePr>
              <a:graphicFrameLocks noChangeAspect="1"/>
            </p:cNvGraphicFramePr>
            <p:nvPr>
              <p:custDataLst>
                <p:tags r:id="rId66"/>
              </p:custDataLst>
            </p:nvPr>
          </p:nvGraphicFramePr>
          <p:xfrm>
            <a:off x="6156176" y="3788673"/>
            <a:ext cx="660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7" imgW="660400" imgH="431800" progId="Equation.DSMT4">
                    <p:embed/>
                  </p:oleObj>
                </mc:Choice>
                <mc:Fallback>
                  <p:oleObj r:id="rId97" imgW="660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8"/>
                        <a:stretch>
                          <a:fillRect/>
                        </a:stretch>
                      </p:blipFill>
                      <p:spPr>
                        <a:xfrm>
                          <a:off x="6156176" y="3788673"/>
                          <a:ext cx="660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3" name="组合 42"/>
          <p:cNvGrpSpPr/>
          <p:nvPr>
            <p:custDataLst>
              <p:tags r:id="rId18"/>
            </p:custDataLst>
          </p:nvPr>
        </p:nvGrpSpPr>
        <p:grpSpPr>
          <a:xfrm>
            <a:off x="4777470" y="2996530"/>
            <a:ext cx="507141" cy="944209"/>
            <a:chOff x="6037586" y="2020861"/>
            <a:chExt cx="677971" cy="1262211"/>
          </a:xfrm>
        </p:grpSpPr>
        <p:cxnSp>
          <p:nvCxnSpPr>
            <p:cNvPr id="44" name="直接箭头连接符 43"/>
            <p:cNvCxnSpPr/>
            <p:nvPr>
              <p:custDataLst>
                <p:tags r:id="rId63"/>
              </p:custDataLst>
            </p:nvPr>
          </p:nvCxnSpPr>
          <p:spPr>
            <a:xfrm rot="13140000" flipH="1">
              <a:off x="6037586" y="2274891"/>
              <a:ext cx="0" cy="1008181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069" name="对象 12"/>
            <p:cNvGraphicFramePr>
              <a:graphicFrameLocks noChangeAspect="1"/>
            </p:cNvGraphicFramePr>
            <p:nvPr>
              <p:custDataLst>
                <p:tags r:id="rId64"/>
              </p:custDataLst>
            </p:nvPr>
          </p:nvGraphicFramePr>
          <p:xfrm>
            <a:off x="6194857" y="2020861"/>
            <a:ext cx="520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9" imgW="520700" imgH="431800" progId="Equation.DSMT4">
                    <p:embed/>
                  </p:oleObj>
                </mc:Choice>
                <mc:Fallback>
                  <p:oleObj r:id="rId99" imgW="5207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0"/>
                        <a:stretch>
                          <a:fillRect/>
                        </a:stretch>
                      </p:blipFill>
                      <p:spPr>
                        <a:xfrm>
                          <a:off x="6194857" y="2020861"/>
                          <a:ext cx="5207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6" name="组合 45"/>
          <p:cNvGrpSpPr/>
          <p:nvPr>
            <p:custDataLst>
              <p:tags r:id="rId19"/>
            </p:custDataLst>
          </p:nvPr>
        </p:nvGrpSpPr>
        <p:grpSpPr>
          <a:xfrm>
            <a:off x="4188378" y="3852851"/>
            <a:ext cx="361056" cy="501203"/>
            <a:chOff x="5932734" y="3000461"/>
            <a:chExt cx="483984" cy="667916"/>
          </a:xfrm>
        </p:grpSpPr>
        <p:cxnSp>
          <p:nvCxnSpPr>
            <p:cNvPr id="47" name="直接箭头连接符 46"/>
            <p:cNvCxnSpPr/>
            <p:nvPr>
              <p:custDataLst>
                <p:tags r:id="rId61"/>
              </p:custDataLst>
            </p:nvPr>
          </p:nvCxnSpPr>
          <p:spPr>
            <a:xfrm flipH="1">
              <a:off x="6416718" y="3000461"/>
              <a:ext cx="0" cy="538131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072" name="对象 16"/>
            <p:cNvGraphicFramePr>
              <a:graphicFrameLocks noChangeAspect="1"/>
            </p:cNvGraphicFramePr>
            <p:nvPr>
              <p:custDataLst>
                <p:tags r:id="rId62"/>
              </p:custDataLst>
            </p:nvPr>
          </p:nvGraphicFramePr>
          <p:xfrm>
            <a:off x="5932734" y="3236577"/>
            <a:ext cx="406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0" imgW="406400" imgH="431800" progId="Equation.DSMT4">
                    <p:embed/>
                  </p:oleObj>
                </mc:Choice>
                <mc:Fallback>
                  <p:oleObj r:id="rId100" imgW="406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01"/>
                        <a:stretch>
                          <a:fillRect/>
                        </a:stretch>
                      </p:blipFill>
                      <p:spPr>
                        <a:xfrm>
                          <a:off x="5932734" y="3236577"/>
                          <a:ext cx="406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" name="组合 48"/>
          <p:cNvGrpSpPr/>
          <p:nvPr>
            <p:custDataLst>
              <p:tags r:id="rId20"/>
            </p:custDataLst>
          </p:nvPr>
        </p:nvGrpSpPr>
        <p:grpSpPr>
          <a:xfrm>
            <a:off x="4054169" y="3237630"/>
            <a:ext cx="565338" cy="441819"/>
            <a:chOff x="7225182" y="858803"/>
            <a:chExt cx="755923" cy="591975"/>
          </a:xfrm>
        </p:grpSpPr>
        <p:cxnSp>
          <p:nvCxnSpPr>
            <p:cNvPr id="50" name="直接箭头连接符 49"/>
            <p:cNvCxnSpPr/>
            <p:nvPr>
              <p:custDataLst>
                <p:tags r:id="rId59"/>
              </p:custDataLst>
            </p:nvPr>
          </p:nvCxnSpPr>
          <p:spPr>
            <a:xfrm rot="7560000" flipH="1">
              <a:off x="7603138" y="1072812"/>
              <a:ext cx="0" cy="755923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075" name="对象 16"/>
            <p:cNvGraphicFramePr>
              <a:graphicFrameLocks noChangeAspect="1"/>
            </p:cNvGraphicFramePr>
            <p:nvPr>
              <p:custDataLst>
                <p:tags r:id="rId60"/>
              </p:custDataLst>
            </p:nvPr>
          </p:nvGraphicFramePr>
          <p:xfrm>
            <a:off x="7341935" y="858803"/>
            <a:ext cx="380962" cy="470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2" imgW="381000" imgH="469900" progId="Equation.DSMT4">
                    <p:embed/>
                  </p:oleObj>
                </mc:Choice>
                <mc:Fallback>
                  <p:oleObj r:id="rId102" imgW="381000" imgH="469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2"/>
                        <a:stretch>
                          <a:fillRect/>
                        </a:stretch>
                      </p:blipFill>
                      <p:spPr>
                        <a:xfrm>
                          <a:off x="7341935" y="858803"/>
                          <a:ext cx="380962" cy="4708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" name="文本框 30720"/>
          <p:cNvSpPr txBox="1"/>
          <p:nvPr>
            <p:custDataLst>
              <p:tags r:id="rId21"/>
            </p:custDataLst>
          </p:nvPr>
        </p:nvSpPr>
        <p:spPr>
          <a:xfrm>
            <a:off x="5547090" y="2628348"/>
            <a:ext cx="174371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1795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若绳子有拉力</a:t>
            </a:r>
          </a:p>
        </p:txBody>
      </p:sp>
      <p:grpSp>
        <p:nvGrpSpPr>
          <p:cNvPr id="55" name="组合 54"/>
          <p:cNvGrpSpPr/>
          <p:nvPr>
            <p:custDataLst>
              <p:tags r:id="rId22"/>
            </p:custDataLst>
          </p:nvPr>
        </p:nvGrpSpPr>
        <p:grpSpPr>
          <a:xfrm>
            <a:off x="5809568" y="3750710"/>
            <a:ext cx="606908" cy="754180"/>
            <a:chOff x="5632432" y="2780922"/>
            <a:chExt cx="811776" cy="1007492"/>
          </a:xfrm>
        </p:grpSpPr>
        <p:grpSp>
          <p:nvGrpSpPr>
            <p:cNvPr id="172078" name="组合 9"/>
            <p:cNvGrpSpPr/>
            <p:nvPr>
              <p:custDataLst>
                <p:tags r:id="rId55"/>
              </p:custDataLst>
            </p:nvPr>
          </p:nvGrpSpPr>
          <p:grpSpPr>
            <a:xfrm>
              <a:off x="5632432" y="2780922"/>
              <a:ext cx="108025" cy="851767"/>
              <a:chOff x="3849227" y="4086177"/>
              <a:chExt cx="108075" cy="898372"/>
            </a:xfrm>
          </p:grpSpPr>
          <p:cxnSp>
            <p:nvCxnSpPr>
              <p:cNvPr id="58" name="直接箭头连接符 57"/>
              <p:cNvCxnSpPr/>
              <p:nvPr>
                <p:custDataLst>
                  <p:tags r:id="rId57"/>
                </p:custDataLst>
              </p:nvPr>
            </p:nvCxnSpPr>
            <p:spPr>
              <a:xfrm flipH="1">
                <a:off x="3906443" y="4149767"/>
                <a:ext cx="0" cy="835033"/>
              </a:xfrm>
              <a:prstGeom prst="straightConnector1">
                <a:avLst/>
              </a:prstGeom>
              <a:ln w="31750">
                <a:solidFill>
                  <a:srgbClr val="0000CC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9" name="椭圆 58"/>
              <p:cNvSpPr/>
              <p:nvPr>
                <p:custDataLst>
                  <p:tags r:id="rId58"/>
                </p:custDataLst>
              </p:nvPr>
            </p:nvSpPr>
            <p:spPr>
              <a:xfrm>
                <a:off x="3849227" y="4086177"/>
                <a:ext cx="108075" cy="108772"/>
              </a:xfrm>
              <a:prstGeom prst="ellipse">
                <a:avLst/>
              </a:prstGeom>
              <a:solidFill>
                <a:schemeClr val="dk1"/>
              </a:solidFill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95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aphicFrame>
          <p:nvGraphicFramePr>
            <p:cNvPr id="172081" name="对象 11"/>
            <p:cNvGraphicFramePr>
              <a:graphicFrameLocks noChangeAspect="1"/>
            </p:cNvGraphicFramePr>
            <p:nvPr>
              <p:custDataLst>
                <p:tags r:id="rId56"/>
              </p:custDataLst>
            </p:nvPr>
          </p:nvGraphicFramePr>
          <p:xfrm>
            <a:off x="5783808" y="3356614"/>
            <a:ext cx="660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3" imgW="660400" imgH="431800" progId="Equation.DSMT4">
                    <p:embed/>
                  </p:oleObj>
                </mc:Choice>
                <mc:Fallback>
                  <p:oleObj r:id="rId103" imgW="660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4"/>
                        <a:stretch>
                          <a:fillRect/>
                        </a:stretch>
                      </p:blipFill>
                      <p:spPr>
                        <a:xfrm>
                          <a:off x="5783808" y="3356614"/>
                          <a:ext cx="660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组合 59"/>
          <p:cNvGrpSpPr/>
          <p:nvPr>
            <p:custDataLst>
              <p:tags r:id="rId23"/>
            </p:custDataLst>
          </p:nvPr>
        </p:nvGrpSpPr>
        <p:grpSpPr>
          <a:xfrm>
            <a:off x="5849949" y="3158055"/>
            <a:ext cx="371746" cy="635411"/>
            <a:chOff x="2584450" y="2192316"/>
            <a:chExt cx="496888" cy="849334"/>
          </a:xfrm>
        </p:grpSpPr>
        <p:cxnSp>
          <p:nvCxnSpPr>
            <p:cNvPr id="61" name="直接箭头连接符 60"/>
            <p:cNvCxnSpPr/>
            <p:nvPr>
              <p:custDataLst>
                <p:tags r:id="rId53"/>
              </p:custDataLst>
            </p:nvPr>
          </p:nvCxnSpPr>
          <p:spPr>
            <a:xfrm rot="10800000" flipH="1">
              <a:off x="2584450" y="2249467"/>
              <a:ext cx="0" cy="792183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084" name="对象 12"/>
            <p:cNvGraphicFramePr>
              <a:graphicFrameLocks noChangeAspect="1"/>
            </p:cNvGraphicFramePr>
            <p:nvPr>
              <p:custDataLst>
                <p:tags r:id="rId54"/>
              </p:custDataLst>
            </p:nvPr>
          </p:nvGraphicFramePr>
          <p:xfrm>
            <a:off x="2700338" y="2192316"/>
            <a:ext cx="3810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4" imgW="381000" imgH="431800" progId="Equation.DSMT4">
                    <p:embed/>
                  </p:oleObj>
                </mc:Choice>
                <mc:Fallback>
                  <p:oleObj r:id="rId104" imgW="3810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6"/>
                        <a:stretch>
                          <a:fillRect/>
                        </a:stretch>
                      </p:blipFill>
                      <p:spPr>
                        <a:xfrm>
                          <a:off x="2700338" y="2192316"/>
                          <a:ext cx="3810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组合 62"/>
          <p:cNvGrpSpPr/>
          <p:nvPr>
            <p:custDataLst>
              <p:tags r:id="rId24"/>
            </p:custDataLst>
          </p:nvPr>
        </p:nvGrpSpPr>
        <p:grpSpPr>
          <a:xfrm>
            <a:off x="5272734" y="3804156"/>
            <a:ext cx="583154" cy="328988"/>
            <a:chOff x="1750647" y="3092450"/>
            <a:chExt cx="779828" cy="439738"/>
          </a:xfrm>
        </p:grpSpPr>
        <p:cxnSp>
          <p:nvCxnSpPr>
            <p:cNvPr id="64" name="直接箭头连接符 63"/>
            <p:cNvCxnSpPr/>
            <p:nvPr>
              <p:custDataLst>
                <p:tags r:id="rId51"/>
              </p:custDataLst>
            </p:nvPr>
          </p:nvCxnSpPr>
          <p:spPr>
            <a:xfrm rot="5400000" flipH="1">
              <a:off x="2170732" y="2732708"/>
              <a:ext cx="0" cy="719475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087" name="对象 15"/>
            <p:cNvGraphicFramePr>
              <a:graphicFrameLocks noChangeAspect="1"/>
            </p:cNvGraphicFramePr>
            <p:nvPr>
              <p:custDataLst>
                <p:tags r:id="rId52"/>
              </p:custDataLst>
            </p:nvPr>
          </p:nvGraphicFramePr>
          <p:xfrm>
            <a:off x="1750647" y="3240088"/>
            <a:ext cx="304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5" imgW="304800" imgH="292100" progId="Equation.DSMT4">
                    <p:embed/>
                  </p:oleObj>
                </mc:Choice>
                <mc:Fallback>
                  <p:oleObj r:id="rId105" imgW="304800" imgH="2921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06"/>
                        <a:stretch>
                          <a:fillRect/>
                        </a:stretch>
                      </p:blipFill>
                      <p:spPr>
                        <a:xfrm>
                          <a:off x="1750647" y="3240088"/>
                          <a:ext cx="304800" cy="2921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" name="组合 65"/>
          <p:cNvGrpSpPr/>
          <p:nvPr>
            <p:custDataLst>
              <p:tags r:id="rId25"/>
            </p:custDataLst>
          </p:nvPr>
        </p:nvGrpSpPr>
        <p:grpSpPr>
          <a:xfrm>
            <a:off x="7078016" y="3692514"/>
            <a:ext cx="606908" cy="812377"/>
            <a:chOff x="6004800" y="3134637"/>
            <a:chExt cx="811776" cy="1085836"/>
          </a:xfrm>
        </p:grpSpPr>
        <p:grpSp>
          <p:nvGrpSpPr>
            <p:cNvPr id="172089" name="组合 9"/>
            <p:cNvGrpSpPr/>
            <p:nvPr>
              <p:custDataLst>
                <p:tags r:id="rId47"/>
              </p:custDataLst>
            </p:nvPr>
          </p:nvGrpSpPr>
          <p:grpSpPr>
            <a:xfrm>
              <a:off x="6004800" y="3134637"/>
              <a:ext cx="108025" cy="852808"/>
              <a:chOff x="3849227" y="4086177"/>
              <a:chExt cx="108075" cy="899467"/>
            </a:xfrm>
          </p:grpSpPr>
          <p:cxnSp>
            <p:nvCxnSpPr>
              <p:cNvPr id="69" name="直接箭头连接符 68"/>
              <p:cNvCxnSpPr/>
              <p:nvPr>
                <p:custDataLst>
                  <p:tags r:id="rId49"/>
                </p:custDataLst>
              </p:nvPr>
            </p:nvCxnSpPr>
            <p:spPr>
              <a:xfrm flipH="1">
                <a:off x="3906443" y="4149802"/>
                <a:ext cx="0" cy="835492"/>
              </a:xfrm>
              <a:prstGeom prst="straightConnector1">
                <a:avLst/>
              </a:prstGeom>
              <a:ln w="31750">
                <a:solidFill>
                  <a:srgbClr val="0000CC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椭圆 69"/>
              <p:cNvSpPr/>
              <p:nvPr>
                <p:custDataLst>
                  <p:tags r:id="rId50"/>
                </p:custDataLst>
              </p:nvPr>
            </p:nvSpPr>
            <p:spPr>
              <a:xfrm>
                <a:off x="3849227" y="4086177"/>
                <a:ext cx="108075" cy="108831"/>
              </a:xfrm>
              <a:prstGeom prst="ellipse">
                <a:avLst/>
              </a:prstGeom>
              <a:solidFill>
                <a:schemeClr val="dk1"/>
              </a:solidFill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95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aphicFrame>
          <p:nvGraphicFramePr>
            <p:cNvPr id="172092" name="对象 11"/>
            <p:cNvGraphicFramePr>
              <a:graphicFrameLocks noChangeAspect="1"/>
            </p:cNvGraphicFramePr>
            <p:nvPr>
              <p:custDataLst>
                <p:tags r:id="rId48"/>
              </p:custDataLst>
            </p:nvPr>
          </p:nvGraphicFramePr>
          <p:xfrm>
            <a:off x="6156176" y="3788673"/>
            <a:ext cx="660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7" imgW="660400" imgH="431800" progId="Equation.DSMT4">
                    <p:embed/>
                  </p:oleObj>
                </mc:Choice>
                <mc:Fallback>
                  <p:oleObj r:id="rId107" imgW="660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8"/>
                        <a:stretch>
                          <a:fillRect/>
                        </a:stretch>
                      </p:blipFill>
                      <p:spPr>
                        <a:xfrm>
                          <a:off x="6156176" y="3788673"/>
                          <a:ext cx="660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" name="组合 70"/>
          <p:cNvGrpSpPr/>
          <p:nvPr>
            <p:custDataLst>
              <p:tags r:id="rId26"/>
            </p:custDataLst>
          </p:nvPr>
        </p:nvGrpSpPr>
        <p:grpSpPr>
          <a:xfrm>
            <a:off x="7351183" y="2888450"/>
            <a:ext cx="507142" cy="945397"/>
            <a:chOff x="6037586" y="2020861"/>
            <a:chExt cx="677971" cy="1262211"/>
          </a:xfrm>
        </p:grpSpPr>
        <p:cxnSp>
          <p:nvCxnSpPr>
            <p:cNvPr id="72" name="直接箭头连接符 71"/>
            <p:cNvCxnSpPr/>
            <p:nvPr>
              <p:custDataLst>
                <p:tags r:id="rId45"/>
              </p:custDataLst>
            </p:nvPr>
          </p:nvCxnSpPr>
          <p:spPr>
            <a:xfrm rot="13140000" flipH="1">
              <a:off x="6037586" y="2276158"/>
              <a:ext cx="0" cy="1006914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095" name="对象 12"/>
            <p:cNvGraphicFramePr>
              <a:graphicFrameLocks noChangeAspect="1"/>
            </p:cNvGraphicFramePr>
            <p:nvPr>
              <p:custDataLst>
                <p:tags r:id="rId46"/>
              </p:custDataLst>
            </p:nvPr>
          </p:nvGraphicFramePr>
          <p:xfrm>
            <a:off x="6194857" y="2020861"/>
            <a:ext cx="520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8" imgW="520700" imgH="431800" progId="Equation.DSMT4">
                    <p:embed/>
                  </p:oleObj>
                </mc:Choice>
                <mc:Fallback>
                  <p:oleObj r:id="rId108" imgW="5207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0"/>
                        <a:stretch>
                          <a:fillRect/>
                        </a:stretch>
                      </p:blipFill>
                      <p:spPr>
                        <a:xfrm>
                          <a:off x="6194857" y="2020861"/>
                          <a:ext cx="5207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4" name="组合 73"/>
          <p:cNvGrpSpPr/>
          <p:nvPr>
            <p:custDataLst>
              <p:tags r:id="rId27"/>
            </p:custDataLst>
          </p:nvPr>
        </p:nvGrpSpPr>
        <p:grpSpPr>
          <a:xfrm>
            <a:off x="6762091" y="3745959"/>
            <a:ext cx="362244" cy="501203"/>
            <a:chOff x="5932734" y="3000461"/>
            <a:chExt cx="483984" cy="667916"/>
          </a:xfrm>
        </p:grpSpPr>
        <p:cxnSp>
          <p:nvCxnSpPr>
            <p:cNvPr id="75" name="直接箭头连接符 74"/>
            <p:cNvCxnSpPr/>
            <p:nvPr>
              <p:custDataLst>
                <p:tags r:id="rId43"/>
              </p:custDataLst>
            </p:nvPr>
          </p:nvCxnSpPr>
          <p:spPr>
            <a:xfrm flipH="1">
              <a:off x="6416718" y="3000461"/>
              <a:ext cx="0" cy="538131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098" name="对象 16"/>
            <p:cNvGraphicFramePr>
              <a:graphicFrameLocks noChangeAspect="1"/>
            </p:cNvGraphicFramePr>
            <p:nvPr>
              <p:custDataLst>
                <p:tags r:id="rId44"/>
              </p:custDataLst>
            </p:nvPr>
          </p:nvGraphicFramePr>
          <p:xfrm>
            <a:off x="5932734" y="3236577"/>
            <a:ext cx="406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9" imgW="406400" imgH="431800" progId="Equation.DSMT4">
                    <p:embed/>
                  </p:oleObj>
                </mc:Choice>
                <mc:Fallback>
                  <p:oleObj r:id="rId109" imgW="406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01"/>
                        <a:stretch>
                          <a:fillRect/>
                        </a:stretch>
                      </p:blipFill>
                      <p:spPr>
                        <a:xfrm>
                          <a:off x="5932734" y="3236577"/>
                          <a:ext cx="406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7" name="组合 76"/>
          <p:cNvGrpSpPr/>
          <p:nvPr>
            <p:custDataLst>
              <p:tags r:id="rId28"/>
            </p:custDataLst>
          </p:nvPr>
        </p:nvGrpSpPr>
        <p:grpSpPr>
          <a:xfrm>
            <a:off x="5886768" y="3805343"/>
            <a:ext cx="606907" cy="376497"/>
            <a:chOff x="2584451" y="3101974"/>
            <a:chExt cx="811709" cy="503240"/>
          </a:xfrm>
        </p:grpSpPr>
        <p:cxnSp>
          <p:nvCxnSpPr>
            <p:cNvPr id="78" name="直接箭头连接符 77"/>
            <p:cNvCxnSpPr/>
            <p:nvPr>
              <p:custDataLst>
                <p:tags r:id="rId41"/>
              </p:custDataLst>
            </p:nvPr>
          </p:nvCxnSpPr>
          <p:spPr>
            <a:xfrm rot="16200000" flipH="1">
              <a:off x="2944240" y="2742185"/>
              <a:ext cx="0" cy="719578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101" name="对象 16"/>
            <p:cNvGraphicFramePr>
              <a:graphicFrameLocks noChangeAspect="1"/>
            </p:cNvGraphicFramePr>
            <p:nvPr>
              <p:custDataLst>
                <p:tags r:id="rId42"/>
              </p:custDataLst>
            </p:nvPr>
          </p:nvGraphicFramePr>
          <p:xfrm>
            <a:off x="2900860" y="3173413"/>
            <a:ext cx="495300" cy="4318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0" imgW="495300" imgH="431800" progId="Equation.DSMT4">
                    <p:embed/>
                  </p:oleObj>
                </mc:Choice>
                <mc:Fallback>
                  <p:oleObj r:id="rId110" imgW="4953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11"/>
                        <a:stretch>
                          <a:fillRect/>
                        </a:stretch>
                      </p:blipFill>
                      <p:spPr>
                        <a:xfrm>
                          <a:off x="2900860" y="3173413"/>
                          <a:ext cx="495300" cy="4318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0" name="组合 79"/>
          <p:cNvGrpSpPr/>
          <p:nvPr>
            <p:custDataLst>
              <p:tags r:id="rId29"/>
            </p:custDataLst>
          </p:nvPr>
        </p:nvGrpSpPr>
        <p:grpSpPr>
          <a:xfrm>
            <a:off x="6472296" y="3365900"/>
            <a:ext cx="610470" cy="371746"/>
            <a:chOff x="2488933" y="2604557"/>
            <a:chExt cx="815517" cy="497417"/>
          </a:xfrm>
        </p:grpSpPr>
        <p:cxnSp>
          <p:nvCxnSpPr>
            <p:cNvPr id="81" name="直接箭头连接符 80"/>
            <p:cNvCxnSpPr/>
            <p:nvPr>
              <p:custDataLst>
                <p:tags r:id="rId39"/>
              </p:custDataLst>
            </p:nvPr>
          </p:nvCxnSpPr>
          <p:spPr>
            <a:xfrm rot="5400000" flipH="1">
              <a:off x="2944290" y="2741813"/>
              <a:ext cx="0" cy="720320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104" name="对象 16"/>
            <p:cNvGraphicFramePr>
              <a:graphicFrameLocks noChangeAspect="1"/>
            </p:cNvGraphicFramePr>
            <p:nvPr>
              <p:custDataLst>
                <p:tags r:id="rId40"/>
              </p:custDataLst>
            </p:nvPr>
          </p:nvGraphicFramePr>
          <p:xfrm>
            <a:off x="2488933" y="2604557"/>
            <a:ext cx="520700" cy="4318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2" imgW="520700" imgH="431800" progId="Equation.DSMT4">
                    <p:embed/>
                  </p:oleObj>
                </mc:Choice>
                <mc:Fallback>
                  <p:oleObj r:id="rId112" imgW="5207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13"/>
                        <a:stretch>
                          <a:fillRect/>
                        </a:stretch>
                      </p:blipFill>
                      <p:spPr>
                        <a:xfrm>
                          <a:off x="2488933" y="2604557"/>
                          <a:ext cx="520700" cy="4318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3" name="组合 82"/>
          <p:cNvGrpSpPr/>
          <p:nvPr>
            <p:custDataLst>
              <p:tags r:id="rId30"/>
            </p:custDataLst>
          </p:nvPr>
        </p:nvGrpSpPr>
        <p:grpSpPr>
          <a:xfrm>
            <a:off x="6665889" y="3092732"/>
            <a:ext cx="484576" cy="465573"/>
            <a:chOff x="7322862" y="858803"/>
            <a:chExt cx="647933" cy="623779"/>
          </a:xfrm>
        </p:grpSpPr>
        <p:cxnSp>
          <p:nvCxnSpPr>
            <p:cNvPr id="84" name="直接箭头连接符 83"/>
            <p:cNvCxnSpPr/>
            <p:nvPr>
              <p:custDataLst>
                <p:tags r:id="rId37"/>
              </p:custDataLst>
            </p:nvPr>
          </p:nvCxnSpPr>
          <p:spPr>
            <a:xfrm rot="7560000" flipH="1">
              <a:off x="7646823" y="1158611"/>
              <a:ext cx="0" cy="647933"/>
            </a:xfrm>
            <a:prstGeom prst="straightConnector1">
              <a:avLst/>
            </a:prstGeom>
            <a:ln w="31750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2107" name="对象 16"/>
            <p:cNvGraphicFramePr>
              <a:graphicFrameLocks noChangeAspect="1"/>
            </p:cNvGraphicFramePr>
            <p:nvPr>
              <p:custDataLst>
                <p:tags r:id="rId38"/>
              </p:custDataLst>
            </p:nvPr>
          </p:nvGraphicFramePr>
          <p:xfrm>
            <a:off x="7341935" y="858803"/>
            <a:ext cx="380962" cy="470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4" imgW="381000" imgH="469900" progId="Equation.DSMT4">
                    <p:embed/>
                  </p:oleObj>
                </mc:Choice>
                <mc:Fallback>
                  <p:oleObj r:id="rId114" imgW="381000" imgH="4699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2"/>
                        <a:stretch>
                          <a:fillRect/>
                        </a:stretch>
                      </p:blipFill>
                      <p:spPr>
                        <a:xfrm>
                          <a:off x="7341935" y="858803"/>
                          <a:ext cx="380962" cy="4708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6" name="矩形 85"/>
          <p:cNvSpPr/>
          <p:nvPr>
            <p:custDataLst>
              <p:tags r:id="rId31"/>
            </p:custDataLst>
          </p:nvPr>
        </p:nvSpPr>
        <p:spPr>
          <a:xfrm>
            <a:off x="6781094" y="485764"/>
            <a:ext cx="350368" cy="29692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95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7" name="直角三角形 86"/>
          <p:cNvSpPr/>
          <p:nvPr>
            <p:custDataLst>
              <p:tags r:id="rId32"/>
            </p:custDataLst>
          </p:nvPr>
        </p:nvSpPr>
        <p:spPr>
          <a:xfrm flipH="1" flipV="1">
            <a:off x="6608880" y="766057"/>
            <a:ext cx="592655" cy="445382"/>
          </a:xfrm>
          <a:prstGeom prst="rtTriangl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95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9" name="矩形 28"/>
          <p:cNvSpPr/>
          <p:nvPr>
            <p:custDataLst>
              <p:tags r:id="rId33"/>
            </p:custDataLst>
          </p:nvPr>
        </p:nvSpPr>
        <p:spPr>
          <a:xfrm>
            <a:off x="6941721" y="2175839"/>
            <a:ext cx="247650" cy="10668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algn="just"/>
            <a:r>
              <a:rPr lang="zh-CN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答案：</a:t>
            </a:r>
            <a:r>
              <a:rPr lang="en-US" altLang="zh-CN" sz="100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ACD</a:t>
            </a:r>
            <a:endParaRPr lang="en-US" altLang="zh-CN" sz="750">
              <a:solidFill>
                <a:schemeClr val="dk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34"/>
            </p:custDataLst>
          </p:nvPr>
        </p:nvGrpSpPr>
        <p:grpSpPr>
          <a:xfrm>
            <a:off x="6418851" y="1463228"/>
            <a:ext cx="1560618" cy="1077231"/>
            <a:chOff x="7170" y="4773"/>
            <a:chExt cx="3284" cy="2268"/>
          </a:xfrm>
        </p:grpSpPr>
        <p:pic>
          <p:nvPicPr>
            <p:cNvPr id="172112" name="图片 3" descr="无标题"/>
            <p:cNvPicPr>
              <a:picLocks noChangeAspect="1"/>
            </p:cNvPicPr>
            <p:nvPr>
              <p:custDataLst>
                <p:tags r:id="rId35"/>
              </p:custDataLst>
            </p:nvPr>
          </p:nvPicPr>
          <p:blipFill>
            <a:blip r:embed="rId115"/>
            <a:srcRect r="77194" b="72000"/>
            <a:stretch>
              <a:fillRect/>
            </a:stretch>
          </p:blipFill>
          <p:spPr>
            <a:xfrm>
              <a:off x="7170" y="4773"/>
              <a:ext cx="3284" cy="226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" name="流程图: 手动输入 5"/>
            <p:cNvSpPr/>
            <p:nvPr>
              <p:custDataLst>
                <p:tags r:id="rId36"/>
              </p:custDataLst>
            </p:nvPr>
          </p:nvSpPr>
          <p:spPr>
            <a:xfrm flipV="1">
              <a:off x="8727" y="4773"/>
              <a:ext cx="1190" cy="1758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000"/>
                <a:gd name="connsiteY0-2" fmla="*/ 4517 h 10000"/>
                <a:gd name="connsiteX1-3" fmla="*/ 10000 w 10000"/>
                <a:gd name="connsiteY1-4" fmla="*/ 0 h 10000"/>
                <a:gd name="connsiteX2-5" fmla="*/ 10000 w 10000"/>
                <a:gd name="connsiteY2-6" fmla="*/ 10000 h 10000"/>
                <a:gd name="connsiteX3-7" fmla="*/ 0 w 10000"/>
                <a:gd name="connsiteY3-8" fmla="*/ 10000 h 10000"/>
                <a:gd name="connsiteX4-9" fmla="*/ 0 w 10000"/>
                <a:gd name="connsiteY4-10" fmla="*/ 4517 h 10000"/>
                <a:gd name="connsiteX0-11" fmla="*/ 0 w 10000"/>
                <a:gd name="connsiteY0-12" fmla="*/ 4697 h 10000"/>
                <a:gd name="connsiteX1-13" fmla="*/ 10000 w 10000"/>
                <a:gd name="connsiteY1-14" fmla="*/ 0 h 10000"/>
                <a:gd name="connsiteX2-15" fmla="*/ 10000 w 10000"/>
                <a:gd name="connsiteY2-16" fmla="*/ 10000 h 10000"/>
                <a:gd name="connsiteX3-17" fmla="*/ 0 w 10000"/>
                <a:gd name="connsiteY3-18" fmla="*/ 10000 h 10000"/>
                <a:gd name="connsiteX4-19" fmla="*/ 0 w 10000"/>
                <a:gd name="connsiteY4-20" fmla="*/ 4697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00" h="10000">
                  <a:moveTo>
                    <a:pt x="0" y="4697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4697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95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06 -3.7037E-07 L 0.53611 0.0044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800" y="20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"/>
                                            </p:cond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2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132 0.04167 L 0.13854 0.04236" pathEditMode="relative" rAng="0" ptsTypes="AA">
                                      <p:cBhvr>
                                        <p:cTn id="19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000" y="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8"/>
                                            </p:cond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0123762 L -0.51 0.580074" pathEditMode="relative" rAng="0" ptsTypes="">
                                      <p:cBhvr>
                                        <p:cTn id="41" dur="1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4" y="2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2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94444E-05 0 L -0.393472 0.620421" pathEditMode="relative" rAng="0" ptsTypes="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1" y="3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75 -0.00334158 L -0.255486 0.557302" pathEditMode="relative" rAng="0" ptsTypes="">
                                      <p:cBhvr>
                                        <p:cTn id="7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" y="28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9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1" presetClass="entr" presetSubtype="1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4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00123762 L -0.118889 0.610396" pathEditMode="relative" rAng="0" ptsTypes="">
                                      <p:cBhvr>
                                        <p:cTn id="10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" y="3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21" presetID="22" presetClass="entr" presetSubtype="8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1" presetClass="entr" presetSubtype="1" repeatCount="3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8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94444E-05 -0.000123762 L 0.0238194 0.533416" pathEditMode="relative" rAng="0" ptsTypes="">
                                      <p:cBhvr>
                                        <p:cTn id="131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" y="2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49" presetID="22" presetClass="entr" presetSubtype="2" repeatCount="indefinite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  <p:bldP spid="5" grpId="0" animBg="1"/>
      <p:bldP spid="5" grpId="1" animBg="1"/>
      <p:bldP spid="8" grpId="0" animBg="1"/>
      <p:bldP spid="8" grpId="1" animBg="1"/>
      <p:bldP spid="54" grpId="0"/>
      <p:bldP spid="86" grpId="0" animBg="1"/>
      <p:bldP spid="86" grpId="1" animBg="1"/>
      <p:bldP spid="87" grpId="0" animBg="1"/>
      <p:bldP spid="87" grpId="1" animBg="1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>
            <p:custDataLst>
              <p:tags r:id="rId2"/>
            </p:custDataLst>
          </p:nvPr>
        </p:nvSpPr>
        <p:spPr>
          <a:xfrm>
            <a:off x="1169035" y="252730"/>
            <a:ext cx="6659880" cy="219837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R="0" defTabSz="9144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kumimoji="0" lang="zh-CN" altLang="en-US" sz="2000" b="1" kern="1200" cap="none" spc="200" normalizeH="0" noProof="1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总结：</a:t>
            </a:r>
            <a:r>
              <a:rPr kumimoji="0" lang="zh-CN" altLang="en-US" sz="2000" b="1" kern="1200" cap="none" spc="200" normalizeH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kumimoji="0" lang="en-US" altLang="zh-CN" sz="2000" b="1" kern="1200" cap="none" spc="200" normalizeH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kumimoji="0" lang="zh-CN" altLang="en-US" sz="2000" b="1" kern="1200" cap="none" spc="200" normalizeH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）分析弹力时，</a:t>
            </a:r>
            <a:r>
              <a:rPr lang="zh-CN" altLang="en-US" sz="2000" b="1" spc="20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并不一定有接触就一定有弹力，</a:t>
            </a:r>
            <a:r>
              <a:rPr kumimoji="0" lang="zh-CN" altLang="en-US" sz="2000" b="1" kern="1200" cap="none" spc="200" normalizeH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有接触且发生弹性形变才能有弹力</a:t>
            </a:r>
            <a:r>
              <a:rPr kumimoji="0" lang="en-US" altLang="zh-CN" sz="2000" b="1" kern="1200" cap="none" spc="200" normalizeH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.</a:t>
            </a:r>
          </a:p>
          <a:p>
            <a:pPr marR="0" defTabSz="914400" fontAlgn="auto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kumimoji="0" lang="zh-CN" altLang="en-US" sz="2000" b="1" kern="1200" cap="none" spc="200" normalizeH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kumimoji="0" lang="en-US" altLang="zh-CN" sz="2000" b="1" kern="1200" cap="none" spc="200" normalizeH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kumimoji="0" lang="zh-CN" altLang="en-US" sz="2000" b="1" kern="1200" cap="none" spc="200" normalizeH="0" noProof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）有面接触产生弹力的位置，也不一定有摩擦力</a:t>
            </a:r>
          </a:p>
        </p:txBody>
      </p:sp>
      <p:pic>
        <p:nvPicPr>
          <p:cNvPr id="173058" name="图片 1073742850" descr="D:\金版新学案物理课件\金版新学案物理课件\课件\第二章　相互作用\2-3-7.TIF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 r:link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80471" y="2805312"/>
            <a:ext cx="1447789" cy="102378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3" name="直接箭头连接符 2"/>
          <p:cNvCxnSpPr/>
          <p:nvPr>
            <p:custDataLst>
              <p:tags r:id="rId4"/>
            </p:custDataLst>
          </p:nvPr>
        </p:nvCxnSpPr>
        <p:spPr>
          <a:xfrm flipV="1">
            <a:off x="3555448" y="2565400"/>
            <a:ext cx="1071292" cy="239912"/>
          </a:xfrm>
          <a:prstGeom prst="straightConnector1">
            <a:avLst/>
          </a:prstGeom>
          <a:ln w="79375">
            <a:solidFill>
              <a:schemeClr val="dk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>
            <p:custDataLst>
              <p:tags r:id="rId5"/>
            </p:custDataLst>
          </p:nvPr>
        </p:nvCxnSpPr>
        <p:spPr>
          <a:xfrm>
            <a:off x="3478142" y="3399155"/>
            <a:ext cx="1148492" cy="513080"/>
          </a:xfrm>
          <a:prstGeom prst="straightConnector1">
            <a:avLst/>
          </a:prstGeom>
          <a:ln w="79375">
            <a:solidFill>
              <a:schemeClr val="dk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061" name="组合 6"/>
          <p:cNvGrpSpPr/>
          <p:nvPr>
            <p:custDataLst>
              <p:tags r:id="rId6"/>
            </p:custDataLst>
          </p:nvPr>
        </p:nvGrpSpPr>
        <p:grpSpPr>
          <a:xfrm>
            <a:off x="4613569" y="3643818"/>
            <a:ext cx="1559905" cy="1409779"/>
            <a:chOff x="7288" y="6866"/>
            <a:chExt cx="3284" cy="2968"/>
          </a:xfrm>
        </p:grpSpPr>
        <p:pic>
          <p:nvPicPr>
            <p:cNvPr id="173062" name="图片 4" descr="D:\金版新学案物理课件\金版新学案物理课件\课件\第二章　相互作用\2-3-7.TIF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5" r:link="rId16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288" y="6866"/>
              <a:ext cx="3048" cy="215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3063" name="文本框 5"/>
            <p:cNvSpPr txBox="1"/>
            <p:nvPr>
              <p:custDataLst>
                <p:tags r:id="rId12"/>
              </p:custDataLst>
            </p:nvPr>
          </p:nvSpPr>
          <p:spPr>
            <a:xfrm>
              <a:off x="8073" y="9156"/>
              <a:ext cx="2499" cy="67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r>
                <a:rPr lang="zh-CN" altLang="en-US" sz="1495" b="1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</a:rPr>
                <a:t>斜面光滑</a:t>
              </a:r>
            </a:p>
          </p:txBody>
        </p:sp>
      </p:grpSp>
      <p:grpSp>
        <p:nvGrpSpPr>
          <p:cNvPr id="173064" name="组合 8"/>
          <p:cNvGrpSpPr/>
          <p:nvPr>
            <p:custDataLst>
              <p:tags r:id="rId7"/>
            </p:custDataLst>
          </p:nvPr>
        </p:nvGrpSpPr>
        <p:grpSpPr>
          <a:xfrm>
            <a:off x="5229978" y="2258977"/>
            <a:ext cx="1560618" cy="1077231"/>
            <a:chOff x="7170" y="4773"/>
            <a:chExt cx="3284" cy="2268"/>
          </a:xfrm>
        </p:grpSpPr>
        <p:pic>
          <p:nvPicPr>
            <p:cNvPr id="173065" name="图片 1" descr="无标题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7"/>
            <a:srcRect r="77194" b="72000"/>
            <a:stretch>
              <a:fillRect/>
            </a:stretch>
          </p:blipFill>
          <p:spPr>
            <a:xfrm>
              <a:off x="7170" y="4773"/>
              <a:ext cx="3284" cy="226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" name="流程图: 手动输入 5"/>
            <p:cNvSpPr/>
            <p:nvPr>
              <p:custDataLst>
                <p:tags r:id="rId10"/>
              </p:custDataLst>
            </p:nvPr>
          </p:nvSpPr>
          <p:spPr>
            <a:xfrm flipV="1">
              <a:off x="8727" y="4773"/>
              <a:ext cx="1190" cy="175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-1" fmla="*/ 0 w 10000"/>
                <a:gd name="connsiteY0-2" fmla="*/ 4517 h 10000"/>
                <a:gd name="connsiteX1-3" fmla="*/ 10000 w 10000"/>
                <a:gd name="connsiteY1-4" fmla="*/ 0 h 10000"/>
                <a:gd name="connsiteX2-5" fmla="*/ 10000 w 10000"/>
                <a:gd name="connsiteY2-6" fmla="*/ 10000 h 10000"/>
                <a:gd name="connsiteX3-7" fmla="*/ 0 w 10000"/>
                <a:gd name="connsiteY3-8" fmla="*/ 10000 h 10000"/>
                <a:gd name="connsiteX4-9" fmla="*/ 0 w 10000"/>
                <a:gd name="connsiteY4-10" fmla="*/ 4517 h 10000"/>
                <a:gd name="connsiteX0-11" fmla="*/ 0 w 10000"/>
                <a:gd name="connsiteY0-12" fmla="*/ 4697 h 10000"/>
                <a:gd name="connsiteX1-13" fmla="*/ 10000 w 10000"/>
                <a:gd name="connsiteY1-14" fmla="*/ 0 h 10000"/>
                <a:gd name="connsiteX2-15" fmla="*/ 10000 w 10000"/>
                <a:gd name="connsiteY2-16" fmla="*/ 10000 h 10000"/>
                <a:gd name="connsiteX3-17" fmla="*/ 0 w 10000"/>
                <a:gd name="connsiteY3-18" fmla="*/ 10000 h 10000"/>
                <a:gd name="connsiteX4-19" fmla="*/ 0 w 10000"/>
                <a:gd name="connsiteY4-20" fmla="*/ 4697 h 100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10000" h="10000">
                  <a:moveTo>
                    <a:pt x="0" y="4697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4697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95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sp>
        <p:nvSpPr>
          <p:cNvPr id="10" name="流程图: 手动输入 5"/>
          <p:cNvSpPr/>
          <p:nvPr>
            <p:custDataLst>
              <p:tags r:id="rId8"/>
            </p:custDataLst>
          </p:nvPr>
        </p:nvSpPr>
        <p:spPr>
          <a:xfrm flipV="1">
            <a:off x="5348746" y="3611751"/>
            <a:ext cx="565338" cy="834943"/>
          </a:xfrm>
          <a:custGeom>
            <a:avLst/>
            <a:gdLst>
              <a:gd name="connsiteX0" fmla="*/ 0 w 10000"/>
              <a:gd name="connsiteY0" fmla="*/ 200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2000 h 10000"/>
              <a:gd name="connsiteX0-1" fmla="*/ 0 w 10000"/>
              <a:gd name="connsiteY0-2" fmla="*/ 4517 h 10000"/>
              <a:gd name="connsiteX1-3" fmla="*/ 10000 w 10000"/>
              <a:gd name="connsiteY1-4" fmla="*/ 0 h 10000"/>
              <a:gd name="connsiteX2-5" fmla="*/ 10000 w 10000"/>
              <a:gd name="connsiteY2-6" fmla="*/ 10000 h 10000"/>
              <a:gd name="connsiteX3-7" fmla="*/ 0 w 10000"/>
              <a:gd name="connsiteY3-8" fmla="*/ 10000 h 10000"/>
              <a:gd name="connsiteX4-9" fmla="*/ 0 w 10000"/>
              <a:gd name="connsiteY4-10" fmla="*/ 4517 h 10000"/>
              <a:gd name="connsiteX0-11" fmla="*/ 0 w 10000"/>
              <a:gd name="connsiteY0-12" fmla="*/ 4697 h 10000"/>
              <a:gd name="connsiteX1-13" fmla="*/ 10000 w 10000"/>
              <a:gd name="connsiteY1-14" fmla="*/ 0 h 10000"/>
              <a:gd name="connsiteX2-15" fmla="*/ 10000 w 10000"/>
              <a:gd name="connsiteY2-16" fmla="*/ 10000 h 10000"/>
              <a:gd name="connsiteX3-17" fmla="*/ 0 w 10000"/>
              <a:gd name="connsiteY3-18" fmla="*/ 10000 h 10000"/>
              <a:gd name="connsiteX4-19" fmla="*/ 0 w 10000"/>
              <a:gd name="connsiteY4-20" fmla="*/ 4697 h 10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00" h="10000">
                <a:moveTo>
                  <a:pt x="0" y="4697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4697"/>
                </a:lnTo>
                <a:close/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95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51389 -0.274381 L -0.00222222 0.00730198" pathEditMode="relative" rAng="0" ptsTypes="">
                                      <p:cBhvr>
                                        <p:cTn id="15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00" y="12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105" name="对象 7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56943" y="614509"/>
          <a:ext cx="6058620" cy="39017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8896350" imgH="5715000" progId="Word.Document.8">
                  <p:embed/>
                </p:oleObj>
              </mc:Choice>
              <mc:Fallback>
                <p:oleObj r:id="rId12" imgW="8896350" imgH="5715000" progId="Word.Document.8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56943" y="614509"/>
                        <a:ext cx="6058620" cy="390178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 descr="u=3421520294,3232881359&amp;fm=23&amp;gp=0.jp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24001" t="22667"/>
          <a:stretch>
            <a:fillRect/>
          </a:stretch>
        </p:blipFill>
        <p:spPr>
          <a:xfrm>
            <a:off x="2823727" y="1022597"/>
            <a:ext cx="962025" cy="69123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0" name="直接连接符 9"/>
          <p:cNvCxnSpPr/>
          <p:nvPr>
            <p:custDataLst>
              <p:tags r:id="rId4"/>
            </p:custDataLst>
          </p:nvPr>
        </p:nvCxnSpPr>
        <p:spPr>
          <a:xfrm>
            <a:off x="2875797" y="911472"/>
            <a:ext cx="4798248" cy="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 descr="u=3421520294,3232881359&amp;fm=23&amp;gp=0.jp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 l="24001" t="22667"/>
          <a:stretch>
            <a:fillRect/>
          </a:stretch>
        </p:blipFill>
        <p:spPr>
          <a:xfrm>
            <a:off x="2579064" y="1326645"/>
            <a:ext cx="962025" cy="691233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3" name="直接连接符 12"/>
          <p:cNvCxnSpPr/>
          <p:nvPr>
            <p:custDataLst>
              <p:tags r:id="rId6"/>
            </p:custDataLst>
          </p:nvPr>
        </p:nvCxnSpPr>
        <p:spPr>
          <a:xfrm>
            <a:off x="2579064" y="1259970"/>
            <a:ext cx="4797061" cy="0"/>
          </a:xfrm>
          <a:prstGeom prst="line">
            <a:avLst/>
          </a:prstGeom>
          <a:ln w="317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直角三角形 1"/>
          <p:cNvSpPr/>
          <p:nvPr>
            <p:custDataLst>
              <p:tags r:id="rId7"/>
            </p:custDataLst>
          </p:nvPr>
        </p:nvSpPr>
        <p:spPr>
          <a:xfrm rot="10800000" flipH="1">
            <a:off x="2034681" y="2072511"/>
            <a:ext cx="437068" cy="669854"/>
          </a:xfrm>
          <a:prstGeom prst="rtTriangl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" name="直接箭头连接符 2"/>
          <p:cNvCxnSpPr/>
          <p:nvPr>
            <p:custDataLst>
              <p:tags r:id="rId8"/>
            </p:custDataLst>
          </p:nvPr>
        </p:nvCxnSpPr>
        <p:spPr>
          <a:xfrm flipH="1">
            <a:off x="2147935" y="2324300"/>
            <a:ext cx="26129" cy="672230"/>
          </a:xfrm>
          <a:prstGeom prst="straightConnector1">
            <a:avLst/>
          </a:prstGeom>
          <a:ln w="412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>
            <p:custDataLst>
              <p:tags r:id="rId9"/>
            </p:custDataLst>
          </p:nvPr>
        </p:nvCxnSpPr>
        <p:spPr>
          <a:xfrm flipH="1" flipV="1">
            <a:off x="1633667" y="1972745"/>
            <a:ext cx="532083" cy="36818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>
            <p:custDataLst>
              <p:tags r:id="rId10"/>
            </p:custDataLst>
          </p:nvPr>
        </p:nvCxnSpPr>
        <p:spPr>
          <a:xfrm>
            <a:off x="2165750" y="2332614"/>
            <a:ext cx="574840" cy="17816"/>
          </a:xfrm>
          <a:prstGeom prst="straightConnector1">
            <a:avLst/>
          </a:prstGeom>
          <a:ln w="476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06 3.33333E-06 L 0.70503 0.00231" pathEditMode="relative" rAng="0" ptsTypes="AA">
                                      <p:cBhvr>
                                        <p:cTn id="11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00" y="10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"/>
                                            </p:cond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3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06 3.33333E-06 L 0.70503 0.00231" pathEditMode="relative" rAng="0" ptsTypes="AA">
                                      <p:cBhvr>
                                        <p:cTn id="20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200" y="100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9"/>
                                            </p:cond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129" name="Picture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524431" y="1596249"/>
            <a:ext cx="1814783" cy="2237599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6130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22617" y="1571308"/>
            <a:ext cx="1496483" cy="2235224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>
            <p:custDataLst>
              <p:tags r:id="rId4"/>
            </p:custDataLst>
          </p:nvPr>
        </p:nvSpPr>
        <p:spPr>
          <a:xfrm>
            <a:off x="2685956" y="1812408"/>
            <a:ext cx="798124" cy="9418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95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2" name="组合 1"/>
          <p:cNvGrpSpPr/>
          <p:nvPr>
            <p:custDataLst>
              <p:tags r:id="rId5"/>
            </p:custDataLst>
          </p:nvPr>
        </p:nvGrpSpPr>
        <p:grpSpPr>
          <a:xfrm>
            <a:off x="3044637" y="2264916"/>
            <a:ext cx="1381278" cy="1216190"/>
            <a:chOff x="2530475" y="3027363"/>
            <a:chExt cx="1846263" cy="1625600"/>
          </a:xfrm>
        </p:grpSpPr>
        <p:grpSp>
          <p:nvGrpSpPr>
            <p:cNvPr id="176133" name="组合 9"/>
            <p:cNvGrpSpPr/>
            <p:nvPr>
              <p:custDataLst>
                <p:tags r:id="rId79"/>
              </p:custDataLst>
            </p:nvPr>
          </p:nvGrpSpPr>
          <p:grpSpPr>
            <a:xfrm>
              <a:off x="2530475" y="3027363"/>
              <a:ext cx="107950" cy="1439862"/>
              <a:chOff x="3849227" y="4086177"/>
              <a:chExt cx="108000" cy="1215031"/>
            </a:xfrm>
          </p:grpSpPr>
          <p:cxnSp>
            <p:nvCxnSpPr>
              <p:cNvPr id="8" name="直接箭头连接符 7"/>
              <p:cNvCxnSpPr/>
              <p:nvPr>
                <p:custDataLst>
                  <p:tags r:id="rId81"/>
                </p:custDataLst>
              </p:nvPr>
            </p:nvCxnSpPr>
            <p:spPr>
              <a:xfrm flipH="1">
                <a:off x="3906403" y="4149139"/>
                <a:ext cx="0" cy="1152069"/>
              </a:xfrm>
              <a:prstGeom prst="straightConnector1">
                <a:avLst/>
              </a:prstGeom>
              <a:ln w="31750">
                <a:solidFill>
                  <a:srgbClr val="0000CC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椭圆 8"/>
              <p:cNvSpPr/>
              <p:nvPr>
                <p:custDataLst>
                  <p:tags r:id="rId82"/>
                </p:custDataLst>
              </p:nvPr>
            </p:nvSpPr>
            <p:spPr>
              <a:xfrm>
                <a:off x="3849227" y="4086177"/>
                <a:ext cx="108000" cy="108508"/>
              </a:xfrm>
              <a:prstGeom prst="ellipse">
                <a:avLst/>
              </a:prstGeom>
              <a:solidFill>
                <a:schemeClr val="dk1"/>
              </a:solidFill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95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aphicFrame>
          <p:nvGraphicFramePr>
            <p:cNvPr id="176136" name="对象 11"/>
            <p:cNvGraphicFramePr>
              <a:graphicFrameLocks noChangeAspect="1"/>
            </p:cNvGraphicFramePr>
            <p:nvPr>
              <p:custDataLst>
                <p:tags r:id="rId80"/>
              </p:custDataLst>
            </p:nvPr>
          </p:nvGraphicFramePr>
          <p:xfrm>
            <a:off x="2700338" y="4221163"/>
            <a:ext cx="1676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6" imgW="1676400" imgH="431800" progId="Equation.DSMT4">
                    <p:embed/>
                  </p:oleObj>
                </mc:Choice>
                <mc:Fallback>
                  <p:oleObj r:id="rId86" imgW="1676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87"/>
                        <a:stretch>
                          <a:fillRect/>
                        </a:stretch>
                      </p:blipFill>
                      <p:spPr>
                        <a:xfrm>
                          <a:off x="2700338" y="4221163"/>
                          <a:ext cx="1676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>
            <p:custDataLst>
              <p:tags r:id="rId6"/>
            </p:custDataLst>
          </p:nvPr>
        </p:nvGrpSpPr>
        <p:grpSpPr>
          <a:xfrm>
            <a:off x="2719211" y="1070105"/>
            <a:ext cx="371746" cy="1205500"/>
            <a:chOff x="2584450" y="1430338"/>
            <a:chExt cx="496888" cy="1611312"/>
          </a:xfrm>
        </p:grpSpPr>
        <p:cxnSp>
          <p:nvCxnSpPr>
            <p:cNvPr id="11" name="直接箭头连接符 10"/>
            <p:cNvCxnSpPr/>
            <p:nvPr>
              <p:custDataLst>
                <p:tags r:id="rId77"/>
              </p:custDataLst>
            </p:nvPr>
          </p:nvCxnSpPr>
          <p:spPr>
            <a:xfrm rot="10800000" flipH="1">
              <a:off x="2584450" y="1601788"/>
              <a:ext cx="0" cy="1439862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39" name="对象 12"/>
            <p:cNvGraphicFramePr>
              <a:graphicFrameLocks noChangeAspect="1"/>
            </p:cNvGraphicFramePr>
            <p:nvPr>
              <p:custDataLst>
                <p:tags r:id="rId78"/>
              </p:custDataLst>
            </p:nvPr>
          </p:nvGraphicFramePr>
          <p:xfrm>
            <a:off x="2700338" y="1430338"/>
            <a:ext cx="3810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8" imgW="381000" imgH="431800" progId="Equation.DSMT4">
                    <p:embed/>
                  </p:oleObj>
                </mc:Choice>
                <mc:Fallback>
                  <p:oleObj r:id="rId88" imgW="3810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89"/>
                        <a:stretch>
                          <a:fillRect/>
                        </a:stretch>
                      </p:blipFill>
                      <p:spPr>
                        <a:xfrm>
                          <a:off x="2700338" y="1430338"/>
                          <a:ext cx="3810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组合 5"/>
          <p:cNvGrpSpPr/>
          <p:nvPr>
            <p:custDataLst>
              <p:tags r:id="rId7"/>
            </p:custDataLst>
          </p:nvPr>
        </p:nvGrpSpPr>
        <p:grpSpPr>
          <a:xfrm>
            <a:off x="1788066" y="2313611"/>
            <a:ext cx="1256571" cy="328989"/>
            <a:chOff x="850900" y="3092450"/>
            <a:chExt cx="1679575" cy="439738"/>
          </a:xfrm>
        </p:grpSpPr>
        <p:cxnSp>
          <p:nvCxnSpPr>
            <p:cNvPr id="14" name="直接箭头连接符 13"/>
            <p:cNvCxnSpPr/>
            <p:nvPr>
              <p:custDataLst>
                <p:tags r:id="rId75"/>
              </p:custDataLst>
            </p:nvPr>
          </p:nvCxnSpPr>
          <p:spPr>
            <a:xfrm rot="5400000" flipH="1">
              <a:off x="1702594" y="2264569"/>
              <a:ext cx="0" cy="1655762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42" name="对象 15"/>
            <p:cNvGraphicFramePr>
              <a:graphicFrameLocks noChangeAspect="1"/>
            </p:cNvGraphicFramePr>
            <p:nvPr>
              <p:custDataLst>
                <p:tags r:id="rId76"/>
              </p:custDataLst>
            </p:nvPr>
          </p:nvGraphicFramePr>
          <p:xfrm>
            <a:off x="850900" y="3240088"/>
            <a:ext cx="304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0" imgW="304800" imgH="292100" progId="Equation.DSMT4">
                    <p:embed/>
                  </p:oleObj>
                </mc:Choice>
                <mc:Fallback>
                  <p:oleObj r:id="rId90" imgW="304800" imgH="2921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1"/>
                        <a:stretch>
                          <a:fillRect/>
                        </a:stretch>
                      </p:blipFill>
                      <p:spPr>
                        <a:xfrm>
                          <a:off x="850900" y="3240088"/>
                          <a:ext cx="304800" cy="2921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组合 2"/>
          <p:cNvGrpSpPr/>
          <p:nvPr>
            <p:custDataLst>
              <p:tags r:id="rId8"/>
            </p:custDataLst>
          </p:nvPr>
        </p:nvGrpSpPr>
        <p:grpSpPr>
          <a:xfrm>
            <a:off x="3117086" y="2320737"/>
            <a:ext cx="1348022" cy="376497"/>
            <a:chOff x="2584450" y="3101975"/>
            <a:chExt cx="1801813" cy="503238"/>
          </a:xfrm>
        </p:grpSpPr>
        <p:cxnSp>
          <p:nvCxnSpPr>
            <p:cNvPr id="15" name="直接箭头连接符 14"/>
            <p:cNvCxnSpPr/>
            <p:nvPr>
              <p:custDataLst>
                <p:tags r:id="rId73"/>
              </p:custDataLst>
            </p:nvPr>
          </p:nvCxnSpPr>
          <p:spPr>
            <a:xfrm rot="16200000" flipH="1">
              <a:off x="3412322" y="2274086"/>
              <a:ext cx="0" cy="1655763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45" name="对象 16"/>
            <p:cNvGraphicFramePr>
              <a:graphicFrameLocks noChangeAspect="1"/>
            </p:cNvGraphicFramePr>
            <p:nvPr>
              <p:custDataLst>
                <p:tags r:id="rId74"/>
              </p:custDataLst>
            </p:nvPr>
          </p:nvGraphicFramePr>
          <p:xfrm>
            <a:off x="3979863" y="3173413"/>
            <a:ext cx="406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2" imgW="406400" imgH="431800" progId="Equation.DSMT4">
                    <p:embed/>
                  </p:oleObj>
                </mc:Choice>
                <mc:Fallback>
                  <p:oleObj r:id="rId92" imgW="406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3"/>
                        <a:stretch>
                          <a:fillRect/>
                        </a:stretch>
                      </p:blipFill>
                      <p:spPr>
                        <a:xfrm>
                          <a:off x="3979863" y="3173413"/>
                          <a:ext cx="406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直角三角形 6"/>
          <p:cNvSpPr/>
          <p:nvPr>
            <p:custDataLst>
              <p:tags r:id="rId9"/>
            </p:custDataLst>
          </p:nvPr>
        </p:nvSpPr>
        <p:spPr>
          <a:xfrm flipH="1">
            <a:off x="2702584" y="1774402"/>
            <a:ext cx="780310" cy="970339"/>
          </a:xfrm>
          <a:prstGeom prst="rtTriangl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95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0" name="组合 9"/>
          <p:cNvGrpSpPr/>
          <p:nvPr>
            <p:custDataLst>
              <p:tags r:id="rId10"/>
            </p:custDataLst>
          </p:nvPr>
        </p:nvGrpSpPr>
        <p:grpSpPr>
          <a:xfrm>
            <a:off x="3209725" y="2372995"/>
            <a:ext cx="606907" cy="973902"/>
            <a:chOff x="6004799" y="3134628"/>
            <a:chExt cx="811777" cy="1302484"/>
          </a:xfrm>
        </p:grpSpPr>
        <p:grpSp>
          <p:nvGrpSpPr>
            <p:cNvPr id="176148" name="组合 9"/>
            <p:cNvGrpSpPr/>
            <p:nvPr>
              <p:custDataLst>
                <p:tags r:id="rId69"/>
              </p:custDataLst>
            </p:nvPr>
          </p:nvGrpSpPr>
          <p:grpSpPr>
            <a:xfrm>
              <a:off x="6004799" y="3134628"/>
              <a:ext cx="107950" cy="1152000"/>
              <a:chOff x="3849227" y="4086177"/>
              <a:chExt cx="108000" cy="1215031"/>
            </a:xfrm>
          </p:grpSpPr>
          <p:cxnSp>
            <p:nvCxnSpPr>
              <p:cNvPr id="29" name="直接箭头连接符 28"/>
              <p:cNvCxnSpPr/>
              <p:nvPr>
                <p:custDataLst>
                  <p:tags r:id="rId71"/>
                </p:custDataLst>
              </p:nvPr>
            </p:nvCxnSpPr>
            <p:spPr>
              <a:xfrm flipH="1">
                <a:off x="3906443" y="4149839"/>
                <a:ext cx="0" cy="1150934"/>
              </a:xfrm>
              <a:prstGeom prst="straightConnector1">
                <a:avLst/>
              </a:prstGeom>
              <a:ln w="31750">
                <a:solidFill>
                  <a:srgbClr val="0000CC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椭圆 29"/>
              <p:cNvSpPr/>
              <p:nvPr>
                <p:custDataLst>
                  <p:tags r:id="rId72"/>
                </p:custDataLst>
              </p:nvPr>
            </p:nvSpPr>
            <p:spPr>
              <a:xfrm>
                <a:off x="3849227" y="4086177"/>
                <a:ext cx="108075" cy="108895"/>
              </a:xfrm>
              <a:prstGeom prst="ellipse">
                <a:avLst/>
              </a:prstGeom>
              <a:solidFill>
                <a:schemeClr val="dk1"/>
              </a:solidFill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95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aphicFrame>
          <p:nvGraphicFramePr>
            <p:cNvPr id="176151" name="对象 11"/>
            <p:cNvGraphicFramePr>
              <a:graphicFrameLocks noChangeAspect="1"/>
            </p:cNvGraphicFramePr>
            <p:nvPr>
              <p:custDataLst>
                <p:tags r:id="rId70"/>
              </p:custDataLst>
            </p:nvPr>
          </p:nvGraphicFramePr>
          <p:xfrm>
            <a:off x="6156176" y="4005312"/>
            <a:ext cx="660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4" imgW="660400" imgH="431800" progId="Equation.DSMT4">
                    <p:embed/>
                  </p:oleObj>
                </mc:Choice>
                <mc:Fallback>
                  <p:oleObj r:id="rId94" imgW="660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5"/>
                        <a:stretch>
                          <a:fillRect/>
                        </a:stretch>
                      </p:blipFill>
                      <p:spPr>
                        <a:xfrm>
                          <a:off x="6156176" y="4005312"/>
                          <a:ext cx="660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组合 31"/>
          <p:cNvGrpSpPr/>
          <p:nvPr>
            <p:custDataLst>
              <p:tags r:id="rId11"/>
            </p:custDataLst>
          </p:nvPr>
        </p:nvGrpSpPr>
        <p:grpSpPr>
          <a:xfrm>
            <a:off x="2008975" y="2413376"/>
            <a:ext cx="1256571" cy="328989"/>
            <a:chOff x="850900" y="3092450"/>
            <a:chExt cx="1679575" cy="439738"/>
          </a:xfrm>
        </p:grpSpPr>
        <p:cxnSp>
          <p:nvCxnSpPr>
            <p:cNvPr id="33" name="直接箭头连接符 32"/>
            <p:cNvCxnSpPr/>
            <p:nvPr>
              <p:custDataLst>
                <p:tags r:id="rId67"/>
              </p:custDataLst>
            </p:nvPr>
          </p:nvCxnSpPr>
          <p:spPr>
            <a:xfrm rot="5400000" flipH="1">
              <a:off x="1702594" y="2264569"/>
              <a:ext cx="0" cy="1655762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54" name="对象 15"/>
            <p:cNvGraphicFramePr>
              <a:graphicFrameLocks noChangeAspect="1"/>
            </p:cNvGraphicFramePr>
            <p:nvPr>
              <p:custDataLst>
                <p:tags r:id="rId68"/>
              </p:custDataLst>
            </p:nvPr>
          </p:nvGraphicFramePr>
          <p:xfrm>
            <a:off x="850900" y="3240088"/>
            <a:ext cx="3048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6" imgW="304800" imgH="292100" progId="Equation.DSMT4">
                    <p:embed/>
                  </p:oleObj>
                </mc:Choice>
                <mc:Fallback>
                  <p:oleObj r:id="rId96" imgW="304800" imgH="2921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1"/>
                        <a:stretch>
                          <a:fillRect/>
                        </a:stretch>
                      </p:blipFill>
                      <p:spPr>
                        <a:xfrm>
                          <a:off x="850900" y="3240088"/>
                          <a:ext cx="304800" cy="2921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>
            <p:custDataLst>
              <p:tags r:id="rId12"/>
            </p:custDataLst>
          </p:nvPr>
        </p:nvGrpSpPr>
        <p:grpSpPr>
          <a:xfrm>
            <a:off x="3181221" y="2608157"/>
            <a:ext cx="894327" cy="383623"/>
            <a:chOff x="5966463" y="3449401"/>
            <a:chExt cx="1195925" cy="511493"/>
          </a:xfrm>
        </p:grpSpPr>
        <p:cxnSp>
          <p:nvCxnSpPr>
            <p:cNvPr id="36" name="直接箭头连接符 35"/>
            <p:cNvCxnSpPr/>
            <p:nvPr>
              <p:custDataLst>
                <p:tags r:id="rId65"/>
              </p:custDataLst>
            </p:nvPr>
          </p:nvCxnSpPr>
          <p:spPr>
            <a:xfrm rot="18540000" flipH="1">
              <a:off x="6416713" y="2999134"/>
              <a:ext cx="0" cy="900517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57" name="对象 16"/>
            <p:cNvGraphicFramePr>
              <a:graphicFrameLocks noChangeAspect="1"/>
            </p:cNvGraphicFramePr>
            <p:nvPr>
              <p:custDataLst>
                <p:tags r:id="rId66"/>
              </p:custDataLst>
            </p:nvPr>
          </p:nvGraphicFramePr>
          <p:xfrm>
            <a:off x="6755988" y="3529094"/>
            <a:ext cx="406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7" imgW="406400" imgH="431800" progId="Equation.DSMT4">
                    <p:embed/>
                  </p:oleObj>
                </mc:Choice>
                <mc:Fallback>
                  <p:oleObj r:id="rId97" imgW="406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8"/>
                        <a:stretch>
                          <a:fillRect/>
                        </a:stretch>
                      </p:blipFill>
                      <p:spPr>
                        <a:xfrm>
                          <a:off x="6755988" y="3529094"/>
                          <a:ext cx="406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>
            <p:custDataLst>
              <p:tags r:id="rId13"/>
            </p:custDataLst>
          </p:nvPr>
        </p:nvGrpSpPr>
        <p:grpSpPr>
          <a:xfrm>
            <a:off x="3336807" y="1433536"/>
            <a:ext cx="737553" cy="1086732"/>
            <a:chOff x="6174147" y="1879600"/>
            <a:chExt cx="987066" cy="1451742"/>
          </a:xfrm>
        </p:grpSpPr>
        <p:cxnSp>
          <p:nvCxnSpPr>
            <p:cNvPr id="39" name="直接箭头连接符 38"/>
            <p:cNvCxnSpPr/>
            <p:nvPr>
              <p:custDataLst>
                <p:tags r:id="rId63"/>
              </p:custDataLst>
            </p:nvPr>
          </p:nvCxnSpPr>
          <p:spPr>
            <a:xfrm rot="13140000" flipH="1">
              <a:off x="6174147" y="1890706"/>
              <a:ext cx="0" cy="1440636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60" name="对象 12"/>
            <p:cNvGraphicFramePr>
              <a:graphicFrameLocks noChangeAspect="1"/>
            </p:cNvGraphicFramePr>
            <p:nvPr>
              <p:custDataLst>
                <p:tags r:id="rId64"/>
              </p:custDataLst>
            </p:nvPr>
          </p:nvGraphicFramePr>
          <p:xfrm>
            <a:off x="6640513" y="1879600"/>
            <a:ext cx="5207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9" imgW="520700" imgH="431800" progId="Equation.DSMT4">
                    <p:embed/>
                  </p:oleObj>
                </mc:Choice>
                <mc:Fallback>
                  <p:oleObj r:id="rId99" imgW="5207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00"/>
                        <a:stretch>
                          <a:fillRect/>
                        </a:stretch>
                      </p:blipFill>
                      <p:spPr>
                        <a:xfrm>
                          <a:off x="6640513" y="1879600"/>
                          <a:ext cx="5207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直角三角形 15"/>
          <p:cNvSpPr/>
          <p:nvPr>
            <p:custDataLst>
              <p:tags r:id="rId14"/>
            </p:custDataLst>
          </p:nvPr>
        </p:nvSpPr>
        <p:spPr>
          <a:xfrm flipV="1">
            <a:off x="2704959" y="1798155"/>
            <a:ext cx="834943" cy="996468"/>
          </a:xfrm>
          <a:prstGeom prst="rt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95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7" name="组合 16"/>
          <p:cNvGrpSpPr/>
          <p:nvPr>
            <p:custDataLst>
              <p:tags r:id="rId15"/>
            </p:custDataLst>
          </p:nvPr>
        </p:nvGrpSpPr>
        <p:grpSpPr>
          <a:xfrm>
            <a:off x="2938933" y="2111704"/>
            <a:ext cx="606907" cy="975090"/>
            <a:chOff x="5632431" y="2780928"/>
            <a:chExt cx="811777" cy="1302484"/>
          </a:xfrm>
        </p:grpSpPr>
        <p:grpSp>
          <p:nvGrpSpPr>
            <p:cNvPr id="176163" name="组合 9"/>
            <p:cNvGrpSpPr/>
            <p:nvPr>
              <p:custDataLst>
                <p:tags r:id="rId59"/>
              </p:custDataLst>
            </p:nvPr>
          </p:nvGrpSpPr>
          <p:grpSpPr>
            <a:xfrm>
              <a:off x="5632431" y="2780928"/>
              <a:ext cx="107950" cy="1152000"/>
              <a:chOff x="3849227" y="4086177"/>
              <a:chExt cx="108000" cy="1215031"/>
            </a:xfrm>
          </p:grpSpPr>
          <p:cxnSp>
            <p:nvCxnSpPr>
              <p:cNvPr id="47" name="直接箭头连接符 46"/>
              <p:cNvCxnSpPr/>
              <p:nvPr>
                <p:custDataLst>
                  <p:tags r:id="rId61"/>
                </p:custDataLst>
              </p:nvPr>
            </p:nvCxnSpPr>
            <p:spPr>
              <a:xfrm flipH="1">
                <a:off x="3906443" y="4149761"/>
                <a:ext cx="0" cy="1151205"/>
              </a:xfrm>
              <a:prstGeom prst="straightConnector1">
                <a:avLst/>
              </a:prstGeom>
              <a:ln w="31750">
                <a:solidFill>
                  <a:srgbClr val="0000CC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椭圆 47"/>
              <p:cNvSpPr/>
              <p:nvPr>
                <p:custDataLst>
                  <p:tags r:id="rId62"/>
                </p:custDataLst>
              </p:nvPr>
            </p:nvSpPr>
            <p:spPr>
              <a:xfrm>
                <a:off x="3849227" y="4086177"/>
                <a:ext cx="108075" cy="108763"/>
              </a:xfrm>
              <a:prstGeom prst="ellipse">
                <a:avLst/>
              </a:prstGeom>
              <a:solidFill>
                <a:schemeClr val="dk1"/>
              </a:solidFill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95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aphicFrame>
          <p:nvGraphicFramePr>
            <p:cNvPr id="176166" name="对象 11"/>
            <p:cNvGraphicFramePr>
              <a:graphicFrameLocks noChangeAspect="1"/>
            </p:cNvGraphicFramePr>
            <p:nvPr>
              <p:custDataLst>
                <p:tags r:id="rId60"/>
              </p:custDataLst>
            </p:nvPr>
          </p:nvGraphicFramePr>
          <p:xfrm>
            <a:off x="5783808" y="3651612"/>
            <a:ext cx="660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1" imgW="660400" imgH="431800" progId="Equation.DSMT4">
                    <p:embed/>
                  </p:oleObj>
                </mc:Choice>
                <mc:Fallback>
                  <p:oleObj r:id="rId101" imgW="660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02"/>
                        <a:stretch>
                          <a:fillRect/>
                        </a:stretch>
                      </p:blipFill>
                      <p:spPr>
                        <a:xfrm>
                          <a:off x="5783808" y="3651612"/>
                          <a:ext cx="660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>
            <p:custDataLst>
              <p:tags r:id="rId16"/>
            </p:custDataLst>
          </p:nvPr>
        </p:nvGrpSpPr>
        <p:grpSpPr>
          <a:xfrm>
            <a:off x="2018477" y="1576059"/>
            <a:ext cx="1007157" cy="328988"/>
            <a:chOff x="6651097" y="964752"/>
            <a:chExt cx="1346065" cy="440587"/>
          </a:xfrm>
        </p:grpSpPr>
        <p:cxnSp>
          <p:nvCxnSpPr>
            <p:cNvPr id="51" name="直接箭头连接符 50"/>
            <p:cNvCxnSpPr/>
            <p:nvPr>
              <p:custDataLst>
                <p:tags r:id="rId57"/>
              </p:custDataLst>
            </p:nvPr>
          </p:nvCxnSpPr>
          <p:spPr>
            <a:xfrm rot="7740000" flipH="1">
              <a:off x="7547151" y="955328"/>
              <a:ext cx="0" cy="900022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69" name="对象 16"/>
            <p:cNvGraphicFramePr>
              <a:graphicFrameLocks noChangeAspect="1"/>
            </p:cNvGraphicFramePr>
            <p:nvPr>
              <p:custDataLst>
                <p:tags r:id="rId58"/>
              </p:custDataLst>
            </p:nvPr>
          </p:nvGraphicFramePr>
          <p:xfrm>
            <a:off x="6651097" y="964752"/>
            <a:ext cx="4445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3" imgW="444500" imgH="431800" progId="Equation.DSMT4">
                    <p:embed/>
                  </p:oleObj>
                </mc:Choice>
                <mc:Fallback>
                  <p:oleObj r:id="rId103" imgW="4445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04"/>
                        <a:stretch>
                          <a:fillRect/>
                        </a:stretch>
                      </p:blipFill>
                      <p:spPr>
                        <a:xfrm>
                          <a:off x="6651097" y="964752"/>
                          <a:ext cx="4445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4" name="组合 53"/>
          <p:cNvGrpSpPr/>
          <p:nvPr>
            <p:custDataLst>
              <p:tags r:id="rId17"/>
            </p:custDataLst>
          </p:nvPr>
        </p:nvGrpSpPr>
        <p:grpSpPr>
          <a:xfrm>
            <a:off x="3006631" y="2143772"/>
            <a:ext cx="1348023" cy="376496"/>
            <a:chOff x="2584450" y="3101975"/>
            <a:chExt cx="1801813" cy="503238"/>
          </a:xfrm>
        </p:grpSpPr>
        <p:cxnSp>
          <p:nvCxnSpPr>
            <p:cNvPr id="55" name="直接箭头连接符 54"/>
            <p:cNvCxnSpPr/>
            <p:nvPr>
              <p:custDataLst>
                <p:tags r:id="rId55"/>
              </p:custDataLst>
            </p:nvPr>
          </p:nvCxnSpPr>
          <p:spPr>
            <a:xfrm rot="16200000" flipH="1">
              <a:off x="3412323" y="2274085"/>
              <a:ext cx="0" cy="1655763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72" name="对象 16"/>
            <p:cNvGraphicFramePr>
              <a:graphicFrameLocks noChangeAspect="1"/>
            </p:cNvGraphicFramePr>
            <p:nvPr>
              <p:custDataLst>
                <p:tags r:id="rId56"/>
              </p:custDataLst>
            </p:nvPr>
          </p:nvGraphicFramePr>
          <p:xfrm>
            <a:off x="3979863" y="3173413"/>
            <a:ext cx="406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5" imgW="406400" imgH="431800" progId="Equation.DSMT4">
                    <p:embed/>
                  </p:oleObj>
                </mc:Choice>
                <mc:Fallback>
                  <p:oleObj r:id="rId105" imgW="406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3"/>
                        <a:stretch>
                          <a:fillRect/>
                        </a:stretch>
                      </p:blipFill>
                      <p:spPr>
                        <a:xfrm>
                          <a:off x="3979863" y="3173413"/>
                          <a:ext cx="406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组合 56"/>
          <p:cNvGrpSpPr/>
          <p:nvPr>
            <p:custDataLst>
              <p:tags r:id="rId18"/>
            </p:custDataLst>
          </p:nvPr>
        </p:nvGrpSpPr>
        <p:grpSpPr>
          <a:xfrm>
            <a:off x="2710898" y="951336"/>
            <a:ext cx="371745" cy="1205500"/>
            <a:chOff x="2584450" y="1430338"/>
            <a:chExt cx="496888" cy="1611312"/>
          </a:xfrm>
        </p:grpSpPr>
        <p:cxnSp>
          <p:nvCxnSpPr>
            <p:cNvPr id="58" name="直接箭头连接符 57"/>
            <p:cNvCxnSpPr/>
            <p:nvPr>
              <p:custDataLst>
                <p:tags r:id="rId53"/>
              </p:custDataLst>
            </p:nvPr>
          </p:nvCxnSpPr>
          <p:spPr>
            <a:xfrm rot="10800000" flipH="1">
              <a:off x="2584450" y="1601788"/>
              <a:ext cx="0" cy="1439862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75" name="对象 12"/>
            <p:cNvGraphicFramePr>
              <a:graphicFrameLocks noChangeAspect="1"/>
            </p:cNvGraphicFramePr>
            <p:nvPr>
              <p:custDataLst>
                <p:tags r:id="rId54"/>
              </p:custDataLst>
            </p:nvPr>
          </p:nvGraphicFramePr>
          <p:xfrm>
            <a:off x="2700338" y="1430338"/>
            <a:ext cx="3810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6" imgW="381000" imgH="431800" progId="Equation.DSMT4">
                    <p:embed/>
                  </p:oleObj>
                </mc:Choice>
                <mc:Fallback>
                  <p:oleObj r:id="rId106" imgW="3810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89"/>
                        <a:stretch>
                          <a:fillRect/>
                        </a:stretch>
                      </p:blipFill>
                      <p:spPr>
                        <a:xfrm>
                          <a:off x="2700338" y="1430338"/>
                          <a:ext cx="3810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5" name="组合 24"/>
          <p:cNvGrpSpPr/>
          <p:nvPr>
            <p:custDataLst>
              <p:tags r:id="rId19"/>
            </p:custDataLst>
          </p:nvPr>
        </p:nvGrpSpPr>
        <p:grpSpPr>
          <a:xfrm>
            <a:off x="2269079" y="2013127"/>
            <a:ext cx="380059" cy="1273199"/>
            <a:chOff x="7551102" y="848164"/>
            <a:chExt cx="507449" cy="1701107"/>
          </a:xfrm>
        </p:grpSpPr>
        <p:cxnSp>
          <p:nvCxnSpPr>
            <p:cNvPr id="61" name="直接箭头连接符 60"/>
            <p:cNvCxnSpPr/>
            <p:nvPr>
              <p:custDataLst>
                <p:tags r:id="rId51"/>
              </p:custDataLst>
            </p:nvPr>
          </p:nvCxnSpPr>
          <p:spPr>
            <a:xfrm rot="2340000" flipH="1">
              <a:off x="8058551" y="848164"/>
              <a:ext cx="0" cy="1439276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78" name="对象 12"/>
            <p:cNvGraphicFramePr>
              <a:graphicFrameLocks noChangeAspect="1"/>
            </p:cNvGraphicFramePr>
            <p:nvPr>
              <p:custDataLst>
                <p:tags r:id="rId52"/>
              </p:custDataLst>
            </p:nvPr>
          </p:nvGraphicFramePr>
          <p:xfrm>
            <a:off x="7551102" y="2117471"/>
            <a:ext cx="4953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7" imgW="495300" imgH="431800" progId="Equation.DSMT4">
                    <p:embed/>
                  </p:oleObj>
                </mc:Choice>
                <mc:Fallback>
                  <p:oleObj r:id="rId107" imgW="4953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08"/>
                        <a:stretch>
                          <a:fillRect/>
                        </a:stretch>
                      </p:blipFill>
                      <p:spPr>
                        <a:xfrm>
                          <a:off x="7551102" y="2117471"/>
                          <a:ext cx="4953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1" name="矩形 30"/>
          <p:cNvSpPr/>
          <p:nvPr>
            <p:custDataLst>
              <p:tags r:id="rId20"/>
            </p:custDataLst>
          </p:nvPr>
        </p:nvSpPr>
        <p:spPr>
          <a:xfrm>
            <a:off x="5810756" y="1798155"/>
            <a:ext cx="792186" cy="933521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95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65" name="组合 64"/>
          <p:cNvGrpSpPr/>
          <p:nvPr>
            <p:custDataLst>
              <p:tags r:id="rId21"/>
            </p:custDataLst>
          </p:nvPr>
        </p:nvGrpSpPr>
        <p:grpSpPr>
          <a:xfrm>
            <a:off x="6157560" y="2242350"/>
            <a:ext cx="1390779" cy="1216190"/>
            <a:chOff x="2530475" y="3027363"/>
            <a:chExt cx="1858642" cy="1625650"/>
          </a:xfrm>
        </p:grpSpPr>
        <p:grpSp>
          <p:nvGrpSpPr>
            <p:cNvPr id="176181" name="组合 9"/>
            <p:cNvGrpSpPr/>
            <p:nvPr>
              <p:custDataLst>
                <p:tags r:id="rId47"/>
              </p:custDataLst>
            </p:nvPr>
          </p:nvGrpSpPr>
          <p:grpSpPr>
            <a:xfrm>
              <a:off x="2530475" y="3027363"/>
              <a:ext cx="107950" cy="1439862"/>
              <a:chOff x="3849227" y="4086177"/>
              <a:chExt cx="108000" cy="1215031"/>
            </a:xfrm>
          </p:grpSpPr>
          <p:cxnSp>
            <p:nvCxnSpPr>
              <p:cNvPr id="68" name="直接箭头连接符 67"/>
              <p:cNvCxnSpPr/>
              <p:nvPr>
                <p:custDataLst>
                  <p:tags r:id="rId49"/>
                </p:custDataLst>
              </p:nvPr>
            </p:nvCxnSpPr>
            <p:spPr>
              <a:xfrm flipH="1">
                <a:off x="3906393" y="4149141"/>
                <a:ext cx="0" cy="1152105"/>
              </a:xfrm>
              <a:prstGeom prst="straightConnector1">
                <a:avLst/>
              </a:prstGeom>
              <a:ln w="31750">
                <a:solidFill>
                  <a:srgbClr val="0000CC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椭圆 68"/>
              <p:cNvSpPr/>
              <p:nvPr>
                <p:custDataLst>
                  <p:tags r:id="rId50"/>
                </p:custDataLst>
              </p:nvPr>
            </p:nvSpPr>
            <p:spPr>
              <a:xfrm>
                <a:off x="3849227" y="4086177"/>
                <a:ext cx="107981" cy="108513"/>
              </a:xfrm>
              <a:prstGeom prst="ellipse">
                <a:avLst/>
              </a:prstGeom>
              <a:solidFill>
                <a:schemeClr val="dk1"/>
              </a:solidFill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95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aphicFrame>
          <p:nvGraphicFramePr>
            <p:cNvPr id="176184" name="对象 11"/>
            <p:cNvGraphicFramePr>
              <a:graphicFrameLocks noChangeAspect="1"/>
            </p:cNvGraphicFramePr>
            <p:nvPr>
              <p:custDataLst>
                <p:tags r:id="rId48"/>
              </p:custDataLst>
            </p:nvPr>
          </p:nvGraphicFramePr>
          <p:xfrm>
            <a:off x="2687317" y="4221213"/>
            <a:ext cx="17018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9" imgW="1701800" imgH="431800" progId="Equation.DSMT4">
                    <p:embed/>
                  </p:oleObj>
                </mc:Choice>
                <mc:Fallback>
                  <p:oleObj r:id="rId109" imgW="17018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10"/>
                        <a:stretch>
                          <a:fillRect/>
                        </a:stretch>
                      </p:blipFill>
                      <p:spPr>
                        <a:xfrm>
                          <a:off x="2687317" y="4221213"/>
                          <a:ext cx="17018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0" name="组合 69"/>
          <p:cNvGrpSpPr/>
          <p:nvPr>
            <p:custDataLst>
              <p:tags r:id="rId22"/>
            </p:custDataLst>
          </p:nvPr>
        </p:nvGrpSpPr>
        <p:grpSpPr>
          <a:xfrm>
            <a:off x="5832134" y="1057040"/>
            <a:ext cx="371745" cy="1205501"/>
            <a:chOff x="2584450" y="1430338"/>
            <a:chExt cx="496888" cy="1611312"/>
          </a:xfrm>
        </p:grpSpPr>
        <p:cxnSp>
          <p:nvCxnSpPr>
            <p:cNvPr id="71" name="直接箭头连接符 70"/>
            <p:cNvCxnSpPr/>
            <p:nvPr>
              <p:custDataLst>
                <p:tags r:id="rId45"/>
              </p:custDataLst>
            </p:nvPr>
          </p:nvCxnSpPr>
          <p:spPr>
            <a:xfrm rot="10800000" flipH="1">
              <a:off x="2584450" y="1601788"/>
              <a:ext cx="0" cy="1439862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87" name="对象 12"/>
            <p:cNvGraphicFramePr>
              <a:graphicFrameLocks noChangeAspect="1"/>
            </p:cNvGraphicFramePr>
            <p:nvPr>
              <p:custDataLst>
                <p:tags r:id="rId46"/>
              </p:custDataLst>
            </p:nvPr>
          </p:nvGraphicFramePr>
          <p:xfrm>
            <a:off x="2700338" y="1430338"/>
            <a:ext cx="3810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1" imgW="381000" imgH="431800" progId="Equation.DSMT4">
                    <p:embed/>
                  </p:oleObj>
                </mc:Choice>
                <mc:Fallback>
                  <p:oleObj r:id="rId111" imgW="3810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12"/>
                        <a:stretch>
                          <a:fillRect/>
                        </a:stretch>
                      </p:blipFill>
                      <p:spPr>
                        <a:xfrm>
                          <a:off x="2700338" y="1430338"/>
                          <a:ext cx="3810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" name="组合 72"/>
          <p:cNvGrpSpPr/>
          <p:nvPr>
            <p:custDataLst>
              <p:tags r:id="rId23"/>
            </p:custDataLst>
          </p:nvPr>
        </p:nvGrpSpPr>
        <p:grpSpPr>
          <a:xfrm>
            <a:off x="6171812" y="2295796"/>
            <a:ext cx="1348022" cy="376496"/>
            <a:chOff x="2584450" y="3101975"/>
            <a:chExt cx="1801813" cy="503238"/>
          </a:xfrm>
        </p:grpSpPr>
        <p:cxnSp>
          <p:nvCxnSpPr>
            <p:cNvPr id="74" name="直接箭头连接符 73"/>
            <p:cNvCxnSpPr/>
            <p:nvPr>
              <p:custDataLst>
                <p:tags r:id="rId43"/>
              </p:custDataLst>
            </p:nvPr>
          </p:nvCxnSpPr>
          <p:spPr>
            <a:xfrm rot="16200000" flipH="1">
              <a:off x="3412322" y="2274086"/>
              <a:ext cx="0" cy="1655763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90" name="对象 16"/>
            <p:cNvGraphicFramePr>
              <a:graphicFrameLocks noChangeAspect="1"/>
            </p:cNvGraphicFramePr>
            <p:nvPr>
              <p:custDataLst>
                <p:tags r:id="rId44"/>
              </p:custDataLst>
            </p:nvPr>
          </p:nvGraphicFramePr>
          <p:xfrm>
            <a:off x="3979863" y="3173413"/>
            <a:ext cx="406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3" imgW="406400" imgH="431800" progId="Equation.DSMT4">
                    <p:embed/>
                  </p:oleObj>
                </mc:Choice>
                <mc:Fallback>
                  <p:oleObj r:id="rId113" imgW="406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93"/>
                        <a:stretch>
                          <a:fillRect/>
                        </a:stretch>
                      </p:blipFill>
                      <p:spPr>
                        <a:xfrm>
                          <a:off x="3979863" y="3173413"/>
                          <a:ext cx="406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9" name="直角三角形 88"/>
          <p:cNvSpPr/>
          <p:nvPr>
            <p:custDataLst>
              <p:tags r:id="rId24"/>
            </p:custDataLst>
          </p:nvPr>
        </p:nvSpPr>
        <p:spPr>
          <a:xfrm flipV="1">
            <a:off x="5807193" y="1792217"/>
            <a:ext cx="807626" cy="970339"/>
          </a:xfrm>
          <a:prstGeom prst="rtTriangl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95" b="1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90" name="组合 89"/>
          <p:cNvGrpSpPr/>
          <p:nvPr>
            <p:custDataLst>
              <p:tags r:id="rId25"/>
            </p:custDataLst>
          </p:nvPr>
        </p:nvGrpSpPr>
        <p:grpSpPr>
          <a:xfrm>
            <a:off x="6012663" y="2065385"/>
            <a:ext cx="606907" cy="975089"/>
            <a:chOff x="5632431" y="2780928"/>
            <a:chExt cx="811777" cy="1302484"/>
          </a:xfrm>
        </p:grpSpPr>
        <p:grpSp>
          <p:nvGrpSpPr>
            <p:cNvPr id="176193" name="组合 9"/>
            <p:cNvGrpSpPr/>
            <p:nvPr>
              <p:custDataLst>
                <p:tags r:id="rId39"/>
              </p:custDataLst>
            </p:nvPr>
          </p:nvGrpSpPr>
          <p:grpSpPr>
            <a:xfrm>
              <a:off x="5632431" y="2780928"/>
              <a:ext cx="107950" cy="1152000"/>
              <a:chOff x="3849227" y="4086177"/>
              <a:chExt cx="108000" cy="1215031"/>
            </a:xfrm>
          </p:grpSpPr>
          <p:cxnSp>
            <p:nvCxnSpPr>
              <p:cNvPr id="93" name="直接箭头连接符 92"/>
              <p:cNvCxnSpPr/>
              <p:nvPr>
                <p:custDataLst>
                  <p:tags r:id="rId41"/>
                </p:custDataLst>
              </p:nvPr>
            </p:nvCxnSpPr>
            <p:spPr>
              <a:xfrm flipH="1">
                <a:off x="3906443" y="4149761"/>
                <a:ext cx="0" cy="1151206"/>
              </a:xfrm>
              <a:prstGeom prst="straightConnector1">
                <a:avLst/>
              </a:prstGeom>
              <a:ln w="31750">
                <a:solidFill>
                  <a:srgbClr val="0000CC"/>
                </a:solidFill>
                <a:headEnd type="none"/>
                <a:tailEnd type="stealth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椭圆 93"/>
              <p:cNvSpPr/>
              <p:nvPr>
                <p:custDataLst>
                  <p:tags r:id="rId42"/>
                </p:custDataLst>
              </p:nvPr>
            </p:nvSpPr>
            <p:spPr>
              <a:xfrm>
                <a:off x="3849227" y="4086177"/>
                <a:ext cx="108075" cy="108762"/>
              </a:xfrm>
              <a:prstGeom prst="ellipse">
                <a:avLst/>
              </a:prstGeom>
              <a:solidFill>
                <a:schemeClr val="dk1"/>
              </a:solidFill>
              <a:ln>
                <a:solidFill>
                  <a:srgbClr val="0000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095" b="1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aphicFrame>
          <p:nvGraphicFramePr>
            <p:cNvPr id="176196" name="对象 11"/>
            <p:cNvGraphicFramePr>
              <a:graphicFrameLocks noChangeAspect="1"/>
            </p:cNvGraphicFramePr>
            <p:nvPr>
              <p:custDataLst>
                <p:tags r:id="rId40"/>
              </p:custDataLst>
            </p:nvPr>
          </p:nvGraphicFramePr>
          <p:xfrm>
            <a:off x="5783808" y="3651612"/>
            <a:ext cx="6604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4" imgW="660400" imgH="431800" progId="Equation.DSMT4">
                    <p:embed/>
                  </p:oleObj>
                </mc:Choice>
                <mc:Fallback>
                  <p:oleObj r:id="rId114" imgW="6604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15"/>
                        <a:stretch>
                          <a:fillRect/>
                        </a:stretch>
                      </p:blipFill>
                      <p:spPr>
                        <a:xfrm>
                          <a:off x="5783808" y="3651612"/>
                          <a:ext cx="6604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5" name="组合 94"/>
          <p:cNvGrpSpPr/>
          <p:nvPr>
            <p:custDataLst>
              <p:tags r:id="rId26"/>
            </p:custDataLst>
          </p:nvPr>
        </p:nvGrpSpPr>
        <p:grpSpPr>
          <a:xfrm>
            <a:off x="5202661" y="1611689"/>
            <a:ext cx="871761" cy="323050"/>
            <a:chOff x="5424133" y="2205021"/>
            <a:chExt cx="1165611" cy="431800"/>
          </a:xfrm>
        </p:grpSpPr>
        <p:cxnSp>
          <p:nvCxnSpPr>
            <p:cNvPr id="96" name="直接箭头连接符 95"/>
            <p:cNvCxnSpPr/>
            <p:nvPr>
              <p:custDataLst>
                <p:tags r:id="rId37"/>
              </p:custDataLst>
            </p:nvPr>
          </p:nvCxnSpPr>
          <p:spPr>
            <a:xfrm rot="7740000" flipH="1">
              <a:off x="6247525" y="2285076"/>
              <a:ext cx="0" cy="684440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199" name="对象 16"/>
            <p:cNvGraphicFramePr>
              <a:graphicFrameLocks noChangeAspect="1"/>
            </p:cNvGraphicFramePr>
            <p:nvPr>
              <p:custDataLst>
                <p:tags r:id="rId38"/>
              </p:custDataLst>
            </p:nvPr>
          </p:nvGraphicFramePr>
          <p:xfrm>
            <a:off x="5424133" y="2205021"/>
            <a:ext cx="546100" cy="431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6" imgW="546100" imgH="431800" progId="Equation.DSMT4">
                    <p:embed/>
                  </p:oleObj>
                </mc:Choice>
                <mc:Fallback>
                  <p:oleObj r:id="rId116" imgW="546100" imgH="4318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17"/>
                        <a:stretch>
                          <a:fillRect/>
                        </a:stretch>
                      </p:blipFill>
                      <p:spPr>
                        <a:xfrm>
                          <a:off x="5424133" y="2205021"/>
                          <a:ext cx="546100" cy="4318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8" name="组合 97"/>
          <p:cNvGrpSpPr/>
          <p:nvPr>
            <p:custDataLst>
              <p:tags r:id="rId27"/>
            </p:custDataLst>
          </p:nvPr>
        </p:nvGrpSpPr>
        <p:grpSpPr>
          <a:xfrm>
            <a:off x="6548308" y="1532114"/>
            <a:ext cx="660353" cy="656790"/>
            <a:chOff x="6021079" y="2375423"/>
            <a:chExt cx="883395" cy="877690"/>
          </a:xfrm>
        </p:grpSpPr>
        <p:cxnSp>
          <p:nvCxnSpPr>
            <p:cNvPr id="99" name="直接箭头连接符 98"/>
            <p:cNvCxnSpPr/>
            <p:nvPr>
              <p:custDataLst>
                <p:tags r:id="rId35"/>
              </p:custDataLst>
            </p:nvPr>
          </p:nvCxnSpPr>
          <p:spPr>
            <a:xfrm rot="13140000" flipH="1">
              <a:off x="6021079" y="2389708"/>
              <a:ext cx="0" cy="863405"/>
            </a:xfrm>
            <a:prstGeom prst="straightConnector1">
              <a:avLst/>
            </a:prstGeom>
            <a:ln w="31750">
              <a:solidFill>
                <a:srgbClr val="0000CC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176202" name="对象 12"/>
            <p:cNvGraphicFramePr>
              <a:graphicFrameLocks noChangeAspect="1"/>
            </p:cNvGraphicFramePr>
            <p:nvPr>
              <p:custDataLst>
                <p:tags r:id="rId36"/>
              </p:custDataLst>
            </p:nvPr>
          </p:nvGraphicFramePr>
          <p:xfrm>
            <a:off x="6320274" y="2375423"/>
            <a:ext cx="584200" cy="482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8" imgW="584200" imgH="482600" progId="Equation.DSMT4">
                    <p:embed/>
                  </p:oleObj>
                </mc:Choice>
                <mc:Fallback>
                  <p:oleObj r:id="rId118" imgW="584200" imgH="482600" progId="Equation.DSMT4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119"/>
                        <a:stretch>
                          <a:fillRect/>
                        </a:stretch>
                      </p:blipFill>
                      <p:spPr>
                        <a:xfrm>
                          <a:off x="6320274" y="2375423"/>
                          <a:ext cx="584200" cy="48260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1" name="组合 9"/>
          <p:cNvGrpSpPr/>
          <p:nvPr>
            <p:custDataLst>
              <p:tags r:id="rId28"/>
            </p:custDataLst>
          </p:nvPr>
        </p:nvGrpSpPr>
        <p:grpSpPr>
          <a:xfrm flipV="1">
            <a:off x="6015038" y="1280325"/>
            <a:ext cx="80763" cy="862259"/>
            <a:chOff x="3849227" y="4086177"/>
            <a:chExt cx="108000" cy="1215031"/>
          </a:xfrm>
        </p:grpSpPr>
        <p:cxnSp>
          <p:nvCxnSpPr>
            <p:cNvPr id="102" name="直接箭头连接符 101"/>
            <p:cNvCxnSpPr/>
            <p:nvPr>
              <p:custDataLst>
                <p:tags r:id="rId33"/>
              </p:custDataLst>
            </p:nvPr>
          </p:nvCxnSpPr>
          <p:spPr>
            <a:xfrm flipH="1">
              <a:off x="3906403" y="4149774"/>
              <a:ext cx="0" cy="1151434"/>
            </a:xfrm>
            <a:prstGeom prst="straightConnector1">
              <a:avLst/>
            </a:prstGeom>
            <a:ln w="31750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椭圆 102"/>
            <p:cNvSpPr/>
            <p:nvPr>
              <p:custDataLst>
                <p:tags r:id="rId34"/>
              </p:custDataLst>
            </p:nvPr>
          </p:nvSpPr>
          <p:spPr>
            <a:xfrm>
              <a:off x="3849227" y="4086177"/>
              <a:ext cx="108000" cy="108783"/>
            </a:xfrm>
            <a:prstGeom prst="ellipse">
              <a:avLst/>
            </a:prstGeom>
            <a:solidFill>
              <a:schemeClr val="dk1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95" b="1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</p:grpSp>
      <p:cxnSp>
        <p:nvCxnSpPr>
          <p:cNvPr id="104" name="直接箭头连接符 103"/>
          <p:cNvCxnSpPr/>
          <p:nvPr>
            <p:custDataLst>
              <p:tags r:id="rId29"/>
            </p:custDataLst>
          </p:nvPr>
        </p:nvCxnSpPr>
        <p:spPr>
          <a:xfrm rot="13140000" flipH="1">
            <a:off x="5844011" y="1195999"/>
            <a:ext cx="0" cy="646101"/>
          </a:xfrm>
          <a:prstGeom prst="straightConnector1">
            <a:avLst/>
          </a:prstGeom>
          <a:ln w="31750">
            <a:solidFill>
              <a:srgbClr val="0000CC"/>
            </a:solidFill>
            <a:prstDash val="sysDash"/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/>
          <p:nvPr>
            <p:custDataLst>
              <p:tags r:id="rId30"/>
            </p:custDataLst>
          </p:nvPr>
        </p:nvCxnSpPr>
        <p:spPr>
          <a:xfrm rot="7740000" flipH="1">
            <a:off x="6261482" y="1178778"/>
            <a:ext cx="0" cy="511893"/>
          </a:xfrm>
          <a:prstGeom prst="straightConnector1">
            <a:avLst/>
          </a:prstGeom>
          <a:ln w="31750">
            <a:solidFill>
              <a:srgbClr val="0000CC"/>
            </a:solidFill>
            <a:prstDash val="sysDash"/>
            <a:headEnd type="none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208" name="文本框 30720"/>
          <p:cNvSpPr txBox="1"/>
          <p:nvPr>
            <p:custDataLst>
              <p:tags r:id="rId31"/>
            </p:custDataLst>
          </p:nvPr>
        </p:nvSpPr>
        <p:spPr>
          <a:xfrm>
            <a:off x="980523" y="572806"/>
            <a:ext cx="1211580" cy="50673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2695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分析：</a:t>
            </a:r>
          </a:p>
        </p:txBody>
      </p:sp>
      <p:sp>
        <p:nvSpPr>
          <p:cNvPr id="21" name="文本框 20"/>
          <p:cNvSpPr txBox="1"/>
          <p:nvPr>
            <p:custDataLst>
              <p:tags r:id="rId32"/>
            </p:custDataLst>
          </p:nvPr>
        </p:nvSpPr>
        <p:spPr>
          <a:xfrm>
            <a:off x="1334135" y="4116070"/>
            <a:ext cx="1988820" cy="3975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none" lIns="45719" tIns="45719" rIns="45719" bIns="45719" numCol="1" spcCol="38100" rtlCol="0" anchor="t" forceAA="0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>
                <a:ln>
                  <a:noFill/>
                </a:ln>
                <a:solidFill>
                  <a:srgbClr val="FF0000"/>
                </a:solidFill>
                <a:effectLst/>
                <a:uFillTx/>
                <a:latin typeface="Arial"/>
                <a:ea typeface="Arial"/>
                <a:cs typeface="Arial"/>
                <a:sym typeface="Arial"/>
              </a:rPr>
              <a:t>【正确答案】</a:t>
            </a:r>
            <a:r>
              <a:rPr lang="en-US" altLang="zh-CN" sz="2000" b="1">
                <a:ln>
                  <a:noFill/>
                </a:ln>
                <a:solidFill>
                  <a:srgbClr val="0000FF"/>
                </a:solidFill>
                <a:effectLst/>
                <a:uFillTx/>
                <a:sym typeface="Arial"/>
              </a:rPr>
              <a:t>AD</a:t>
            </a:r>
            <a:endParaRPr kumimoji="0" lang="en-US" altLang="zh-CN" sz="2000" b="1" i="0" u="none" strike="noStrike" cap="none" spc="0" normalizeH="0" baseline="0">
              <a:ln>
                <a:noFill/>
              </a:ln>
              <a:solidFill>
                <a:srgbClr val="0000FF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custDataLst>
      <p:tags r:id="rId1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112E-17 4.07407E-06 L 0.05642 0.00416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0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21" presetClass="entr" presetSubtype="1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06 4.81481E-06 L 0.03542 0.00092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1" presetClass="entr" presetSubtype="1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3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06 2.22222E-06 L 0.03994 0.00393" pathEditMode="relative" rAng="0" ptsTypes="AA">
                                      <p:cBhvr>
                                        <p:cTn id="10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0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1" presetClass="entr" presetSubtype="1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6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06 3.7037E-07 L 0.05487 0.0037" pathEditMode="relative" rAng="0" ptsTypes="AA">
                                      <p:cBhvr>
                                        <p:cTn id="12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00" y="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repeatCount="3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2"/>
                                            </p:cond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21" presetClass="entr" presetSubtype="1" repeatCount="2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5" dur="1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2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3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5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06 5.55112E-17 L -0.04218 -0.00046" pathEditMode="relative" rAng="0" ptsTypes="AA">
                                      <p:cBhvr>
                                        <p:cTn id="166" dur="2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7" grpId="0" animBg="1"/>
      <p:bldP spid="7" grpId="1" animBg="1"/>
      <p:bldP spid="16" grpId="0" animBg="1"/>
      <p:bldP spid="31" grpId="0" animBg="1"/>
      <p:bldP spid="31" grpId="1" animBg="1"/>
      <p:bldP spid="89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文本框 23"/>
          <p:cNvSpPr txBox="1"/>
          <p:nvPr>
            <p:custDataLst>
              <p:tags r:id="rId2"/>
            </p:custDataLst>
          </p:nvPr>
        </p:nvSpPr>
        <p:spPr>
          <a:xfrm>
            <a:off x="1319530" y="1350010"/>
            <a:ext cx="6870065" cy="26422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R="0" defTabSz="914400" fontAlgn="auto">
              <a:lnSpc>
                <a:spcPct val="1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defRPr/>
            </a:pPr>
            <a:r>
              <a:rPr kumimoji="0" lang="zh-CN" altLang="en-US" sz="2400" b="1" kern="1200" cap="none" spc="200" normalizeH="0" noProof="1">
                <a:solidFill>
                  <a:srgbClr val="00B0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总结：</a:t>
            </a:r>
            <a:r>
              <a:rPr kumimoji="0" lang="zh-CN" altLang="en-US" sz="2400" b="1" kern="1200" cap="none" spc="200" normalizeH="0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某未知力不易判断时，可以调整研究对象，若分析外力，可以考虑整体隔离调整研究对象，若分析内力，</a:t>
            </a:r>
            <a:r>
              <a:rPr lang="zh-CN" altLang="en-US" sz="2400" b="1" spc="200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可以考虑隔离研究另一物体调整研究对象</a:t>
            </a:r>
            <a:r>
              <a:rPr lang="en-US" altLang="zh-CN" sz="2400" b="1" spc="200" noProof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endParaRPr kumimoji="0" lang="en-US" altLang="zh-CN" sz="2400" b="1" kern="1200" cap="none" spc="200" normalizeH="0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defTabSz="914400" fontAlgn="auto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defRPr/>
            </a:pPr>
            <a:endParaRPr kumimoji="0" lang="en-US" altLang="zh-CN" sz="2400" b="1" kern="1200" cap="none" spc="200" normalizeH="0" noProof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Unix 3.10 unknown"/>
  <p:tag name="AS_RELEASE_DATE" val="2020.11.30"/>
  <p:tag name="AS_TITLE" val="Aspose.Slides for Java"/>
  <p:tag name="AS_VERSION" val="20.11"/>
  <p:tag name="COMMONDATA" val="eyJoZGlkIjoiNWFiNTAwMzVmMzcwNzZlYzg1ZThjMDg1MDBiNTAzNzAifQ=="/>
  <p:tag name="KSO_WPP_MARK_KEY" val="f93aa54d-3c33-4b50-9553-f7082120a8e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3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7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4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6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5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16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29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93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6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3"/>
  <p:tag name="MH" val="20160202082519"/>
  <p:tag name="MH_LIBRARY" val="GRAPHIC"/>
  <p:tag name="MH_ORDER" val="4"/>
  <p:tag name="MH_TYPE" val="Oth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4"/>
  <p:tag name="MH" val="20160202082519"/>
  <p:tag name="MH_LIBRARY" val="GRAPHIC"/>
  <p:tag name="MH_ORDER" val="4"/>
  <p:tag name="MH_TYPE" val="Oth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6"/>
  <p:tag name="MH" val="20160202082519"/>
  <p:tag name="MH_LIBRARY" val="GRAPHIC"/>
  <p:tag name="MH_ORDER" val="4"/>
  <p:tag name="MH_TYPE" val="Oth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79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2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2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4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6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88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2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i*1"/>
  <p:tag name="KSO_WM_UNIT_INDEX" val="1"/>
  <p:tag name="KSO_WM_UNIT_LAYERLEVEL" val="1"/>
  <p:tag name="KSO_WM_UNIT_TYPE" val="i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0"/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4"/>
  <p:tag name="KSO_WM_UNIT_INDEX" val="4"/>
  <p:tag name="KSO_WM_UNIT_LAYERLEVEL" val="1"/>
  <p:tag name="KSO_WM_UNIT_TYPE" val="i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1"/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2"/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3"/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4"/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7"/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2"/>
  <p:tag name="KSO_WM_UNIT_INDEX" val="2"/>
  <p:tag name="KSO_WM_UNIT_LAYERLEVEL" val="1"/>
  <p:tag name="KSO_WM_UNIT_TYPE" val="i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8"/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6"/>
  <p:tag name="KSO_WM_UNIT_INDEX" val="6"/>
  <p:tag name="KSO_WM_UNIT_LAYERLEVEL" val="1"/>
  <p:tag name="KSO_WM_UNIT_TYPE" val="i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299"/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5"/>
  <p:tag name="KSO_WM_UNIT_INDEX" val="5"/>
  <p:tag name="KSO_WM_UNIT_LAYERLEVEL" val="1"/>
  <p:tag name="KSO_WM_UNIT_TYPE" val="i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7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08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3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7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1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2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4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5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6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29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4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6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7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38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0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6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7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8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9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0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1"/>
  <p:tag name="KSO_WM_BEAUTIFY_FLAG" val="#wm#"/>
  <p:tag name="KSO_WM_SLIDE_BACKGROUND_TYPE" val="frame"/>
  <p:tag name="KSO_WM_SLIDE_BK_DARK_LIGHT" val="2"/>
  <p:tag name="KSO_WM_TAG_VERSION" val="1.0"/>
  <p:tag name="KSO_WM_UNIT_BK_DARK_LIGHT" val="2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SUBTYPE" val="h"/>
  <p:tag name="KSO_WM_UNIT_TYPE" val="i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2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TYPE" val="i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3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i*2"/>
  <p:tag name="KSO_WM_UNIT_INDEX" val="2"/>
  <p:tag name="KSO_WM_UNIT_LAYERLEVEL" val="1"/>
  <p:tag name="KSO_WM_UNIT_TYPE" val="i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4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i*3"/>
  <p:tag name="KSO_WM_UNIT_INDEX" val="3"/>
  <p:tag name="KSO_WM_UNIT_LAYERLEVEL" val="1"/>
  <p:tag name="KSO_WM_UNIT_TYPE" val="i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45"/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_NEED_ADD_PATH_ANIM" val="0"/>
  <p:tag name="KSO_WM_UNIT_DIAGRAM_ISNUMVISUAL" val="0"/>
  <p:tag name="KSO_WM_UNIT_DIAGRAM_ISREFERUNIT" val="0"/>
  <p:tag name="KSO_WM_UNIT_HIGHLIGHT" val="0"/>
  <p:tag name="KSO_WM_UNIT_ID" val="_13*i*4"/>
  <p:tag name="KSO_WM_UNIT_INDEX" val="4"/>
  <p:tag name="KSO_WM_UNIT_LAYERLEVEL" val="1"/>
  <p:tag name="KSO_WM_UNIT_TYPE" val="i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9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6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58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6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7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79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0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2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4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5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7"/>
  <p:tag name="KSO_WM_UNIT_PLACING_PICTURE_USER_VIEWPORT" val="{&quot;height&quot;:2948.9259842519687,&quot;width&quot;:2948.9259842519687}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88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3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0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5"/>
  <p:tag name="KSO_WM_UNIT_TEXT_FILL_FORE_SCHEMECOLOR_INDEX" val="13"/>
  <p:tag name="KSO_WM_UNIT_TEXT_FILL_FORE_SCHEMECOLOR_INDEX_BRIGHTNESS" val="0"/>
  <p:tag name="KSO_WM_UNIT_TEXT_FILL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6"/>
  <p:tag name="KSO_WM_UNIT_TEXT_FILL_FORE_SCHEMECOLOR_INDEX" val="13"/>
  <p:tag name="KSO_WM_UNIT_TEXT_FILL_FORE_SCHEMECOLOR_INDEX_BRIGHTNESS" val="0"/>
  <p:tag name="KSO_WM_UNIT_TEXT_FILL_TYPE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7"/>
  <p:tag name="KSO_WM_UNIT_TEXT_FILL_FORE_SCHEMECOLOR_INDEX" val="13"/>
  <p:tag name="KSO_WM_UNIT_TEXT_FILL_FORE_SCHEMECOLOR_INDEX_BRIGHTNESS" val="0"/>
  <p:tag name="KSO_WM_UNIT_TEXT_FILL_TYP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8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4"/>
  <p:tag name="KSO_WM_UNIT_TEXT_FILL_FORE_SCHEMECOLOR_INDEX" val="13"/>
  <p:tag name="KSO_WM_UNIT_TEXT_FILL_FORE_SCHEMECOLOR_INDEX_BRIGHTNESS" val="0"/>
  <p:tag name="KSO_WM_UNIT_TEXT_FILL_TYPE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5"/>
  <p:tag name="KSO_WM_UNIT_TEXT_FILL_FORE_SCHEMECOLOR_INDEX" val="13"/>
  <p:tag name="KSO_WM_UNIT_TEXT_FILL_FORE_SCHEMECOLOR_INDEX_BRIGHTNESS" val="0"/>
  <p:tag name="KSO_WM_UNIT_TEXT_FILL_TYPE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6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399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2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3"/>
  <p:tag name="KSO_WM_UNIT_TEXT_FILL_FORE_SCHEMECOLOR_INDEX" val="13"/>
  <p:tag name="KSO_WM_UNIT_TEXT_FILL_FORE_SCHEMECOLOR_INDEX_BRIGHTNESS" val="0"/>
  <p:tag name="KSO_WM_UNIT_TEXT_FILL_TYPE" val="1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0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2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3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4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5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6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7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8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09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0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8"/>
  <p:tag name="KSO_WM_UNIT_TEXT_FILL_FORE_SCHEMECOLOR_INDEX" val="13"/>
  <p:tag name="KSO_WM_UNIT_TEXT_FILL_FORE_SCHEMECOLOR_INDEX_BRIGHTNESS" val="0"/>
  <p:tag name="KSO_WM_UNIT_TEXT_FILL_TYPE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19"/>
  <p:tag name="KSO_WM_UNIT_TEXT_FILL_FORE_SCHEMECOLOR_INDEX" val="13"/>
  <p:tag name="KSO_WM_UNIT_TEXT_FILL_FORE_SCHEMECOLOR_INDEX_BRIGHTNESS" val="0"/>
  <p:tag name="KSO_WM_UNIT_TEXT_FILL_TYPE" val="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0"/>
  <p:tag name="KSO_WM_UNIT_TEXT_FILL_FORE_SCHEMECOLOR_INDEX" val="13"/>
  <p:tag name="KSO_WM_UNIT_TEXT_FILL_FORE_SCHEMECOLOR_INDEX_BRIGHTNESS" val="0"/>
  <p:tag name="KSO_WM_UNIT_TEXT_FILL_TYPE" val="1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3"/>
  <p:tag name="KSO_WM_UNIT_TEXT_FILL_FORE_SCHEMECOLOR_INDEX" val="13"/>
  <p:tag name="KSO_WM_UNIT_TEXT_FILL_FORE_SCHEMECOLOR_INDEX_BRIGHTNESS" val="0"/>
  <p:tag name="KSO_WM_UNIT_TEXT_FILL_TYPE" val="1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4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5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5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7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8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5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8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4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4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5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9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5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1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7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7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8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2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8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4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0"/>
  <p:tag name="KSO_WM_UNIT_TEXT_FILL_FORE_SCHEMECOLOR_INDEX" val="13"/>
  <p:tag name="KSO_WM_UNIT_TEXT_FILL_FORE_SCHEMECOLOR_INDEX_BRIGHTNESS" val="0"/>
  <p:tag name="KSO_WM_UNIT_TEXT_FILL_TYPE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5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9"/>
  <p:tag name="KSO_WM_UNIT_TEXT_FILL_FORE_SCHEMECOLOR_INDEX" val="2"/>
  <p:tag name="KSO_WM_UNIT_TEXT_FILL_FORE_SCHEMECOLOR_INDEX_BRIGHTNESS" val="0"/>
  <p:tag name="KSO_WM_UNIT_TEXT_FILL_TYPE" val="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6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7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9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0"/>
  <p:tag name="KSO_WM_UNIT_LINE_FILL_TYPE" val="2"/>
  <p:tag name="KSO_WM_UNIT_LINE_FORE_SCHEMECOLOR_INDEX" val="13"/>
  <p:tag name="KSO_WM_UNIT_LINE_FORE_SCHEMECOLOR_INDEX_BRIGHTNESS" val="0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3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3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4"/>
  <p:tag name="KSO_WM_UNIT_LINE_FILL_TYPE" val="2"/>
  <p:tag name="KSO_WM_UNIT_LINE_FORE_SCHEMECOLOR_INDEX" val="13"/>
  <p:tag name="KSO_WM_UNIT_LINE_FORE_SCHEMECOLOR_INDEX_BRIGHTNESS" val="0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5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9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21"/>
  <p:tag name="KSO_WM_UNIT_LINE_FILL_TYPE" val="2"/>
  <p:tag name="KSO_WM_UNIT_LINE_FORE_SCHEMECOLOR_INDEX" val="13"/>
  <p:tag name="KSO_WM_UNIT_LINE_FORE_SCHEMECOLOR_INDEX_BRIGHTNESS" val="0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8"/>
  <p:tag name="KSO_WM_UNIT_LINE_FILL_TYPE" val="2"/>
  <p:tag name="KSO_WM_UNIT_LINE_FORE_SCHEMECOLOR_INDEX" val="13"/>
  <p:tag name="KSO_WM_UNIT_LINE_FORE_SCHEMECOLOR_INDEX_BRIGHTNESS" val="0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9"/>
  <p:tag name="KSO_WM_UNIT_LINE_FILL_TYPE" val="2"/>
  <p:tag name="KSO_WM_UNIT_LINE_FORE_SCHEMECOLOR_INDEX" val="13"/>
  <p:tag name="KSO_WM_UNIT_LINE_FORE_SCHEMECOLOR_INDEX_BRIGHTNESS" val="0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0"/>
  <p:tag name="KSO_WM_UNIT_LINE_FILL_TYPE" val="2"/>
  <p:tag name="KSO_WM_UNIT_LINE_FORE_SCHEMECOLOR_INDEX" val="13"/>
  <p:tag name="KSO_WM_UNIT_LINE_FORE_SCHEMECOLOR_INDEX_BRIGHTNESS" val="0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1"/>
  <p:tag name="KSO_WM_UNIT_LINE_FILL_TYPE" val="2"/>
  <p:tag name="KSO_WM_UNIT_LINE_FORE_SCHEMECOLOR_INDEX" val="13"/>
  <p:tag name="KSO_WM_UNIT_LINE_FORE_SCHEMECOLOR_INDEX_BRIGHTNESS" val="0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2"/>
  <p:tag name="KSO_WM_UNIT_LINE_FILL_TYPE" val="2"/>
  <p:tag name="KSO_WM_UNIT_LINE_FORE_SCHEMECOLOR_INDEX" val="13"/>
  <p:tag name="KSO_WM_UNIT_LINE_FORE_SCHEMECOLOR_INDEX_BRIGHTNESS" val="0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3"/>
  <p:tag name="KSO_WM_UNIT_LINE_FILL_TYPE" val="2"/>
  <p:tag name="KSO_WM_UNIT_LINE_FORE_SCHEMECOLOR_INDEX" val="13"/>
  <p:tag name="KSO_WM_UNIT_LINE_FORE_SCHEMECOLOR_INDEX_BRIGHTNESS" val="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4"/>
  <p:tag name="KSO_WM_UNIT_LINE_FILL_TYPE" val="2"/>
  <p:tag name="KSO_WM_UNIT_LINE_FORE_SCHEMECOLOR_INDEX" val="13"/>
  <p:tag name="KSO_WM_UNIT_LINE_FORE_SCHEMECOLOR_INDEX_BRIGHTNESS" val="0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5"/>
  <p:tag name="KSO_WM_UNIT_LINE_FILL_TYPE" val="2"/>
  <p:tag name="KSO_WM_UNIT_LINE_FORE_SCHEMECOLOR_INDEX" val="13"/>
  <p:tag name="KSO_WM_UNIT_LINE_FORE_SCHEMECOLOR_INDEX_BRIGHTNESS" val="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16"/>
  <p:tag name="KSO_WM_UNIT_LINE_FILL_TYPE" val="2"/>
  <p:tag name="KSO_WM_UNIT_LINE_FORE_SCHEMECOLOR_INDEX" val="13"/>
  <p:tag name="KSO_WM_UNIT_LINE_FORE_SCHEMECOLOR_INDEX_BRIGHTNESS" val="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2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3"/>
  <p:tag name="KSO_WM_UNIT_LINE_FILL_TYPE" val="2"/>
  <p:tag name="KSO_WM_UNIT_LINE_FORE_SCHEMECOLOR_INDEX" val="13"/>
  <p:tag name="KSO_WM_UNIT_LINE_FORE_SCHEMECOLOR_INDEX_BRIGHTNESS" val="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4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6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0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7"/>
  <p:tag name="KSO_WM_UNIT_LINE_FILL_TYPE" val="2"/>
  <p:tag name="KSO_WM_UNIT_LINE_FORE_SCHEMECOLOR_INDEX" val="13"/>
  <p:tag name="KSO_WM_UNIT_LINE_FORE_SCHEMECOLOR_INDEX_BRIGHTNESS" val="0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8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4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1"/>
  <p:tag name="KSO_WM_UNIT_LINE_FILL_TYPE" val="2"/>
  <p:tag name="KSO_WM_UNIT_LINE_FORE_SCHEMECOLOR_INDEX" val="13"/>
  <p:tag name="KSO_WM_UNIT_LINE_FORE_SCHEMECOLOR_INDEX_BRIGHTNESS" val="0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92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6"/>
  <p:tag name="KSO_WM_UNIT_LINE_FILL_TYPE" val="2"/>
  <p:tag name="KSO_WM_UNIT_LINE_FORE_SCHEMECOLOR_INDEX" val="13"/>
  <p:tag name="KSO_WM_UNIT_LINE_FORE_SCHEMECOLOR_INDEX_BRIGHTNESS" val="0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7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5"/>
  <p:tag name="KSO_WM_UNIT_LINE_FILL_TYPE" val="2"/>
  <p:tag name="KSO_WM_UNIT_LINE_FORE_SCHEMECOLOR_INDEX" val="13"/>
  <p:tag name="KSO_WM_UNIT_LINE_FORE_SCHEMECOLOR_INDEX_BRIGHTNESS" val="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6"/>
  <p:tag name="KSO_WM_UNIT_LINE_FILL_TYPE" val="2"/>
  <p:tag name="KSO_WM_UNIT_LINE_FORE_SCHEMECOLOR_INDEX" val="13"/>
  <p:tag name="KSO_WM_UNIT_LINE_FORE_SCHEMECOLOR_INDEX_BRIGHTNESS" val="0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7"/>
  <p:tag name="KSO_WM_UNIT_LINE_FILL_TYPE" val="2"/>
  <p:tag name="KSO_WM_UNIT_LINE_FORE_SCHEMECOLOR_INDEX" val="13"/>
  <p:tag name="KSO_WM_UNIT_LINE_FORE_SCHEMECOLOR_INDEX_BRIGHTNESS" val="0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8"/>
  <p:tag name="KSO_WM_UNIT_LINE_FILL_TYPE" val="2"/>
  <p:tag name="KSO_WM_UNIT_LINE_FORE_SCHEMECOLOR_INDEX" val="13"/>
  <p:tag name="KSO_WM_UNIT_LINE_FORE_SCHEMECOLOR_INDEX_BRIGHTNESS" val="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9"/>
  <p:tag name="KSO_WM_UNIT_LINE_FILL_TYPE" val="2"/>
  <p:tag name="KSO_WM_UNIT_LINE_FORE_SCHEMECOLOR_INDEX" val="13"/>
  <p:tag name="KSO_WM_UNIT_LINE_FORE_SCHEMECOLOR_INDEX_BRIGHTNESS" val="0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0"/>
  <p:tag name="KSO_WM_UNIT_LINE_FILL_TYPE" val="2"/>
  <p:tag name="KSO_WM_UNIT_LINE_FORE_SCHEMECOLOR_INDEX" val="13"/>
  <p:tag name="KSO_WM_UNIT_LINE_FORE_SCHEMECOLOR_INDEX_BRIGHTNESS" val="0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1"/>
  <p:tag name="KSO_WM_UNIT_LINE_FILL_TYPE" val="2"/>
  <p:tag name="KSO_WM_UNIT_LINE_FORE_SCHEMECOLOR_INDEX" val="13"/>
  <p:tag name="KSO_WM_UNIT_LINE_FORE_SCHEMECOLOR_INDEX_BRIGHTNESS" val="0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2"/>
  <p:tag name="KSO_WM_UNIT_LINE_FILL_TYPE" val="2"/>
  <p:tag name="KSO_WM_UNIT_LINE_FORE_SCHEMECOLOR_INDEX" val="13"/>
  <p:tag name="KSO_WM_UNIT_LINE_FORE_SCHEMECOLOR_INDEX_BRIGHTNESS" val="0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83"/>
  <p:tag name="KSO_WM_UNIT_LINE_FILL_TYPE" val="2"/>
  <p:tag name="KSO_WM_UNIT_LINE_FORE_SCHEMECOLOR_INDEX" val="13"/>
  <p:tag name="KSO_WM_UNIT_LINE_FORE_SCHEMECOLOR_INDEX_BRIGHTNESS" val="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9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0"/>
  <p:tag name="KSO_WM_UNIT_LINE_FILL_TYPE" val="2"/>
  <p:tag name="KSO_WM_UNIT_LINE_FORE_SCHEMECOLOR_INDEX" val="13"/>
  <p:tag name="KSO_WM_UNIT_LINE_FORE_SCHEMECOLOR_INDEX_BRIGHTNESS" val="0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71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3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4"/>
  <p:tag name="KSO_WM_UNIT_LINE_FILL_TYPE" val="2"/>
  <p:tag name="KSO_WM_UNIT_LINE_FORE_SCHEMECOLOR_INDEX" val="13"/>
  <p:tag name="KSO_WM_UNIT_LINE_FORE_SCHEMECOLOR_INDEX_BRIGHTNESS" val="0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5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6"/>
  <p:tag name="KSO_WM_UNIT_LINE_FILL_TYPE" val="2"/>
  <p:tag name="KSO_WM_UNIT_LINE_FORE_SCHEMECOLOR_INDEX" val="13"/>
  <p:tag name="KSO_WM_UNIT_LINE_FORE_SCHEMECOLOR_INDEX_BRIGHTNESS" val="0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7"/>
  <p:tag name="KSO_WM_UNIT_LINE_FILL_TYPE" val="2"/>
  <p:tag name="KSO_WM_UNIT_LINE_FORE_SCHEMECOLOR_INDEX" val="13"/>
  <p:tag name="KSO_WM_UNIT_LINE_FORE_SCHEMECOLOR_INDEX_BRIGHTNESS" val="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8"/>
  <p:tag name="KSO_WM_UNIT_LINE_FILL_TYPE" val="2"/>
  <p:tag name="KSO_WM_UNIT_LINE_FORE_SCHEMECOLOR_INDEX" val="13"/>
  <p:tag name="KSO_WM_UNIT_LINE_FORE_SCHEMECOLOR_INDEX_BRIGHTNESS" val="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9"/>
  <p:tag name="KSO_WM_UNIT_LINE_FILL_TYPE" val="2"/>
  <p:tag name="KSO_WM_UNIT_LINE_FORE_SCHEMECOLOR_INDEX" val="13"/>
  <p:tag name="KSO_WM_UNIT_LINE_FORE_SCHEMECOLOR_INDEX_BRIGHTNESS" val="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0"/>
  <p:tag name="KSO_WM_UNIT_LINE_FILL_TYPE" val="2"/>
  <p:tag name="KSO_WM_UNIT_LINE_FORE_SCHEMECOLOR_INDEX" val="13"/>
  <p:tag name="KSO_WM_UNIT_LINE_FORE_SCHEMECOLOR_INDEX_BRIGHTNESS" val="0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61"/>
  <p:tag name="KSO_WM_UNIT_LINE_FILL_TYPE" val="2"/>
  <p:tag name="KSO_WM_UNIT_LINE_FORE_SCHEMECOLOR_INDEX" val="13"/>
  <p:tag name="KSO_WM_UNIT_LINE_FORE_SCHEMECOLOR_INDEX_BRIGHTNESS" val="0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9"/>
  <p:tag name="KSO_WM_UNIT_LINE_FILL_TYPE" val="2"/>
  <p:tag name="KSO_WM_UNIT_LINE_FORE_SCHEMECOLOR_INDEX" val="13"/>
  <p:tag name="KSO_WM_UNIT_LINE_FORE_SCHEMECOLOR_INDEX_BRIGHTNESS" val="0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0"/>
  <p:tag name="KSO_WM_UNIT_LINE_FILL_TYPE" val="2"/>
  <p:tag name="KSO_WM_UNIT_LINE_FORE_SCHEMECOLOR_INDEX" val="13"/>
  <p:tag name="KSO_WM_UNIT_LINE_FORE_SCHEMECOLOR_INDEX_BRIGHTNESS" val="0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1"/>
  <p:tag name="KSO_WM_UNIT_LINE_FILL_TYPE" val="2"/>
  <p:tag name="KSO_WM_UNIT_LINE_FORE_SCHEMECOLOR_INDEX" val="13"/>
  <p:tag name="KSO_WM_UNIT_LINE_FORE_SCHEMECOLOR_INDEX_BRIGHTNESS" val="0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2"/>
  <p:tag name="KSO_WM_UNIT_LINE_FILL_TYPE" val="2"/>
  <p:tag name="KSO_WM_UNIT_LINE_FORE_SCHEMECOLOR_INDEX" val="13"/>
  <p:tag name="KSO_WM_UNIT_LINE_FORE_SCHEMECOLOR_INDEX_BRIGHTNESS" val="0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3"/>
  <p:tag name="KSO_WM_UNIT_LINE_FILL_TYPE" val="2"/>
  <p:tag name="KSO_WM_UNIT_LINE_FORE_SCHEMECOLOR_INDEX" val="13"/>
  <p:tag name="KSO_WM_UNIT_LINE_FORE_SCHEMECOLOR_INDEX_BRIGHTNESS" val="0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54"/>
  <p:tag name="KSO_WM_UNIT_LINE_FILL_TYPE" val="2"/>
  <p:tag name="KSO_WM_UNIT_LINE_FORE_SCHEMECOLOR_INDEX" val="13"/>
  <p:tag name="KSO_WM_UNIT_LINE_FORE_SCHEMECOLOR_INDEX_BRIGHTNESS" val="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2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3"/>
  <p:tag name="KSO_WM_UNIT_LINE_FILL_TYPE" val="2"/>
  <p:tag name="KSO_WM_UNIT_LINE_FORE_SCHEMECOLOR_INDEX" val="13"/>
  <p:tag name="KSO_WM_UNIT_LINE_FORE_SCHEMECOLOR_INDEX_BRIGHTNESS" val="0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4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6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4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7"/>
  <p:tag name="KSO_WM_UNIT_LINE_FILL_TYPE" val="2"/>
  <p:tag name="KSO_WM_UNIT_LINE_FORE_SCHEMECOLOR_INDEX" val="13"/>
  <p:tag name="KSO_WM_UNIT_LINE_FORE_SCHEMECOLOR_INDEX_BRIGHTNESS" val="0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8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6"/>
  <p:tag name="KSO_WM_UNIT_LINE_FILL_TYPE" val="2"/>
  <p:tag name="KSO_WM_UNIT_LINE_FORE_SCHEMECOLOR_INDEX" val="13"/>
  <p:tag name="KSO_WM_UNIT_LINE_FORE_SCHEMECOLOR_INDEX_BRIGHTNESS" val="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7"/>
  <p:tag name="KSO_WM_UNIT_LINE_FILL_TYPE" val="2"/>
  <p:tag name="KSO_WM_UNIT_LINE_FORE_SCHEMECOLOR_INDEX" val="13"/>
  <p:tag name="KSO_WM_UNIT_LINE_FORE_SCHEMECOLOR_INDEX_BRIGHTNESS" val="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8"/>
  <p:tag name="KSO_WM_UNIT_LINE_FILL_TYPE" val="2"/>
  <p:tag name="KSO_WM_UNIT_LINE_FORE_SCHEMECOLOR_INDEX" val="13"/>
  <p:tag name="KSO_WM_UNIT_LINE_FORE_SCHEMECOLOR_INDEX_BRIGHTNESS" val="0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9"/>
  <p:tag name="KSO_WM_UNIT_LINE_FILL_TYPE" val="2"/>
  <p:tag name="KSO_WM_UNIT_LINE_FORE_SCHEMECOLOR_INDEX" val="13"/>
  <p:tag name="KSO_WM_UNIT_LINE_FORE_SCHEMECOLOR_INDEX_BRIGHTNESS" val="0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0"/>
  <p:tag name="KSO_WM_UNIT_LINE_FILL_TYPE" val="2"/>
  <p:tag name="KSO_WM_UNIT_LINE_FORE_SCHEMECOLOR_INDEX" val="13"/>
  <p:tag name="KSO_WM_UNIT_LINE_FORE_SCHEMECOLOR_INDEX_BRIGHTNESS" val="0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1"/>
  <p:tag name="KSO_WM_UNIT_LINE_FILL_TYPE" val="2"/>
  <p:tag name="KSO_WM_UNIT_LINE_FORE_SCHEMECOLOR_INDEX" val="13"/>
  <p:tag name="KSO_WM_UNIT_LINE_FORE_SCHEMECOLOR_INDEX_BRIGHTNESS" val="0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2"/>
  <p:tag name="KSO_WM_UNIT_LINE_FILL_TYPE" val="2"/>
  <p:tag name="KSO_WM_UNIT_LINE_FORE_SCHEMECOLOR_INDEX" val="13"/>
  <p:tag name="KSO_WM_UNIT_LINE_FORE_SCHEMECOLOR_INDEX_BRIGHTNESS" val="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3"/>
  <p:tag name="KSO_WM_UNIT_LINE_FILL_TYPE" val="2"/>
  <p:tag name="KSO_WM_UNIT_LINE_FORE_SCHEMECOLOR_INDEX" val="13"/>
  <p:tag name="KSO_WM_UNIT_LINE_FORE_SCHEMECOLOR_INDEX_BRIGHTNESS" val="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34"/>
  <p:tag name="KSO_WM_UNIT_LINE_FILL_TYPE" val="2"/>
  <p:tag name="KSO_WM_UNIT_LINE_FORE_SCHEMECOLOR_INDEX" val="13"/>
  <p:tag name="KSO_WM_UNIT_LINE_FORE_SCHEMECOLOR_INDEX_BRIGHTNESS" val="0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3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3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297.xml><?xml version="1.0" encoding="utf-8"?>
<p:tagLst xmlns:p="http://schemas.openxmlformats.org/presentationml/2006/main">
  <p:tag name="AS_UNIQUEID" val="1488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4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8"/>
  <p:tag name="KSO_WM_UNIT_TEXT_FILL_FORE_SCHEMECOLOR_INDEX" val="13"/>
  <p:tag name="KSO_WM_UNIT_TEXT_FILL_FORE_SCHEMECOLOR_INDEX_BRIGHTNESS" val="0"/>
  <p:tag name="KSO_WM_UNIT_TEXT_FILL_TYPE" val="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9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5"/>
</p:tagLst>
</file>

<file path=ppt/tags/tag302.xml><?xml version="1.0" encoding="utf-8"?>
<p:tagLst xmlns:p="http://schemas.openxmlformats.org/presentationml/2006/main">
  <p:tag name="AS_UNIQUEID" val="1493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1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2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6"/>
  <p:tag name="KSO_WM_UNIT_TEXT_FILL_FORE_SCHEMECOLOR_INDEX" val="13"/>
  <p:tag name="KSO_WM_UNIT_TEXT_FILL_FORE_SCHEMECOLOR_INDEX_BRIGHTNESS" val="0"/>
  <p:tag name="KSO_WM_UNIT_TEXT_FILL_TYPE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7"/>
</p:tagLst>
</file>

<file path=ppt/tags/tag308.xml><?xml version="1.0" encoding="utf-8"?>
<p:tagLst xmlns:p="http://schemas.openxmlformats.org/presentationml/2006/main">
  <p:tag name="AS_UNIQUEID" val="1499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7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3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9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9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314.xml><?xml version="1.0" encoding="utf-8"?>
<p:tagLst xmlns:p="http://schemas.openxmlformats.org/presentationml/2006/main">
  <p:tag name="AS_UNIQUEID" val="1505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0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4"/>
  <p:tag name="KSO_WM_UNIT_TEXT_FILL_FORE_SCHEMECOLOR_INDEX" val="13"/>
  <p:tag name="KSO_WM_UNIT_TEXT_FILL_FORE_SCHEMECOLOR_INDEX_BRIGHTNESS" val="0"/>
  <p:tag name="KSO_WM_UNIT_TEXT_FILL_TYPE" val="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5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9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5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7"/>
  <p:tag name="KSO_WM_UNIT_TEXT_FILL_FORE_SCHEMECOLOR_INDEX" val="13"/>
  <p:tag name="KSO_WM_UNIT_TEXT_FILL_FORE_SCHEMECOLOR_INDEX_BRIGHTNESS" val="0"/>
  <p:tag name="KSO_WM_UNIT_TEXT_FILL_TYPE" val="1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8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2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3"/>
  <p:tag name="KSO_WM_UNIT_LINE_FILL_TYPE" val="2"/>
  <p:tag name="KSO_WM_UNIT_LINE_FORE_SCHEMECOLOR_INDEX" val="13"/>
  <p:tag name="KSO_WM_UNIT_LINE_FORE_SCHEMECOLOR_INDEX_BRIGHTNESS" val="0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4"/>
</p:tagLst>
</file>

<file path=ppt/tags/tag329.xml><?xml version="1.0" encoding="utf-8"?>
<p:tagLst xmlns:p="http://schemas.openxmlformats.org/presentationml/2006/main">
  <p:tag name="AS_UNIQUEID" val="1520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6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40"/>
  <p:tag name="KSO_WM_UNIT_FILL_FORE_SCHEMECOLOR_INDEX" val="5"/>
  <p:tag name="KSO_WM_UNIT_FILL_FORE_SCHEMECOLOR_INDEX_BRIGHTNESS" val="-0.5"/>
  <p:tag name="KSO_WM_UNIT_FILL_TYPE" val="1"/>
  <p:tag name="KSO_WM_UNIT_LINE_FILL_TYPE" val="2"/>
  <p:tag name="KSO_WM_UNIT_LINE_FORE_SCHEMECOLOR_INDEX" val="5"/>
  <p:tag name="KSO_WM_UNIT_LINE_FORE_SCHEMECOLOR_INDEX_BRIGHTNESS" val="-0.25"/>
  <p:tag name="KSO_WM_UNIT_TEXT_FILL_FORE_SCHEMECOLOR_INDEX" val="2"/>
  <p:tag name="KSO_WM_UNIT_TEXT_FILL_FORE_SCHEMECOLOR_INDEX_BRIGHTNESS" val="0"/>
  <p:tag name="KSO_WM_UNIT_TEXT_FILL_TYPE" val="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7"/>
  <p:tag name="KSO_WM_UNIT_LINE_FILL_TYPE" val="2"/>
  <p:tag name="KSO_WM_UNIT_LINE_FORE_SCHEMECOLOR_INDEX" val="5"/>
  <p:tag name="KSO_WM_UNIT_LINE_FORE_SCHEMECOLOR_INDEX_BRIGHTNESS" val="-0.25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8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0"/>
</p:tagLst>
</file>

<file path=ppt/tags/tag335.xml><?xml version="1.0" encoding="utf-8"?>
<p:tagLst xmlns:p="http://schemas.openxmlformats.org/presentationml/2006/main">
  <p:tag name="AS_UNIQUEID" val="1526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4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1"/>
  <p:tag name="KSO_WM_UNIT_LINE_FILL_TYPE" val="2"/>
  <p:tag name="KSO_WM_UNIT_LINE_FORE_SCHEMECOLOR_INDEX" val="13"/>
  <p:tag name="KSO_WM_UNIT_LINE_FORE_SCHEMECOLOR_INDEX_BRIGHTNESS" val="0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32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6"/>
  <p:tag name="KSO_WM_UNIT_LINE_FILL_TYPE" val="2"/>
  <p:tag name="KSO_WM_UNIT_LINE_FORE_SCHEMECOLOR_INDEX" val="13"/>
  <p:tag name="KSO_WM_UNIT_LINE_FORE_SCHEMECOLOR_INDEX_BRIGHTNESS" val="0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7"/>
</p:tagLst>
</file>

<file path=ppt/tags/tag341.xml><?xml version="1.0" encoding="utf-8"?>
<p:tagLst xmlns:p="http://schemas.openxmlformats.org/presentationml/2006/main">
  <p:tag name="AS_UNIQUEID" val="1532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1"/>
  <p:tag name="KSO_WM_UNIT_LINE_FILL_TYPE" val="2"/>
  <p:tag name="KSO_WM_UNIT_LINE_FORE_SCHEMECOLOR_INDEX" val="1"/>
  <p:tag name="KSO_WM_UNIT_LINE_FORE_SCHEMECOLOR_INDEX_BRIGHTNESS" val="0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22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0"/>
  <p:tag name="KSO_WM_UNIT_LINE_FILL_TYPE" val="2"/>
  <p:tag name="KSO_WM_UNIT_LINE_FORE_SCHEMECOLOR_INDEX" val="13"/>
  <p:tag name="KSO_WM_UNIT_LINE_FORE_SCHEMECOLOR_INDEX_BRIGHTNESS" val="0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1"/>
  <p:tag name="KSO_WM_UNIT_LINE_FILL_TYPE" val="2"/>
  <p:tag name="KSO_WM_UNIT_LINE_FORE_SCHEMECOLOR_INDEX" val="13"/>
  <p:tag name="KSO_WM_UNIT_LINE_FORE_SCHEMECOLOR_INDEX_BRIGHTNESS" val="0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2"/>
  <p:tag name="KSO_WM_UNIT_LINE_FILL_TYPE" val="2"/>
  <p:tag name="KSO_WM_UNIT_LINE_FORE_SCHEMECOLOR_INDEX" val="13"/>
  <p:tag name="KSO_WM_UNIT_LINE_FORE_SCHEMECOLOR_INDEX_BRIGHTNESS" val="0"/>
</p:tagLst>
</file>

<file path=ppt/tags/tag347.xml><?xml version="1.0" encoding="utf-8"?>
<p:tagLst xmlns:p="http://schemas.openxmlformats.org/presentationml/2006/main">
  <p:tag name="AS_UNIQUEID" val="1538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3"/>
  <p:tag name="KSO_WM_UNIT_LINE_FILL_TYPE" val="2"/>
  <p:tag name="KSO_WM_UNIT_LINE_FORE_SCHEMECOLOR_INDEX" val="13"/>
  <p:tag name="KSO_WM_UNIT_LINE_FORE_SCHEMECOLOR_INDEX_BRIGHTNESS" val="0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4"/>
  <p:tag name="KSO_WM_UNIT_LINE_FILL_TYPE" val="2"/>
  <p:tag name="KSO_WM_UNIT_LINE_FORE_SCHEMECOLOR_INDEX" val="13"/>
  <p:tag name="KSO_WM_UNIT_LINE_FORE_SCHEMECOLOR_INDEX_BRIGHTNESS" val="0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5"/>
  <p:tag name="KSO_WM_UNIT_LINE_FILL_TYPE" val="2"/>
  <p:tag name="KSO_WM_UNIT_LINE_FORE_SCHEMECOLOR_INDEX" val="13"/>
  <p:tag name="KSO_WM_UNIT_LINE_FORE_SCHEMECOLOR_INDEX_BRIGHTNESS" val="0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6"/>
  <p:tag name="KSO_WM_UNIT_LINE_FILL_TYPE" val="2"/>
  <p:tag name="KSO_WM_UNIT_LINE_FORE_SCHEMECOLOR_INDEX" val="13"/>
  <p:tag name="KSO_WM_UNIT_LINE_FORE_SCHEMECOLOR_INDEX_BRIGHTNESS" val="0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7"/>
  <p:tag name="KSO_WM_UNIT_LINE_FILL_TYPE" val="2"/>
  <p:tag name="KSO_WM_UNIT_LINE_FORE_SCHEMECOLOR_INDEX" val="13"/>
  <p:tag name="KSO_WM_UNIT_LINE_FORE_SCHEMECOLOR_INDEX_BRIGHTNESS" val="0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18"/>
  <p:tag name="KSO_WM_UNIT_LINE_FILL_TYPE" val="2"/>
  <p:tag name="KSO_WM_UNIT_LINE_FORE_SCHEMECOLOR_INDEX" val="13"/>
  <p:tag name="KSO_WM_UNIT_LINE_FORE_SCHEMECOLOR_INDEX_BRIGHTNESS" val="0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4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8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5"/>
  <p:tag name="KSO_WM_UNIT_LINE_FORE_SCHEMECOLOR_INDEX_BRIGHTNESS" val="-0.25"/>
  <p:tag name="KSO_WM_UNIT_TEXT_FILL_FORE_SCHEMECOLOR_INDEX" val="2"/>
  <p:tag name="KSO_WM_UNIT_TEXT_FILL_FORE_SCHEMECOLOR_INDEX_BRIGHTNESS" val="0"/>
  <p:tag name="KSO_WM_UNIT_TEXT_FILL_TYPE" val="1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5"/>
  <p:tag name="KSO_WM_UNIT_LINE_FILL_TYPE" val="2"/>
  <p:tag name="KSO_WM_UNIT_LINE_FORE_SCHEMECOLOR_INDEX" val="5"/>
  <p:tag name="KSO_WM_UNIT_LINE_FORE_SCHEMECOLOR_INDEX_BRIGHTNESS" val="-0.25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6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8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2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9"/>
  <p:tag name="KSO_WM_UNIT_LINE_FILL_TYPE" val="2"/>
  <p:tag name="KSO_WM_UNIT_LINE_FORE_SCHEMECOLOR_INDEX" val="13"/>
  <p:tag name="KSO_WM_UNIT_LINE_FORE_SCHEMECOLOR_INDEX_BRIGHTNESS" val="0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00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2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3"/>
  <p:tag name="KSO_WM_UNIT_LINE_FILL_TYPE" val="2"/>
  <p:tag name="KSO_WM_UNIT_LINE_FORE_SCHEMECOLOR_INDEX" val="13"/>
  <p:tag name="KSO_WM_UNIT_LINE_FORE_SCHEMECOLOR_INDEX_BRIGHTNESS" val="0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94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8"/>
  <p:tag name="KSO_WM_UNIT_LINE_FILL_TYPE" val="2"/>
  <p:tag name="KSO_WM_UNIT_LINE_FORE_SCHEMECOLOR_INDEX" val="13"/>
  <p:tag name="KSO_WM_UNIT_LINE_FORE_SCHEMECOLOR_INDEX_BRIGHTNESS" val="0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9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3"/>
  <p:tag name="KSO_WM_UNIT_LINE_FILL_TYPE" val="2"/>
  <p:tag name="KSO_WM_UNIT_LINE_FORE_SCHEMECOLOR_INDEX" val="1"/>
  <p:tag name="KSO_WM_UNIT_LINE_FORE_SCHEMECOLOR_INDEX_BRIGHTNESS" val="0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4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2"/>
  <p:tag name="KSO_WM_UNIT_LINE_FILL_TYPE" val="2"/>
  <p:tag name="KSO_WM_UNIT_LINE_FORE_SCHEMECOLOR_INDEX" val="13"/>
  <p:tag name="KSO_WM_UNIT_LINE_FORE_SCHEMECOLOR_INDEX_BRIGHTNESS" val="0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3"/>
  <p:tag name="KSO_WM_UNIT_LINE_FILL_TYPE" val="2"/>
  <p:tag name="KSO_WM_UNIT_LINE_FORE_SCHEMECOLOR_INDEX" val="13"/>
  <p:tag name="KSO_WM_UNIT_LINE_FORE_SCHEMECOLOR_INDEX_BRIGHTNESS" val="0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4"/>
  <p:tag name="KSO_WM_UNIT_LINE_FILL_TYPE" val="2"/>
  <p:tag name="KSO_WM_UNIT_LINE_FORE_SCHEMECOLOR_INDEX" val="13"/>
  <p:tag name="KSO_WM_UNIT_LINE_FORE_SCHEMECOLOR_INDEX_BRIGHTNESS" val="0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5"/>
  <p:tag name="KSO_WM_UNIT_LINE_FILL_TYPE" val="2"/>
  <p:tag name="KSO_WM_UNIT_LINE_FORE_SCHEMECOLOR_INDEX" val="13"/>
  <p:tag name="KSO_WM_UNIT_LINE_FORE_SCHEMECOLOR_INDEX_BRIGHTNESS" val="0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6"/>
  <p:tag name="KSO_WM_UNIT_LINE_FILL_TYPE" val="2"/>
  <p:tag name="KSO_WM_UNIT_LINE_FORE_SCHEMECOLOR_INDEX" val="13"/>
  <p:tag name="KSO_WM_UNIT_LINE_FORE_SCHEMECOLOR_INDEX_BRIGHTNESS" val="0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7"/>
  <p:tag name="KSO_WM_UNIT_LINE_FILL_TYPE" val="2"/>
  <p:tag name="KSO_WM_UNIT_LINE_FORE_SCHEMECOLOR_INDEX" val="13"/>
  <p:tag name="KSO_WM_UNIT_LINE_FORE_SCHEMECOLOR_INDEX_BRIGHTNESS" val="0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8"/>
  <p:tag name="KSO_WM_UNIT_LINE_FILL_TYPE" val="2"/>
  <p:tag name="KSO_WM_UNIT_LINE_FORE_SCHEMECOLOR_INDEX" val="13"/>
  <p:tag name="KSO_WM_UNIT_LINE_FORE_SCHEMECOLOR_INDEX_BRIGHTNESS" val="0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9"/>
  <p:tag name="KSO_WM_UNIT_LINE_FILL_TYPE" val="2"/>
  <p:tag name="KSO_WM_UNIT_LINE_FORE_SCHEMECOLOR_INDEX" val="13"/>
  <p:tag name="KSO_WM_UNIT_LINE_FORE_SCHEMECOLOR_INDEX_BRIGHTNESS" val="0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80"/>
  <p:tag name="KSO_WM_UNIT_LINE_FILL_TYPE" val="2"/>
  <p:tag name="KSO_WM_UNIT_LINE_FORE_SCHEMECOLOR_INDEX" val="13"/>
  <p:tag name="KSO_WM_UNIT_LINE_FORE_SCHEMECOLOR_INDEX_BRIGHTNESS" val="0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6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7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7"/>
  <p:tag name="KSO_WM_UNIT_LINE_FILL_TYPE" val="2"/>
  <p:tag name="KSO_WM_UNIT_LINE_FORE_SCHEMECOLOR_INDEX" val="13"/>
  <p:tag name="KSO_WM_UNIT_LINE_FORE_SCHEMECOLOR_INDEX_BRIGHTNESS" val="0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8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0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4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1"/>
  <p:tag name="KSO_WM_UNIT_LINE_FILL_TYPE" val="2"/>
  <p:tag name="KSO_WM_UNIT_LINE_FORE_SCHEMECOLOR_INDEX" val="13"/>
  <p:tag name="KSO_WM_UNIT_LINE_FORE_SCHEMECOLOR_INDEX_BRIGHTNESS" val="0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62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5"/>
  <p:tag name="KSO_WM_UNIT_LINE_FILL_TYPE" val="2"/>
  <p:tag name="KSO_WM_UNIT_LINE_FORE_SCHEMECOLOR_INDEX" val="1"/>
  <p:tag name="KSO_WM_UNIT_LINE_FORE_SCHEMECOLOR_INDEX_BRIGHTNESS" val="0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6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4"/>
  <p:tag name="KSO_WM_UNIT_LINE_FILL_TYPE" val="2"/>
  <p:tag name="KSO_WM_UNIT_LINE_FORE_SCHEMECOLOR_INDEX" val="13"/>
  <p:tag name="KSO_WM_UNIT_LINE_FORE_SCHEMECOLOR_INDEX_BRIGHTNESS" val="0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5"/>
  <p:tag name="KSO_WM_UNIT_LINE_FILL_TYPE" val="2"/>
  <p:tag name="KSO_WM_UNIT_LINE_FORE_SCHEMECOLOR_INDEX" val="13"/>
  <p:tag name="KSO_WM_UNIT_LINE_FORE_SCHEMECOLOR_INDEX_BRIGHTNESS" val="0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6"/>
  <p:tag name="KSO_WM_UNIT_LINE_FILL_TYPE" val="2"/>
  <p:tag name="KSO_WM_UNIT_LINE_FORE_SCHEMECOLOR_INDEX" val="13"/>
  <p:tag name="KSO_WM_UNIT_LINE_FORE_SCHEMECOLOR_INDEX_BRIGHTNESS" val="0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7"/>
  <p:tag name="KSO_WM_UNIT_LINE_FILL_TYPE" val="2"/>
  <p:tag name="KSO_WM_UNIT_LINE_FORE_SCHEMECOLOR_INDEX" val="13"/>
  <p:tag name="KSO_WM_UNIT_LINE_FORE_SCHEMECOLOR_INDEX_BRIGHTNESS" val="0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8"/>
  <p:tag name="KSO_WM_UNIT_LINE_FILL_TYPE" val="2"/>
  <p:tag name="KSO_WM_UNIT_LINE_FORE_SCHEMECOLOR_INDEX" val="13"/>
  <p:tag name="KSO_WM_UNIT_LINE_FORE_SCHEMECOLOR_INDEX_BRIGHTNESS" val="0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49"/>
  <p:tag name="KSO_WM_UNIT_LINE_FILL_TYPE" val="2"/>
  <p:tag name="KSO_WM_UNIT_LINE_FORE_SCHEMECOLOR_INDEX" val="13"/>
  <p:tag name="KSO_WM_UNIT_LINE_FORE_SCHEMECOLOR_INDEX_BRIGHTNESS" val="0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0"/>
  <p:tag name="KSO_WM_UNIT_LINE_FILL_TYPE" val="2"/>
  <p:tag name="KSO_WM_UNIT_LINE_FORE_SCHEMECOLOR_INDEX" val="13"/>
  <p:tag name="KSO_WM_UNIT_LINE_FORE_SCHEMECOLOR_INDEX_BRIGHTNESS" val="0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1"/>
  <p:tag name="KSO_WM_UNIT_LINE_FILL_TYPE" val="2"/>
  <p:tag name="KSO_WM_UNIT_LINE_FORE_SCHEMECOLOR_INDEX" val="13"/>
  <p:tag name="KSO_WM_UNIT_LINE_FORE_SCHEMECOLOR_INDEX_BRIGHTNESS" val="0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552"/>
  <p:tag name="KSO_WM_UNIT_LINE_FILL_TYPE" val="2"/>
  <p:tag name="KSO_WM_UNIT_LINE_FORE_SCHEMECOLOR_INDEX" val="13"/>
  <p:tag name="KSO_WM_UNIT_LINE_FORE_SCHEMECOLOR_INDEX_BRIGHTNESS" val="0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0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2"/>
</p:tagLst>
</file>

<file path=ppt/tags/tag402.xml><?xml version="1.0" encoding="utf-8"?>
<p:tagLst xmlns:p="http://schemas.openxmlformats.org/presentationml/2006/main">
  <p:tag name="AS_UNIQUEID" val="1590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8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4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0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407.xml><?xml version="1.0" encoding="utf-8"?>
<p:tagLst xmlns:p="http://schemas.openxmlformats.org/presentationml/2006/main">
  <p:tag name="AS_UNIQUEID" val="1595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2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6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2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8"/>
  <p:tag name="KSO_WM_UNIT_TEXT_FILL_FORE_SCHEMECOLOR_INDEX" val="13"/>
  <p:tag name="KSO_WM_UNIT_TEXT_FILL_FORE_SCHEMECOLOR_INDEX_BRIGHTNESS" val="0"/>
  <p:tag name="KSO_WM_UNIT_TEXT_FILL_TYPE" val="1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9"/>
  <p:tag name="KSO_WM_UNIT_TEXT_FILL_FORE_SCHEMECOLOR_INDEX" val="13"/>
  <p:tag name="KSO_WM_UNIT_TEXT_FILL_FORE_SCHEMECOLOR_INDEX_BRIGHTNESS" val="0"/>
  <p:tag name="KSO_WM_UNIT_TEXT_FILL_TYPE" val="1"/>
</p:tagLst>
</file>

<file path=ppt/tags/tag413.xml><?xml version="1.0" encoding="utf-8"?>
<p:tagLst xmlns:p="http://schemas.openxmlformats.org/presentationml/2006/main">
  <p:tag name="AS_UNIQUEID" val="1601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0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3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419.xml><?xml version="1.0" encoding="utf-8"?>
<p:tagLst xmlns:p="http://schemas.openxmlformats.org/presentationml/2006/main">
  <p:tag name="AS_UNIQUEID" val="1607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4"/>
  <p:tag name="KSO_WM_UNIT_LINE_FILL_TYPE" val="2"/>
  <p:tag name="KSO_WM_UNIT_LINE_FORE_SCHEMECOLOR_INDEX" val="13"/>
  <p:tag name="KSO_WM_UNIT_LINE_FORE_SCHEMECOLOR_INDEX_BRIGHTNESS" val="0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5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7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81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8"/>
  <p:tag name="KSO_WM_UNIT_LINE_FILL_TYPE" val="2"/>
  <p:tag name="KSO_WM_UNIT_LINE_FORE_SCHEMECOLOR_INDEX" val="13"/>
  <p:tag name="KSO_WM_UNIT_LINE_FORE_SCHEMECOLOR_INDEX_BRIGHTNESS" val="0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9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3"/>
  <p:tag name="KSO_WM_UNIT_LINE_FILL_TYPE" val="2"/>
  <p:tag name="KSO_WM_UNIT_LINE_FORE_SCHEMECOLOR_INDEX" val="13"/>
  <p:tag name="KSO_WM_UNIT_LINE_FORE_SCHEMECOLOR_INDEX_BRIGHTNESS" val="0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74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5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6"/>
  <p:tag name="KSO_WM_UNIT_LINE_FILL_TYPE" val="2"/>
  <p:tag name="KSO_WM_UNIT_LINE_FORE_SCHEMECOLOR_INDEX" val="13"/>
  <p:tag name="KSO_WM_UNIT_LINE_FORE_SCHEMECOLOR_INDEX_BRIGHTNESS" val="0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7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9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0"/>
  <p:tag name="KSO_WM_UNIT_LINE_FILL_TYPE" val="2"/>
  <p:tag name="KSO_WM_UNIT_LINE_FORE_SCHEMECOLOR_INDEX" val="13"/>
  <p:tag name="KSO_WM_UNIT_LINE_FORE_SCHEMECOLOR_INDEX_BRIGHTNESS" val="0"/>
</p:tagLst>
</file>

<file path=ppt/tags/tag435.xml><?xml version="1.0" encoding="utf-8"?>
<p:tagLst xmlns:p="http://schemas.openxmlformats.org/presentationml/2006/main">
  <p:tag name="AS_UNIQUEID" val="1623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61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3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4"/>
  <p:tag name="KSO_WM_UNIT_LINE_FILL_TYPE" val="2"/>
  <p:tag name="KSO_WM_UNIT_LINE_FORE_SCHEMECOLOR_INDEX" val="13"/>
  <p:tag name="KSO_WM_UNIT_LINE_FORE_SCHEMECOLOR_INDEX_BRIGHTNESS" val="0"/>
</p:tagLst>
</file>

<file path=ppt/tags/tag440.xml><?xml version="1.0" encoding="utf-8"?>
<p:tagLst xmlns:p="http://schemas.openxmlformats.org/presentationml/2006/main">
  <p:tag name="AS_UNIQUEID" val="1628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55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2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3"/>
</p:tagLst>
</file>

<file path=ppt/tags/tag445.xml><?xml version="1.0" encoding="utf-8"?>
<p:tagLst xmlns:p="http://schemas.openxmlformats.org/presentationml/2006/main">
  <p:tag name="AS_UNIQUEID" val="1633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0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1"/>
  <p:tag name="KSO_WM_UNIT_TEXT_FILL_FORE_SCHEMECOLOR_INDEX" val="13"/>
  <p:tag name="KSO_WM_UNIT_TEXT_FILL_FORE_SCHEMECOLOR_INDEX_BRIGHTNESS" val="0"/>
  <p:tag name="KSO_WM_UNIT_TEXT_FILL_TYPE" val="1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2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8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4"/>
</p:tagLst>
</file>

<file path=ppt/tags/tag451.xml><?xml version="1.0" encoding="utf-8"?>
<p:tagLst xmlns:p="http://schemas.openxmlformats.org/presentationml/2006/main">
  <p:tag name="AS_UNIQUEID" val="1639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0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1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8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9"/>
  <p:tag name="KSO_WM_UNIT_TEXT_FILL_FORE_SCHEMECOLOR_INDEX" val="13"/>
  <p:tag name="KSO_WM_UNIT_TEXT_FILL_FORE_SCHEMECOLOR_INDEX_BRIGHTNESS" val="0"/>
  <p:tag name="KSO_WM_UNIT_TEXT_FILL_TYPE" val="1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0"/>
</p:tagLst>
</file>

<file path=ppt/tags/tag457.xml><?xml version="1.0" encoding="utf-8"?>
<p:tagLst xmlns:p="http://schemas.openxmlformats.org/presentationml/2006/main">
  <p:tag name="AS_UNIQUEID" val="1645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6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2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8"/>
  <p:tag name="KSO_WM_UNIT_TEXT_FILL_FORE_SCHEMECOLOR_INDEX" val="13"/>
  <p:tag name="KSO_WM_UNIT_TEXT_FILL_FORE_SCHEMECOLOR_INDEX_BRIGHTNESS" val="0"/>
  <p:tag name="KSO_WM_UNIT_TEXT_FILL_TYPE" val="1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9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3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4"/>
  <p:tag name="KSO_WM_UNIT_LINE_FILL_TYPE" val="2"/>
  <p:tag name="KSO_WM_UNIT_LINE_FORE_SCHEMECOLOR_INDEX" val="13"/>
  <p:tag name="KSO_WM_UNIT_LINE_FORE_SCHEMECOLOR_INDEX_BRIGHTNESS" val="0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5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7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41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8"/>
  <p:tag name="KSO_WM_UNIT_LINE_FILL_TYPE" val="2"/>
  <p:tag name="KSO_WM_UNIT_LINE_FORE_SCHEMECOLOR_INDEX" val="13"/>
  <p:tag name="KSO_WM_UNIT_LINE_FORE_SCHEMECOLOR_INDEX_BRIGHTNESS" val="0"/>
</p:tagLst>
</file>

<file path=ppt/tags/tag471.xml><?xml version="1.0" encoding="utf-8"?>
<p:tagLst xmlns:p="http://schemas.openxmlformats.org/presentationml/2006/main">
  <p:tag name="AS_UNIQUEID" val="1656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9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1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5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2"/>
  <p:tag name="KSO_WM_UNIT_LINE_FILL_TYPE" val="2"/>
  <p:tag name="KSO_WM_UNIT_LINE_FORE_SCHEMECOLOR_INDEX" val="13"/>
  <p:tag name="KSO_WM_UNIT_LINE_FORE_SCHEMECOLOR_INDEX_BRIGHTNESS" val="0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33"/>
</p:tagLst>
</file>

<file path=ppt/tags/tag477.xml><?xml version="1.0" encoding="utf-8"?>
<p:tagLst xmlns:p="http://schemas.openxmlformats.org/presentationml/2006/main">
  <p:tag name="AS_UNIQUEID" val="1662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2"/>
  <p:tag name="KSO_WM_UNIT_LINE_FILL_TYPE" val="2"/>
  <p:tag name="KSO_WM_UNIT_LINE_FORE_SCHEMECOLOR_INDEX" val="13"/>
  <p:tag name="KSO_WM_UNIT_LINE_FORE_SCHEMECOLOR_INDEX_BRIGHTNESS" val="0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3"/>
  <p:tag name="KSO_WM_UNIT_LINE_FILL_TYPE" val="2"/>
  <p:tag name="KSO_WM_UNIT_LINE_FORE_SCHEMECOLOR_INDEX" val="13"/>
  <p:tag name="KSO_WM_UNIT_LINE_FORE_SCHEMECOLOR_INDEX_BRIGHTNESS" val="0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4"/>
  <p:tag name="KSO_WM_UNIT_LINE_FILL_TYPE" val="2"/>
  <p:tag name="KSO_WM_UNIT_LINE_FORE_SCHEMECOLOR_INDEX" val="13"/>
  <p:tag name="KSO_WM_UNIT_LINE_FORE_SCHEMECOLOR_INDEX_BRIGHTNESS" val="0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5"/>
  <p:tag name="KSO_WM_UNIT_LINE_FILL_TYPE" val="2"/>
  <p:tag name="KSO_WM_UNIT_LINE_FORE_SCHEMECOLOR_INDEX" val="13"/>
  <p:tag name="KSO_WM_UNIT_LINE_FORE_SCHEMECOLOR_INDEX_BRIGHTNESS" val="0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6"/>
  <p:tag name="KSO_WM_UNIT_LINE_FILL_TYPE" val="2"/>
  <p:tag name="KSO_WM_UNIT_LINE_FORE_SCHEMECOLOR_INDEX" val="13"/>
  <p:tag name="KSO_WM_UNIT_LINE_FORE_SCHEMECOLOR_INDEX_BRIGHTNESS" val="0"/>
</p:tagLst>
</file>

<file path=ppt/tags/tag483.xml><?xml version="1.0" encoding="utf-8"?>
<p:tagLst xmlns:p="http://schemas.openxmlformats.org/presentationml/2006/main">
  <p:tag name="AS_UNIQUEID" val="1668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27"/>
  <p:tag name="KSO_WM_UNIT_LINE_FILL_TYPE" val="2"/>
  <p:tag name="KSO_WM_UNIT_LINE_FORE_SCHEMECOLOR_INDEX" val="13"/>
  <p:tag name="KSO_WM_UNIT_LINE_FORE_SCHEMECOLOR_INDEX_BRIGHTNESS" val="0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5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6"/>
  <p:tag name="KSO_WM_UNIT_LINE_FILL_TYPE" val="2"/>
  <p:tag name="KSO_WM_UNIT_LINE_FORE_SCHEMECOLOR_INDEX" val="13"/>
  <p:tag name="KSO_WM_UNIT_LINE_FORE_SCHEMECOLOR_INDEX_BRIGHTNESS" val="0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7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9"/>
</p:tagLst>
</file>

<file path=ppt/tags/tag490.xml><?xml version="1.0" encoding="utf-8"?>
<p:tagLst xmlns:p="http://schemas.openxmlformats.org/presentationml/2006/main">
  <p:tag name="AS_UNIQUEID" val="1675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0"/>
  <p:tag name="KSO_WM_UNIT_LINE_FILL_TYPE" val="2"/>
  <p:tag name="KSO_WM_UNIT_LINE_FORE_SCHEMECOLOR_INDEX" val="13"/>
  <p:tag name="KSO_WM_UNIT_LINE_FORE_SCHEMECOLOR_INDEX_BRIGHTNESS" val="0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11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3"/>
</p:tagLst>
</file>

<file path=ppt/tags/tag495.xml><?xml version="1.0" encoding="utf-8"?>
<p:tagLst xmlns:p="http://schemas.openxmlformats.org/presentationml/2006/main">
  <p:tag name="AS_UNIQUEID" val="1680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4"/>
  <p:tag name="KSO_WM_UNIT_LINE_FILL_TYPE" val="2"/>
  <p:tag name="KSO_WM_UNIT_LINE_FORE_SCHEMECOLOR_INDEX" val="13"/>
  <p:tag name="KSO_WM_UNIT_LINE_FORE_SCHEMECOLOR_INDEX_BRIGHTNESS" val="0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05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4"/>
  <p:tag name="KSO_WM_UNIT_LINE_FILL_TYPE" val="2"/>
  <p:tag name="KSO_WM_UNIT_LINE_FORE_SCHEMECOLOR_INDEX" val="13"/>
  <p:tag name="KSO_WM_UNIT_LINE_FORE_SCHEMECOLOR_INDEX_BRIGHTNESS" val="0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5"/>
  <p:tag name="KSO_WM_UNIT_LINE_FILL_TYPE" val="2"/>
  <p:tag name="KSO_WM_UNIT_LINE_FORE_SCHEMECOLOR_INDEX" val="13"/>
  <p:tag name="KSO_WM_UNIT_LINE_FORE_SCHEMECOLOR_INDEX_BRIGHTNESS" val="0"/>
</p:tagLst>
</file>

<file path=ppt/tags/tag501.xml><?xml version="1.0" encoding="utf-8"?>
<p:tagLst xmlns:p="http://schemas.openxmlformats.org/presentationml/2006/main">
  <p:tag name="AS_UNIQUEID" val="1686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6"/>
  <p:tag name="KSO_WM_UNIT_LINE_FILL_TYPE" val="2"/>
  <p:tag name="KSO_WM_UNIT_LINE_FORE_SCHEMECOLOR_INDEX" val="13"/>
  <p:tag name="KSO_WM_UNIT_LINE_FORE_SCHEMECOLOR_INDEX_BRIGHTNESS" val="0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7"/>
  <p:tag name="KSO_WM_UNIT_LINE_FILL_TYPE" val="2"/>
  <p:tag name="KSO_WM_UNIT_LINE_FORE_SCHEMECOLOR_INDEX" val="13"/>
  <p:tag name="KSO_WM_UNIT_LINE_FORE_SCHEMECOLOR_INDEX_BRIGHTNESS" val="0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8"/>
  <p:tag name="KSO_WM_UNIT_LINE_FILL_TYPE" val="2"/>
  <p:tag name="KSO_WM_UNIT_LINE_FORE_SCHEMECOLOR_INDEX" val="13"/>
  <p:tag name="KSO_WM_UNIT_LINE_FORE_SCHEMECOLOR_INDEX_BRIGHTNESS" val="0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699"/>
  <p:tag name="KSO_WM_UNIT_LINE_FILL_TYPE" val="2"/>
  <p:tag name="KSO_WM_UNIT_LINE_FORE_SCHEMECOLOR_INDEX" val="13"/>
  <p:tag name="KSO_WM_UNIT_LINE_FORE_SCHEMECOLOR_INDEX_BRIGHTNESS" val="0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1"/>
  <p:tag name="KSO_WM_UNIT_TEXT_FILL_FORE_SCHEMECOLOR_INDEX" val="13"/>
  <p:tag name="KSO_WM_UNIT_TEXT_FILL_FORE_SCHEMECOLOR_INDEX_BRIGHTNESS" val="0"/>
  <p:tag name="KSO_WM_UNIT_TEXT_FILL_TYPE" val="1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2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0"/>
  <p:tag name="KSO_WM_UNIT_TEXT_FILL_FORE_SCHEMECOLOR_INDEX" val="13"/>
  <p:tag name="KSO_WM_UNIT_TEXT_FILL_FORE_SCHEMECOLOR_INDEX_BRIGHTNESS" val="0"/>
  <p:tag name="KSO_WM_UNIT_TEXT_FILL_TYPE" val="1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1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4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7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0"/>
  <p:tag name="KSO_WM_UNIT_TEXT_FILL_FORE_SCHEMECOLOR_INDEX" val="13"/>
  <p:tag name="KSO_WM_UNIT_TEXT_FILL_FORE_SCHEMECOLOR_INDEX_BRIGHTNESS" val="0"/>
  <p:tag name="KSO_WM_UNIT_TEXT_FILL_TYPE" val="1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1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4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7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0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1"/>
  <p:tag name="KSO_WM_UNIT_LINE_FILL_TYPE" val="2"/>
  <p:tag name="KSO_WM_UNIT_LINE_FORE_SCHEMECOLOR_INDEX" val="15"/>
  <p:tag name="KSO_WM_UNIT_LINE_FORE_SCHEMECOLOR_INDEX_BRIGHTNESS" val="0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2"/>
  <p:tag name="KSO_WM_UNIT_TEXT_FILL_FORE_SCHEMECOLOR_INDEX" val="13"/>
  <p:tag name="KSO_WM_UNIT_TEXT_FILL_FORE_SCHEMECOLOR_INDEX_BRIGHTNESS" val="0"/>
  <p:tag name="KSO_WM_UNIT_TEXT_FILL_TYPE" val="1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8"/>
  <p:tag name="KSO_WM_UNIT_LINE_FILL_TYPE" val="2"/>
  <p:tag name="KSO_WM_UNIT_LINE_FORE_SCHEMECOLOR_INDEX" val="6"/>
  <p:tag name="KSO_WM_UNIT_LINE_FORE_SCHEMECOLOR_INDEX_BRIGHTNESS" val="0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9"/>
  <p:tag name="KSO_WM_UNIT_TEXT_FILL_FORE_SCHEMECOLOR_INDEX" val="13"/>
  <p:tag name="KSO_WM_UNIT_TEXT_FILL_FORE_SCHEMECOLOR_INDEX_BRIGHTNESS" val="0"/>
  <p:tag name="KSO_WM_UNIT_TEXT_FILL_TYPE" val="1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5"/>
  <p:tag name="KSO_WM_UNIT_LINE_FILL_TYPE" val="2"/>
  <p:tag name="KSO_WM_UNIT_LINE_FORE_SCHEMECOLOR_INDEX" val="6"/>
  <p:tag name="KSO_WM_UNIT_LINE_FORE_SCHEMECOLOR_INDEX_BRIGHTNESS" val="0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6"/>
  <p:tag name="KSO_WM_UNIT_TEXT_FILL_FORE_SCHEMECOLOR_INDEX" val="13"/>
  <p:tag name="KSO_WM_UNIT_TEXT_FILL_FORE_SCHEMECOLOR_INDEX_BRIGHTNESS" val="0"/>
  <p:tag name="KSO_WM_UNIT_TEXT_FILL_TYPE" val="1"/>
</p:tagLst>
</file>

<file path=ppt/tags/tag524.xml><?xml version="1.0" encoding="utf-8"?>
<p:tagLst xmlns:p="http://schemas.openxmlformats.org/presentationml/2006/main">
  <p:tag name="AS_UNIQUEID" val="1706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2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83"/>
  <p:tag name="KSO_WM_UNIT_TEXT_FILL_FORE_SCHEMECOLOR_INDEX" val="13"/>
  <p:tag name="KSO_WM_UNIT_TEXT_FILL_FORE_SCHEMECOLOR_INDEX_BRIGHTNESS" val="0"/>
  <p:tag name="KSO_WM_UNIT_TEXT_FILL_TYPE" val="1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8"/>
  <p:tag name="KSO_WM_UNIT_LINE_FILL_TYPE" val="2"/>
  <p:tag name="KSO_WM_UNIT_LINE_FORE_SCHEMECOLOR_INDEX" val="15"/>
  <p:tag name="KSO_WM_UNIT_LINE_FORE_SCHEMECOLOR_INDEX_BRIGHTNESS" val="0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9"/>
  <p:tag name="KSO_WM_UNIT_TEXT_FILL_FORE_SCHEMECOLOR_INDEX" val="13"/>
  <p:tag name="KSO_WM_UNIT_TEXT_FILL_FORE_SCHEMECOLOR_INDEX_BRIGHTNESS" val="0"/>
  <p:tag name="KSO_WM_UNIT_TEXT_FILL_TYPE" val="1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5"/>
  <p:tag name="KSO_WM_UNIT_LINE_FILL_TYPE" val="2"/>
  <p:tag name="KSO_WM_UNIT_LINE_FORE_SCHEMECOLOR_INDEX" val="6"/>
  <p:tag name="KSO_WM_UNIT_LINE_FORE_SCHEMECOLOR_INDEX_BRIGHTNESS" val="0"/>
</p:tagLst>
</file>

<file path=ppt/tags/tag530.xml><?xml version="1.0" encoding="utf-8"?>
<p:tagLst xmlns:p="http://schemas.openxmlformats.org/presentationml/2006/main">
  <p:tag name="AS_UNIQUEID" val="1712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6"/>
  <p:tag name="KSO_WM_UNIT_TEXT_FILL_FORE_SCHEMECOLOR_INDEX" val="13"/>
  <p:tag name="KSO_WM_UNIT_TEXT_FILL_FORE_SCHEMECOLOR_INDEX_BRIGHTNESS" val="0"/>
  <p:tag name="KSO_WM_UNIT_TEXT_FILL_TYPE" val="1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2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73"/>
  <p:tag name="KSO_WM_UNIT_TEXT_FILL_FORE_SCHEMECOLOR_INDEX" val="13"/>
  <p:tag name="KSO_WM_UNIT_TEXT_FILL_FORE_SCHEMECOLOR_INDEX_BRIGHTNESS" val="0"/>
  <p:tag name="KSO_WM_UNIT_TEXT_FILL_TYPE" val="1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3"/>
  <p:tag name="KSO_WM_UNIT_TEXT_FILL_FORE_SCHEMECOLOR_INDEX" val="13"/>
  <p:tag name="KSO_WM_UNIT_TEXT_FILL_FORE_SCHEMECOLOR_INDEX_BRIGHTNESS" val="0"/>
  <p:tag name="KSO_WM_UNIT_TEXT_FILL_TYPE" val="1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4"/>
  <p:tag name="KSO_WM_UNIT_TEXT_FILL_FORE_SCHEMECOLOR_INDEX" val="13"/>
  <p:tag name="KSO_WM_UNIT_TEXT_FILL_FORE_SCHEMECOLOR_INDEX_BRIGHTNESS" val="0"/>
  <p:tag name="KSO_WM_UNIT_TEXT_FILL_TYPE" val="1"/>
</p:tagLst>
</file>

<file path=ppt/tags/tag536.xml><?xml version="1.0" encoding="utf-8"?>
<p:tagLst xmlns:p="http://schemas.openxmlformats.org/presentationml/2006/main">
  <p:tag name="AS_UNIQUEID" val="1718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5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8"/>
  <p:tag name="KSO_WM_UNIT_TEXT_FILL_FORE_SCHEMECOLOR_INDEX" val="13"/>
  <p:tag name="KSO_WM_UNIT_TEXT_FILL_FORE_SCHEMECOLOR_INDEX_BRIGHTNESS" val="0"/>
  <p:tag name="KSO_WM_UNIT_TEXT_FILL_TYPE" val="1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9"/>
  <p:tag name="KSO_WM_UNIT_TEXT_FILL_FORE_SCHEMECOLOR_INDEX" val="13"/>
  <p:tag name="KSO_WM_UNIT_TEXT_FILL_FORE_SCHEMECOLOR_INDEX_BRIGHTNESS" val="0"/>
  <p:tag name="KSO_WM_UNIT_TEXT_FILL_TYPE" val="1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6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7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8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59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0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1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2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3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4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5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6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67"/>
</p:tagLst>
</file>

<file path=ppt/tags/tag552.xml><?xml version="1.0" encoding="utf-8"?>
<p:tagLst xmlns:p="http://schemas.openxmlformats.org/presentationml/2006/main">
  <p:tag name="AS_UNIQUEID" val="1734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4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5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6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0"/>
  <p:tag name="KSO_WM_UNIT_TEXT_FILL_FORE_SCHEMECOLOR_INDEX" val="13"/>
  <p:tag name="KSO_WM_UNIT_TEXT_FILL_FORE_SCHEMECOLOR_INDEX_BRIGHTNESS" val="0"/>
  <p:tag name="KSO_WM_UNIT_TEXT_FILL_TYPE" val="1"/>
</p:tagLst>
</file>

<file path=ppt/tags/tag558.xml><?xml version="1.0" encoding="utf-8"?>
<p:tagLst xmlns:p="http://schemas.openxmlformats.org/presentationml/2006/main">
  <p:tag name="AS_UNIQUEID" val="1740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1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7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3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9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0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564.xml><?xml version="1.0" encoding="utf-8"?>
<p:tagLst xmlns:p="http://schemas.openxmlformats.org/presentationml/2006/main">
  <p:tag name="AS_UNIQUEID" val="1746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1"/>
  <p:tag name="KSO_WM_UNIT_TEXT_FILL_FORE_SCHEMECOLOR_INDEX" val="13"/>
  <p:tag name="KSO_WM_UNIT_TEXT_FILL_FORE_SCHEMECOLOR_INDEX_BRIGHTNESS" val="0"/>
  <p:tag name="KSO_WM_UNIT_TEXT_FILL_TYPE" val="1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2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6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2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8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4"/>
  <p:tag name="KSO_WM_UNIT_TEXT_FILL_FORE_SCHEMECOLOR_INDEX" val="13"/>
  <p:tag name="KSO_WM_UNIT_TEXT_FILL_FORE_SCHEMECOLOR_INDEX_BRIGHTNESS" val="0"/>
  <p:tag name="KSO_WM_UNIT_TEXT_FILL_TYPE" val="1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5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9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0"/>
  <p:tag name="KSO_WM_UNIT_LINE_FILL_TYPE" val="2"/>
  <p:tag name="KSO_WM_UNIT_LINE_FORE_SCHEMECOLOR_INDEX" val="13"/>
  <p:tag name="KSO_WM_UNIT_LINE_FORE_SCHEMECOLOR_INDEX_BRIGHTNESS" val="0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1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3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4"/>
  <p:tag name="KSO_WM_UNIT_LINE_FILL_TYPE" val="2"/>
  <p:tag name="KSO_WM_UNIT_LINE_FORE_SCHEMECOLOR_INDEX" val="13"/>
  <p:tag name="KSO_WM_UNIT_LINE_FORE_SCHEMECOLOR_INDEX_BRIGHTNESS" val="0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5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7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31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8"/>
  <p:tag name="KSO_WM_UNIT_LINE_FILL_TYPE" val="2"/>
  <p:tag name="KSO_WM_UNIT_LINE_FORE_SCHEMECOLOR_INDEX" val="13"/>
  <p:tag name="KSO_WM_UNIT_LINE_FORE_SCHEMECOLOR_INDEX_BRIGHTNESS" val="0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9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3"/>
  <p:tag name="KSO_WM_UNIT_LINE_FILL_TYPE" val="2"/>
  <p:tag name="KSO_WM_UNIT_LINE_FORE_SCHEMECOLOR_INDEX" val="1"/>
  <p:tag name="KSO_WM_UNIT_LINE_FORE_SCHEMECOLOR_INDEX_BRIGHTNESS" val="0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24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4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8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5"/>
  <p:tag name="KSO_WM_UNIT_LINE_FILL_TYPE" val="2"/>
  <p:tag name="KSO_WM_UNIT_LINE_FORE_SCHEMECOLOR_INDEX" val="13"/>
  <p:tag name="KSO_WM_UNIT_LINE_FORE_SCHEMECOLOR_INDEX_BRIGHTNESS" val="0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6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8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2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9"/>
  <p:tag name="KSO_WM_UNIT_LINE_FILL_TYPE" val="2"/>
  <p:tag name="KSO_WM_UNIT_LINE_FORE_SCHEMECOLOR_INDEX" val="13"/>
  <p:tag name="KSO_WM_UNIT_LINE_FORE_SCHEMECOLOR_INDEX_BRIGHTNESS" val="0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10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2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3"/>
  <p:tag name="KSO_WM_UNIT_LINE_FILL_TYPE" val="2"/>
  <p:tag name="KSO_WM_UNIT_LINE_FORE_SCHEMECOLOR_INDEX" val="13"/>
  <p:tag name="KSO_WM_UNIT_LINE_FORE_SCHEMECOLOR_INDEX_BRIGHTNESS" val="0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04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7"/>
  <p:tag name="KSO_WM_UNIT_LINE_FILL_TYPE" val="2"/>
  <p:tag name="KSO_WM_UNIT_LINE_FORE_SCHEMECOLOR_INDEX" val="1"/>
  <p:tag name="KSO_WM_UNIT_LINE_FORE_SCHEMECOLOR_INDEX_BRIGHTNESS" val="0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798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7"/>
  <p:tag name="KSO_WM_UNIT_TEXT_FILL_FORE_SCHEMECOLOR_INDEX" val="13"/>
  <p:tag name="KSO_WM_UNIT_TEXT_FILL_FORE_SCHEMECOLOR_INDEX_BRIGHTNESS" val="0"/>
  <p:tag name="KSO_WM_UNIT_TEXT_FILL_TYPE" val="1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8"/>
  <p:tag name="KSO_WM_UNIT_TEXT_FILL_FORE_SCHEMECOLOR_INDEX" val="13"/>
  <p:tag name="KSO_WM_UNIT_TEXT_FILL_FORE_SCHEMECOLOR_INDEX_BRIGHTNESS" val="0"/>
  <p:tag name="KSO_WM_UNIT_TEXT_FILL_TYPE" val="1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49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4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5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9"/>
  <p:tag name="KSO_WM_UNIT_TEXT_FILL_FORE_SCHEMECOLOR_INDEX" val="13"/>
  <p:tag name="KSO_WM_UNIT_TEXT_FILL_FORE_SCHEMECOLOR_INDEX_BRIGHTNESS" val="0"/>
  <p:tag name="KSO_WM_UNIT_TEXT_FILL_TYPE" val="1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0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6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2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7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8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2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8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4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0"/>
  <p:tag name="KSO_WM_UNIT_TEXT_FILL_FORE_SCHEMECOLOR_INDEX" val="13"/>
  <p:tag name="KSO_WM_UNIT_TEXT_FILL_FORE_SCHEMECOLOR_INDEX_BRIGHTNESS" val="0"/>
  <p:tag name="KSO_WM_UNIT_TEXT_FILL_TYPE" val="1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1"/>
  <p:tag name="KSO_WM_UNIT_TEXT_FILL_FORE_SCHEMECOLOR_INDEX" val="13"/>
  <p:tag name="KSO_WM_UNIT_TEXT_FILL_FORE_SCHEMECOLOR_INDEX_BRIGHTNESS" val="0"/>
  <p:tag name="KSO_WM_UNIT_TEXT_FILL_TYPE" val="1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2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7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21.xml><?xml version="1.0" encoding="utf-8"?>
<p:tagLst xmlns:p="http://schemas.openxmlformats.org/presentationml/2006/main">
  <p:tag name="AS_UNIQUEID" val="1799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8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2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8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24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30"/>
  <p:tag name="KSO_WM_UNIT_TEXT_FILL_FORE_SCHEMECOLOR_INDEX" val="13"/>
  <p:tag name="KSO_WM_UNIT_TEXT_FILL_FORE_SCHEMECOLOR_INDEX_BRIGHTNESS" val="0"/>
  <p:tag name="KSO_WM_UNIT_TEXT_FILL_TYPE" val="1"/>
</p:tagLst>
</file>

<file path=ppt/tags/tag627.xml><?xml version="1.0" encoding="utf-8"?>
<p:tagLst xmlns:p="http://schemas.openxmlformats.org/presentationml/2006/main">
  <p:tag name="AS_UNIQUEID" val="1805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31"/>
  <p:tag name="KSO_WM_UNIT_TEXT_FILL_FORE_SCHEMECOLOR_INDEX" val="13"/>
  <p:tag name="KSO_WM_UNIT_TEXT_FILL_FORE_SCHEMECOLOR_INDEX_BRIGHTNESS" val="0"/>
  <p:tag name="KSO_WM_UNIT_TEXT_FILL_TYPE" val="1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32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25"/>
</p:tagLst>
</file>

<file path=ppt/tags/tag633.xml><?xml version="1.0" encoding="utf-8"?>
<p:tagLst xmlns:p="http://schemas.openxmlformats.org/presentationml/2006/main">
  <p:tag name="AS_UNIQUEID" val="1811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2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26"/>
  <p:tag name="KSO_WM_UNIT_LINE_FILL_TYPE" val="2"/>
  <p:tag name="KSO_WM_UNIT_LINE_FORE_SCHEMECOLOR_INDEX" val="13"/>
  <p:tag name="KSO_WM_UNIT_LINE_FORE_SCHEMECOLOR_INDEX_BRIGHTNESS" val="0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27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9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2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639.xml><?xml version="1.0" encoding="utf-8"?>
<p:tagLst xmlns:p="http://schemas.openxmlformats.org/presentationml/2006/main">
  <p:tag name="AS_UNIQUEID" val="1817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20"/>
  <p:tag name="KSO_WM_UNIT_LINE_FILL_TYPE" val="2"/>
  <p:tag name="KSO_WM_UNIT_LINE_FORE_SCHEMECOLOR_INDEX" val="13"/>
  <p:tag name="KSO_WM_UNIT_LINE_FORE_SCHEMECOLOR_INDEX_BRIGHTNESS" val="0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21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3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4"/>
  <p:tag name="KSO_WM_UNIT_LINE_FILL_TYPE" val="2"/>
  <p:tag name="KSO_WM_UNIT_LINE_FORE_SCHEMECOLOR_INDEX" val="13"/>
  <p:tag name="KSO_WM_UNIT_LINE_FORE_SCHEMECOLOR_INDEX_BRIGHTNESS" val="0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5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9"/>
  <p:tag name="KSO_WM_UNIT_LINE_FILL_TYPE" val="2"/>
  <p:tag name="KSO_WM_UNIT_LINE_FORE_SCHEMECOLOR_INDEX" val="1"/>
  <p:tag name="KSO_WM_UNIT_LINE_FORE_SCHEMECOLOR_INDEX_BRIGHTNESS" val="0"/>
</p:tagLst>
</file>

<file path=ppt/tags/tag647.xml><?xml version="1.0" encoding="utf-8"?>
<p:tagLst xmlns:p="http://schemas.openxmlformats.org/presentationml/2006/main">
  <p:tag name="AS_UNIQUEID" val="1825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10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3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4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5"/>
  <p:tag name="KSO_WM_UNIT_LINE_FILL_TYPE" val="2"/>
  <p:tag name="KSO_WM_UNIT_LINE_FORE_SCHEMECOLOR_INDEX" val="13"/>
  <p:tag name="KSO_WM_UNIT_LINE_FORE_SCHEMECOLOR_INDEX_BRIGHTNESS" val="0"/>
</p:tagLst>
</file>

<file path=ppt/tags/tag652.xml><?xml version="1.0" encoding="utf-8"?>
<p:tagLst xmlns:p="http://schemas.openxmlformats.org/presentationml/2006/main">
  <p:tag name="AS_UNIQUEID" val="1830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06"/>
  <p:tag name="KSO_WM_UNIT_LINE_FILL_TYPE" val="2"/>
  <p:tag name="KSO_WM_UNIT_LINE_FORE_SCHEMECOLOR_INDEX" val="13"/>
  <p:tag name="KSO_WM_UNIT_LINE_FORE_SCHEMECOLOR_INDEX_BRIGHTNESS" val="0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5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6"/>
  <p:tag name="KSO_WM_UNIT_LINE_FILL_TYPE" val="2"/>
  <p:tag name="KSO_WM_UNIT_LINE_FORE_SCHEMECOLOR_INDEX" val="13"/>
  <p:tag name="KSO_WM_UNIT_LINE_FORE_SCHEMECOLOR_INDEX_BRIGHTNESS" val="0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7"/>
</p:tagLst>
</file>

<file path=ppt/tags/tag658.xml><?xml version="1.0" encoding="utf-8"?>
<p:tagLst xmlns:p="http://schemas.openxmlformats.org/presentationml/2006/main">
  <p:tag name="AS_UNIQUEID" val="1836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9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0"/>
  <p:tag name="KSO_WM_UNIT_LINE_FILL_TYPE" val="2"/>
  <p:tag name="KSO_WM_UNIT_LINE_FORE_SCHEMECOLOR_INDEX" val="13"/>
  <p:tag name="KSO_WM_UNIT_LINE_FORE_SCHEMECOLOR_INDEX_BRIGHTNESS" val="0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91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3"/>
</p:tagLst>
</file>

<file path=ppt/tags/tag664.xml><?xml version="1.0" encoding="utf-8"?>
<p:tagLst xmlns:p="http://schemas.openxmlformats.org/presentationml/2006/main">
  <p:tag name="AS_UNIQUEID" val="1842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4"/>
  <p:tag name="KSO_WM_UNIT_LINE_FILL_TYPE" val="2"/>
  <p:tag name="KSO_WM_UNIT_LINE_FORE_SCHEMECOLOR_INDEX" val="13"/>
  <p:tag name="KSO_WM_UNIT_LINE_FORE_SCHEMECOLOR_INDEX_BRIGHTNESS" val="0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5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9"/>
  <p:tag name="KSO_WM_UNIT_LINE_FILL_TYPE" val="2"/>
  <p:tag name="KSO_WM_UNIT_LINE_FORE_SCHEMECOLOR_INDEX" val="1"/>
  <p:tag name="KSO_WM_UNIT_LINE_FORE_SCHEMECOLOR_INDEX_BRIGHTNESS" val="0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80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3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4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5"/>
  <p:tag name="KSO_WM_UNIT_LINE_FILL_TYPE" val="2"/>
  <p:tag name="KSO_WM_UNIT_LINE_FORE_SCHEMECOLOR_INDEX" val="13"/>
  <p:tag name="KSO_WM_UNIT_LINE_FORE_SCHEMECOLOR_INDEX_BRIGHTNESS" val="0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6"/>
  <p:tag name="KSO_WM_UNIT_LINE_FILL_TYPE" val="2"/>
  <p:tag name="KSO_WM_UNIT_LINE_FORE_SCHEMECOLOR_INDEX" val="13"/>
  <p:tag name="KSO_WM_UNIT_LINE_FORE_SCHEMECOLOR_INDEX_BRIGHTNESS" val="0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7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71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8"/>
  <p:tag name="KSO_WM_UNIT_LINE_FILL_TYPE" val="2"/>
  <p:tag name="KSO_WM_UNIT_LINE_FORE_SCHEMECOLOR_INDEX" val="13"/>
  <p:tag name="KSO_WM_UNIT_LINE_FORE_SCHEMECOLOR_INDEX_BRIGHTNESS" val="0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9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1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5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2"/>
  <p:tag name="KSO_WM_UNIT_LINE_FILL_TYPE" val="2"/>
  <p:tag name="KSO_WM_UNIT_LINE_FORE_SCHEMECOLOR_INDEX" val="13"/>
  <p:tag name="KSO_WM_UNIT_LINE_FORE_SCHEMECOLOR_INDEX_BRIGHTNESS" val="0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63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6"/>
  <p:tag name="KSO_WM_UNIT_LINE_FILL_TYPE" val="2"/>
  <p:tag name="KSO_WM_UNIT_LINE_FORE_SCHEMECOLOR_INDEX" val="1"/>
  <p:tag name="KSO_WM_UNIT_LINE_FORE_SCHEMECOLOR_INDEX_BRIGHTNESS" val="0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7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0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2"/>
  <p:tag name="KSO_WM_UNIT_LINE_FILL_TYPE" val="2"/>
  <p:tag name="KSO_WM_UNIT_LINE_FORE_SCHEMECOLOR_INDEX" val="13"/>
  <p:tag name="KSO_WM_UNIT_LINE_FORE_SCHEMECOLOR_INDEX_BRIGHTNESS" val="0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853"/>
  <p:tag name="KSO_WM_UNIT_LINE_FILL_TYPE" val="2"/>
  <p:tag name="KSO_WM_UNIT_LINE_FORE_SCHEMECOLOR_INDEX" val="13"/>
  <p:tag name="KSO_WM_UNIT_LINE_FORE_SCHEMECOLOR_INDEX_BRIGHTNESS" val="0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689.xml><?xml version="1.0" encoding="utf-8"?>
<p:tagLst xmlns:p="http://schemas.openxmlformats.org/presentationml/2006/main">
  <p:tag name="AS_UNIQUEID" val="1864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34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1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2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6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2"/>
</p:tagLst>
</file>

<file path=ppt/tags/tag695.xml><?xml version="1.0" encoding="utf-8"?>
<p:tagLst xmlns:p="http://schemas.openxmlformats.org/presentationml/2006/main">
  <p:tag name="AS_UNIQUEID" val="1870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8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4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1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2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6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2"/>
  <p:tag name="KSO_WM_UNIT_TEXT_FILL_FORE_SCHEMECOLOR_INDEX" val="13"/>
  <p:tag name="KSO_WM_UNIT_TEXT_FILL_FORE_SCHEMECOLOR_INDEX_BRIGHTNESS" val="0"/>
  <p:tag name="KSO_WM_UNIT_TEXT_FILL_TYPE" val="1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9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6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7"/>
</p:tagLst>
</file>

<file path=ppt/tags/tag706.xml><?xml version="1.0" encoding="utf-8"?>
<p:tagLst xmlns:p="http://schemas.openxmlformats.org/presentationml/2006/main">
  <p:tag name="AS_UNIQUEID" val="1881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1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7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3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9"/>
  <p:tag name="KSO_WM_UNIT_TEXT_FILL_FORE_SCHEMECOLOR_INDEX" val="13"/>
  <p:tag name="KSO_WM_UNIT_TEXT_FILL_FORE_SCHEMECOLOR_INDEX_BRIGHTNESS" val="0"/>
  <p:tag name="KSO_WM_UNIT_TEXT_FILL_TYPE" val="1"/>
</p:tagLst>
</file>

<file path=ppt/tags/tag711.xml><?xml version="1.0" encoding="utf-8"?>
<p:tagLst xmlns:p="http://schemas.openxmlformats.org/presentationml/2006/main">
  <p:tag name="AS_UNIQUEID" val="1886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0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7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8"/>
  <p:tag name="KSO_WM_UNIT_LINE_FILL_TYPE" val="2"/>
  <p:tag name="KSO_WM_UNIT_LINE_FORE_SCHEMECOLOR_INDEX" val="13"/>
  <p:tag name="KSO_WM_UNIT_LINE_FORE_SCHEMECOLOR_INDEX_BRIGHTNESS" val="0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9"/>
  <p:tag name="KSO_WM_UNIT_TEXT_FILL_FORE_SCHEMECOLOR_INDEX" val="13"/>
  <p:tag name="KSO_WM_UNIT_TEXT_FILL_FORE_SCHEMECOLOR_INDEX_BRIGHTNESS" val="0"/>
  <p:tag name="KSO_WM_UNIT_TEXT_FILL_TYPE" val="1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0"/>
</p:tagLst>
</file>

<file path=ppt/tags/tag717.xml><?xml version="1.0" encoding="utf-8"?>
<p:tagLst xmlns:p="http://schemas.openxmlformats.org/presentationml/2006/main">
  <p:tag name="AS_UNIQUEID" val="1892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6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2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8"/>
  <p:tag name="KSO_WM_UNIT_TEXT_FILL_FORE_SCHEMECOLOR_INDEX" val="13"/>
  <p:tag name="KSO_WM_UNIT_TEXT_FILL_FORE_SCHEMECOLOR_INDEX_BRIGHTNESS" val="0"/>
  <p:tag name="KSO_WM_UNIT_TEXT_FILL_TYPE" val="1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9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723.xml><?xml version="1.0" encoding="utf-8"?>
<p:tagLst xmlns:p="http://schemas.openxmlformats.org/presentationml/2006/main">
  <p:tag name="AS_UNIQUEID" val="1898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3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4"/>
  <p:tag name="KSO_WM_UNIT_LINE_FILL_TYPE" val="2"/>
  <p:tag name="KSO_WM_UNIT_LINE_FORE_SCHEMECOLOR_INDEX" val="13"/>
  <p:tag name="KSO_WM_UNIT_LINE_FORE_SCHEMECOLOR_INDEX_BRIGHTNESS" val="0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5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7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41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8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9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1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5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2"/>
  <p:tag name="KSO_WM_UNIT_LINE_FILL_TYPE" val="2"/>
  <p:tag name="KSO_WM_UNIT_LINE_FORE_SCHEMECOLOR_INDEX" val="13"/>
  <p:tag name="KSO_WM_UNIT_LINE_FORE_SCHEMECOLOR_INDEX_BRIGHTNESS" val="0"/>
</p:tagLst>
</file>

<file path=ppt/tags/tag736.xml><?xml version="1.0" encoding="utf-8"?>
<p:tagLst xmlns:p="http://schemas.openxmlformats.org/presentationml/2006/main">
  <p:tag name="AS_UNIQUEID" val="1911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33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1"/>
  <p:tag name="KSO_WM_UNIT_LINE_FILL_TYPE" val="2"/>
  <p:tag name="KSO_WM_UNIT_LINE_FORE_SCHEMECOLOR_INDEX" val="13"/>
  <p:tag name="KSO_WM_UNIT_LINE_FORE_SCHEMECOLOR_INDEX_BRIGHTNESS" val="0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2"/>
  <p:tag name="KSO_WM_UNIT_LINE_FILL_TYPE" val="2"/>
  <p:tag name="KSO_WM_UNIT_LINE_FORE_SCHEMECOLOR_INDEX" val="13"/>
  <p:tag name="KSO_WM_UNIT_LINE_FORE_SCHEMECOLOR_INDEX_BRIGHTNESS" val="0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3"/>
  <p:tag name="KSO_WM_UNIT_LINE_FILL_TYPE" val="2"/>
  <p:tag name="KSO_WM_UNIT_LINE_FORE_SCHEMECOLOR_INDEX" val="13"/>
  <p:tag name="KSO_WM_UNIT_LINE_FORE_SCHEMECOLOR_INDEX_BRIGHTNESS" val="0"/>
</p:tagLst>
</file>

<file path=ppt/tags/tag741.xml><?xml version="1.0" encoding="utf-8"?>
<p:tagLst xmlns:p="http://schemas.openxmlformats.org/presentationml/2006/main">
  <p:tag name="AS_UNIQUEID" val="1916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4"/>
  <p:tag name="KSO_WM_UNIT_LINE_FILL_TYPE" val="2"/>
  <p:tag name="KSO_WM_UNIT_LINE_FORE_SCHEMECOLOR_INDEX" val="13"/>
  <p:tag name="KSO_WM_UNIT_LINE_FORE_SCHEMECOLOR_INDEX_BRIGHTNESS" val="0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5"/>
  <p:tag name="KSO_WM_UNIT_LINE_FILL_TYPE" val="2"/>
  <p:tag name="KSO_WM_UNIT_LINE_FORE_SCHEMECOLOR_INDEX" val="13"/>
  <p:tag name="KSO_WM_UNIT_LINE_FORE_SCHEMECOLOR_INDEX_BRIGHTNESS" val="0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26"/>
  <p:tag name="KSO_WM_UNIT_LINE_FILL_TYPE" val="2"/>
  <p:tag name="KSO_WM_UNIT_LINE_FORE_SCHEMECOLOR_INDEX" val="13"/>
  <p:tag name="KSO_WM_UNIT_LINE_FORE_SCHEMECOLOR_INDEX_BRIGHTNESS" val="0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4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8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747.xml><?xml version="1.0" encoding="utf-8"?>
<p:tagLst xmlns:p="http://schemas.openxmlformats.org/presentationml/2006/main">
  <p:tag name="AS_UNIQUEID" val="1922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5"/>
  <p:tag name="KSO_WM_UNIT_LINE_FILL_TYPE" val="2"/>
  <p:tag name="KSO_WM_UNIT_LINE_FORE_SCHEMECOLOR_INDEX" val="13"/>
  <p:tag name="KSO_WM_UNIT_LINE_FORE_SCHEMECOLOR_INDEX_BRIGHTNESS" val="0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6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8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2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9"/>
  <p:tag name="KSO_WM_UNIT_LINE_FILL_TYPE" val="2"/>
  <p:tag name="KSO_WM_UNIT_LINE_FORE_SCHEMECOLOR_INDEX" val="13"/>
  <p:tag name="KSO_WM_UNIT_LINE_FORE_SCHEMECOLOR_INDEX_BRIGHTNESS" val="0"/>
</p:tagLst>
</file>

<file path=ppt/tags/tag753.xml><?xml version="1.0" encoding="utf-8"?>
<p:tagLst xmlns:p="http://schemas.openxmlformats.org/presentationml/2006/main">
  <p:tag name="AS_UNIQUEID" val="1928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10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2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3"/>
  <p:tag name="KSO_WM_UNIT_LINE_FILL_TYPE" val="2"/>
  <p:tag name="KSO_WM_UNIT_LINE_FORE_SCHEMECOLOR_INDEX" val="13"/>
  <p:tag name="KSO_WM_UNIT_LINE_FORE_SCHEMECOLOR_INDEX_BRIGHTNESS" val="0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04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8"/>
  <p:tag name="KSO_WM_UNIT_LINE_FILL_TYPE" val="2"/>
  <p:tag name="KSO_WM_UNIT_LINE_FORE_SCHEMECOLOR_INDEX" val="13"/>
  <p:tag name="KSO_WM_UNIT_LINE_FORE_SCHEMECOLOR_INDEX_BRIGHTNESS" val="0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9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0"/>
  <p:tag name="KSO_WM_UNIT_LINE_FILL_TYPE" val="2"/>
  <p:tag name="KSO_WM_UNIT_LINE_FORE_SCHEMECOLOR_INDEX" val="13"/>
  <p:tag name="KSO_WM_UNIT_LINE_FORE_SCHEMECOLOR_INDEX_BRIGHTNESS" val="0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1"/>
  <p:tag name="KSO_WM_UNIT_LINE_FILL_TYPE" val="2"/>
  <p:tag name="KSO_WM_UNIT_LINE_FORE_SCHEMECOLOR_INDEX" val="13"/>
  <p:tag name="KSO_WM_UNIT_LINE_FORE_SCHEMECOLOR_INDEX_BRIGHTNESS" val="0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2"/>
  <p:tag name="KSO_WM_UNIT_LINE_FILL_TYPE" val="2"/>
  <p:tag name="KSO_WM_UNIT_LINE_FORE_SCHEMECOLOR_INDEX" val="13"/>
  <p:tag name="KSO_WM_UNIT_LINE_FORE_SCHEMECOLOR_INDEX_BRIGHTNESS" val="0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3"/>
  <p:tag name="KSO_WM_UNIT_LINE_FILL_TYPE" val="2"/>
  <p:tag name="KSO_WM_UNIT_LINE_FORE_SCHEMECOLOR_INDEX" val="13"/>
  <p:tag name="KSO_WM_UNIT_LINE_FORE_SCHEMECOLOR_INDEX_BRIGHTNESS" val="0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4"/>
  <p:tag name="KSO_WM_UNIT_LINE_FILL_TYPE" val="2"/>
  <p:tag name="KSO_WM_UNIT_LINE_FORE_SCHEMECOLOR_INDEX" val="13"/>
  <p:tag name="KSO_WM_UNIT_LINE_FORE_SCHEMECOLOR_INDEX_BRIGHTNESS" val="0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95"/>
  <p:tag name="KSO_WM_UNIT_LINE_FILL_TYPE" val="2"/>
  <p:tag name="KSO_WM_UNIT_LINE_FORE_SCHEMECOLOR_INDEX" val="13"/>
  <p:tag name="KSO_WM_UNIT_LINE_FORE_SCHEMECOLOR_INDEX_BRIGHTNESS" val="0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8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"/>
  <p:tag name="KSO_WM_UNIT_LINE_FILL_TYPE" val="2"/>
  <p:tag name="KSO_WM_UNIT_LINE_FORE_SCHEMECOLOR_INDEX" val="13"/>
  <p:tag name="KSO_WM_UNIT_LINE_FORE_SCHEMECOLOR_INDEX_BRIGHTNESS" val="0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6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7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1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8"/>
  <p:tag name="KSO_WM_UNIT_LINE_FILL_TYPE" val="2"/>
  <p:tag name="KSO_WM_UNIT_LINE_FORE_SCHEMECOLOR_INDEX" val="13"/>
  <p:tag name="KSO_WM_UNIT_LINE_FORE_SCHEMECOLOR_INDEX_BRIGHTNESS" val="0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9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3"/>
  <p:tag name="KSO_WM_UNIT_LINE_FILL_TYPE" val="2"/>
  <p:tag name="KSO_WM_UNIT_LINE_FORE_SCHEMECOLOR_INDEX" val="13"/>
  <p:tag name="KSO_WM_UNIT_LINE_FORE_SCHEMECOLOR_INDEX_BRIGHTNESS" val="0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4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5"/>
  <p:tag name="KSO_WM_UNIT_LINE_FILL_TYPE" val="2"/>
  <p:tag name="KSO_WM_UNIT_LINE_FORE_SCHEMECOLOR_INDEX" val="13"/>
  <p:tag name="KSO_WM_UNIT_LINE_FORE_SCHEMECOLOR_INDEX_BRIGHTNESS" val="0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6"/>
  <p:tag name="KSO_WM_UNIT_LINE_FILL_TYPE" val="2"/>
  <p:tag name="KSO_WM_UNIT_LINE_FORE_SCHEMECOLOR_INDEX" val="13"/>
  <p:tag name="KSO_WM_UNIT_LINE_FORE_SCHEMECOLOR_INDEX_BRIGHTNESS" val="0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7"/>
  <p:tag name="KSO_WM_UNIT_LINE_FILL_TYPE" val="2"/>
  <p:tag name="KSO_WM_UNIT_LINE_FORE_SCHEMECOLOR_INDEX" val="13"/>
  <p:tag name="KSO_WM_UNIT_LINE_FORE_SCHEMECOLOR_INDEX_BRIGHTNESS" val="0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8"/>
  <p:tag name="KSO_WM_UNIT_LINE_FILL_TYPE" val="2"/>
  <p:tag name="KSO_WM_UNIT_LINE_FORE_SCHEMECOLOR_INDEX" val="13"/>
  <p:tag name="KSO_WM_UNIT_LINE_FORE_SCHEMECOLOR_INDEX_BRIGHTNESS" val="0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9"/>
  <p:tag name="KSO_WM_UNIT_LINE_FILL_TYPE" val="2"/>
  <p:tag name="KSO_WM_UNIT_LINE_FORE_SCHEMECOLOR_INDEX" val="13"/>
  <p:tag name="KSO_WM_UNIT_LINE_FORE_SCHEMECOLOR_INDEX_BRIGHTNESS" val="0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70"/>
  <p:tag name="KSO_WM_UNIT_LINE_FILL_TYPE" val="2"/>
  <p:tag name="KSO_WM_UNIT_LINE_FORE_SCHEMECOLOR_INDEX" val="13"/>
  <p:tag name="KSO_WM_UNIT_LINE_FORE_SCHEMECOLOR_INDEX_BRIGHTNESS" val="0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9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0"/>
  <p:tag name="KSO_WM_UNIT_LINE_FILL_TYPE" val="2"/>
  <p:tag name="KSO_WM_UNIT_LINE_FORE_SCHEMECOLOR_INDEX" val="13"/>
  <p:tag name="KSO_WM_UNIT_LINE_FORE_SCHEMECOLOR_INDEX_BRIGHTNESS" val="0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61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3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4"/>
  <p:tag name="KSO_WM_UNIT_LINE_FILL_TYPE" val="2"/>
  <p:tag name="KSO_WM_UNIT_LINE_FORE_SCHEMECOLOR_INDEX" val="13"/>
  <p:tag name="KSO_WM_UNIT_LINE_FORE_SCHEMECOLOR_INDEX_BRIGHTNESS" val="0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5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51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8"/>
  <p:tag name="KSO_WM_UNIT_LINE_FILL_TYPE" val="2"/>
  <p:tag name="KSO_WM_UNIT_LINE_FORE_SCHEMECOLOR_INDEX" val="13"/>
  <p:tag name="KSO_WM_UNIT_LINE_FORE_SCHEMECOLOR_INDEX_BRIGHTNESS" val="0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9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3"/>
  <p:tag name="KSO_WM_UNIT_LINE_FILL_TYPE" val="2"/>
  <p:tag name="KSO_WM_UNIT_LINE_FORE_SCHEMECOLOR_INDEX" val="13"/>
  <p:tag name="KSO_WM_UNIT_LINE_FORE_SCHEMECOLOR_INDEX_BRIGHTNESS" val="0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4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35"/>
  <p:tag name="KSO_WM_UNIT_LINE_FILL_TYPE" val="2"/>
  <p:tag name="KSO_WM_UNIT_LINE_FORE_SCHEMECOLOR_INDEX" val="13"/>
  <p:tag name="KSO_WM_UNIT_LINE_FORE_SCHEMECOLOR_INDEX_BRIGHTNESS" val="0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36"/>
  <p:tag name="KSO_WM_UNIT_LINE_FILL_TYPE" val="2"/>
  <p:tag name="KSO_WM_UNIT_LINE_FORE_SCHEMECOLOR_INDEX" val="13"/>
  <p:tag name="KSO_WM_UNIT_LINE_FORE_SCHEMECOLOR_INDEX_BRIGHTNESS" val="0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37"/>
  <p:tag name="KSO_WM_UNIT_LINE_FILL_TYPE" val="2"/>
  <p:tag name="KSO_WM_UNIT_LINE_FORE_SCHEMECOLOR_INDEX" val="13"/>
  <p:tag name="KSO_WM_UNIT_LINE_FORE_SCHEMECOLOR_INDEX_BRIGHTNESS" val="0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38"/>
  <p:tag name="KSO_WM_UNIT_LINE_FILL_TYPE" val="2"/>
  <p:tag name="KSO_WM_UNIT_LINE_FORE_SCHEMECOLOR_INDEX" val="13"/>
  <p:tag name="KSO_WM_UNIT_LINE_FORE_SCHEMECOLOR_INDEX_BRIGHTNESS" val="0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39"/>
  <p:tag name="KSO_WM_UNIT_LINE_FILL_TYPE" val="2"/>
  <p:tag name="KSO_WM_UNIT_LINE_FORE_SCHEMECOLOR_INDEX" val="13"/>
  <p:tag name="KSO_WM_UNIT_LINE_FORE_SCHEMECOLOR_INDEX_BRIGHTNESS" val="0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0"/>
  <p:tag name="KSO_WM_UNIT_LINE_FILL_TYPE" val="2"/>
  <p:tag name="KSO_WM_UNIT_LINE_FORE_SCHEMECOLOR_INDEX" val="13"/>
  <p:tag name="KSO_WM_UNIT_LINE_FORE_SCHEMECOLOR_INDEX_BRIGHTNESS" val="0"/>
</p:tagLst>
</file>

<file path=ppt/tags/tag803.xml><?xml version="1.0" encoding="utf-8"?>
<p:tagLst xmlns:p="http://schemas.openxmlformats.org/presentationml/2006/main">
  <p:tag name="AS_UNIQUEID" val="1975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1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8"/>
  <p:tag name="KSO_WM_UNIT_FILL_FORE_SCHEMECOLOR_INDEX" val="7"/>
  <p:tag name="KSO_WM_UNIT_FILL_FORE_SCHEMECOLOR_INDEX_BRIGHTNESS" val="-0.25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9"/>
</p:tagLst>
</file>

<file path=ppt/tags/tag808.xml><?xml version="1.0" encoding="utf-8"?>
<p:tagLst xmlns:p="http://schemas.openxmlformats.org/presentationml/2006/main">
  <p:tag name="AS_UNIQUEID" val="1980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3"/>
  <p:tag name="KSO_WM_UNIT_TEXT_FILL_FORE_SCHEMECOLOR_INDEX" val="13"/>
  <p:tag name="KSO_WM_UNIT_TEXT_FILL_FORE_SCHEMECOLOR_INDEX_BRIGHTNESS" val="0"/>
  <p:tag name="KSO_WM_UNIT_TEXT_FILL_TYPE" val="1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4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0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1"/>
  <p:tag name="KSO_WM_UNIT_TEXT_FILL_FORE_SCHEMECOLOR_INDEX" val="13"/>
  <p:tag name="KSO_WM_UNIT_TEXT_FILL_FORE_SCHEMECOLOR_INDEX_BRIGHTNESS" val="0"/>
  <p:tag name="KSO_WM_UNIT_TEXT_FILL_TYPE" val="1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2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8"/>
</p:tagLst>
</file>

<file path=ppt/tags/tag815.xml><?xml version="1.0" encoding="utf-8"?>
<p:tagLst xmlns:p="http://schemas.openxmlformats.org/presentationml/2006/main">
  <p:tag name="AS_UNIQUEID" val="1987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4"/>
  <p:tag name="KSO_WM_UNIT_TEXT_FILL_FORE_SCHEMECOLOR_INDEX" val="13"/>
  <p:tag name="KSO_WM_UNIT_TEXT_FILL_FORE_SCHEMECOLOR_INDEX_BRIGHTNESS" val="0"/>
  <p:tag name="KSO_WM_UNIT_TEXT_FILL_TYPE" val="1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5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9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3"/>
  <p:tag name="KSO_WM_UNIT_FILL_FORE_SCHEMECOLOR_INDEX" val="13"/>
  <p:tag name="KSO_WM_UNIT_FILL_FORE_SCHEMECOLOR_INDEX_BRIGHTNESS" val="0"/>
  <p:tag name="KSO_WM_UNIT_FILL_TYPE" val="1"/>
  <p:tag name="KSO_WM_UNIT_TEXT_FILL_FORE_SCHEMECOLOR_INDEX" val="5"/>
  <p:tag name="KSO_WM_UNIT_TEXT_FILL_FORE_SCHEMECOLOR_INDEX_BRIGHTNESS" val="0.4"/>
  <p:tag name="KSO_WM_UNIT_TEXT_FILL_TYPE" val="1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0"/>
  <p:tag name="KSO_WM_UNIT_LINE_FILL_TYPE" val="2"/>
  <p:tag name="KSO_WM_UNIT_LINE_FORE_SCHEMECOLOR_INDEX" val="5"/>
  <p:tag name="KSO_WM_UNIT_LINE_FORE_SCHEMECOLOR_INDEX_BRIGHTNESS" val="-0.25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1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3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7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4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75"/>
</p:tagLst>
</file>

<file path=ppt/tags/tag828.xml><?xml version="1.0" encoding="utf-8"?>
<p:tagLst xmlns:p="http://schemas.openxmlformats.org/presentationml/2006/main">
  <p:tag name="AS_UNIQUEID" val="2000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5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6"/>
  <p:tag name="KSO_WM_UNIT_LINE_FILL_TYPE" val="2"/>
  <p:tag name="KSO_WM_UNIT_LINE_FORE_SCHEMECOLOR_INDEX" val="13"/>
  <p:tag name="KSO_WM_UNIT_LINE_FORE_SCHEMECOLOR_INDEX_BRIGHTNESS" val="0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7"/>
</p:tagLst>
</file>

<file path=ppt/tags/tag833.xml><?xml version="1.0" encoding="utf-8"?>
<p:tagLst xmlns:p="http://schemas.openxmlformats.org/presentationml/2006/main">
  <p:tag name="AS_UNIQUEID" val="2005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0"/>
  <p:tag name="KSO_WM_UNIT_LINE_FILL_TYPE" val="2"/>
  <p:tag name="KSO_WM_UNIT_LINE_FORE_SCHEMECOLOR_INDEX" val="1"/>
  <p:tag name="KSO_WM_UNIT_LINE_FORE_SCHEMECOLOR_INDEX_BRIGHTNESS" val="0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61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2"/>
  <p:tag name="KSO_WM_UNIT_LINE_FILL_TYPE" val="2"/>
  <p:tag name="KSO_WM_UNIT_LINE_FORE_SCHEMECOLOR_INDEX" val="13"/>
  <p:tag name="KSO_WM_UNIT_LINE_FORE_SCHEMECOLOR_INDEX_BRIGHTNESS" val="0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3"/>
  <p:tag name="KSO_WM_UNIT_LINE_FILL_TYPE" val="2"/>
  <p:tag name="KSO_WM_UNIT_LINE_FORE_SCHEMECOLOR_INDEX" val="13"/>
  <p:tag name="KSO_WM_UNIT_LINE_FORE_SCHEMECOLOR_INDEX_BRIGHTNESS" val="0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4"/>
  <p:tag name="KSO_WM_UNIT_LINE_FILL_TYPE" val="2"/>
  <p:tag name="KSO_WM_UNIT_LINE_FORE_SCHEMECOLOR_INDEX" val="13"/>
  <p:tag name="KSO_WM_UNIT_LINE_FORE_SCHEMECOLOR_INDEX_BRIGHTNESS" val="0"/>
</p:tagLst>
</file>

<file path=ppt/tags/tag839.xml><?xml version="1.0" encoding="utf-8"?>
<p:tagLst xmlns:p="http://schemas.openxmlformats.org/presentationml/2006/main">
  <p:tag name="AS_UNIQUEID" val="2011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5"/>
  <p:tag name="KSO_WM_UNIT_LINE_FILL_TYPE" val="2"/>
  <p:tag name="KSO_WM_UNIT_LINE_FORE_SCHEMECOLOR_INDEX" val="13"/>
  <p:tag name="KSO_WM_UNIT_LINE_FORE_SCHEMECOLOR_INDEX_BRIGHTNESS" val="0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6"/>
  <p:tag name="KSO_WM_UNIT_LINE_FILL_TYPE" val="2"/>
  <p:tag name="KSO_WM_UNIT_LINE_FORE_SCHEMECOLOR_INDEX" val="13"/>
  <p:tag name="KSO_WM_UNIT_LINE_FORE_SCHEMECOLOR_INDEX_BRIGHTNESS" val="0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57"/>
  <p:tag name="KSO_WM_UNIT_LINE_FILL_TYPE" val="2"/>
  <p:tag name="KSO_WM_UNIT_LINE_FORE_SCHEMECOLOR_INDEX" val="13"/>
  <p:tag name="KSO_WM_UNIT_LINE_FORE_SCHEMECOLOR_INDEX_BRIGHTNESS" val="0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7"/>
</p:tagLst>
</file>

<file path=ppt/tags/tag845.xml><?xml version="1.0" encoding="utf-8"?>
<p:tagLst xmlns:p="http://schemas.openxmlformats.org/presentationml/2006/main">
  <p:tag name="AS_UNIQUEID" val="2017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8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9"/>
  <p:tag name="KSO_WM_UNIT_TEXT_FILL_FORE_SCHEMECOLOR_INDEX" val="13"/>
  <p:tag name="KSO_WM_UNIT_TEXT_FILL_FORE_SCHEMECOLOR_INDEX_BRIGHTNESS" val="0"/>
  <p:tag name="KSO_WM_UNIT_TEXT_FILL_TYPE" val="1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0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6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2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8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4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8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9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5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1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7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3"/>
  <p:tag name="KSO_WM_UNIT_TEXT_FILL_FORE_SCHEMECOLOR_INDEX" val="13"/>
  <p:tag name="KSO_WM_UNIT_TEXT_FILL_FORE_SCHEMECOLOR_INDEX_BRIGHTNESS" val="0"/>
  <p:tag name="KSO_WM_UNIT_TEXT_FILL_TYPE" val="1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4"/>
  <p:tag name="KSO_WM_UNIT_TEXT_FILL_FORE_SCHEMECOLOR_INDEX" val="13"/>
  <p:tag name="KSO_WM_UNIT_TEXT_FILL_FORE_SCHEMECOLOR_INDEX_BRIGHTNESS" val="0"/>
  <p:tag name="KSO_WM_UNIT_TEXT_FILL_TYPE" val="1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5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862.xml><?xml version="1.0" encoding="utf-8"?>
<p:tagLst xmlns:p="http://schemas.openxmlformats.org/presentationml/2006/main">
  <p:tag name="AS_UNIQUEID" val="2034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8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2"/>
  <p:tag name="KSO_WM_UNIT_FILL_FORE_SCHEMECOLOR_INDEX" val="13"/>
  <p:tag name="KSO_WM_UNIT_FILL_FORE_SCHEMECOLOR_INDEX_BRIGHTNESS" val="0"/>
  <p:tag name="KSO_WM_UNIT_FILL_TYPE" val="1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9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0"/>
</p:tagLst>
</file>

<file path=ppt/tags/tag868.xml><?xml version="1.0" encoding="utf-8"?>
<p:tagLst xmlns:p="http://schemas.openxmlformats.org/presentationml/2006/main">
  <p:tag name="AS_UNIQUEID" val="2040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2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3"/>
  <p:tag name="KSO_WM_UNIT_LINE_FILL_TYPE" val="2"/>
  <p:tag name="KSO_WM_UNIT_LINE_FORE_SCHEMECOLOR_INDEX" val="13"/>
  <p:tag name="KSO_WM_UNIT_LINE_FORE_SCHEMECOLOR_INDEX_BRIGHTNESS" val="0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4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6"/>
</p:tagLst>
</file>

<file path=ppt/tags/tag874.xml><?xml version="1.0" encoding="utf-8"?>
<p:tagLst xmlns:p="http://schemas.openxmlformats.org/presentationml/2006/main">
  <p:tag name="AS_UNIQUEID" val="2046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7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7"/>
  <p:tag name="KSO_WM_UNIT_LINE_FILL_TYPE" val="2"/>
  <p:tag name="KSO_WM_UNIT_LINE_FORE_SCHEMECOLOR_INDEX" val="13"/>
  <p:tag name="KSO_WM_UNIT_LINE_FORE_SCHEMECOLOR_INDEX_BRIGHTNESS" val="0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8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0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4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1"/>
  <p:tag name="KSO_WM_UNIT_LINE_FILL_TYPE" val="2"/>
  <p:tag name="KSO_WM_UNIT_LINE_FORE_SCHEMECOLOR_INDEX" val="13"/>
  <p:tag name="KSO_WM_UNIT_LINE_FORE_SCHEMECOLOR_INDEX_BRIGHTNESS" val="0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62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5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5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2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3"/>
  <p:tag name="KSO_WM_UNIT_LINE_FILL_TYPE" val="2"/>
  <p:tag name="KSO_WM_UNIT_LINE_FORE_SCHEMECOLOR_INDEX" val="13"/>
  <p:tag name="KSO_WM_UNIT_LINE_FORE_SCHEMECOLOR_INDEX_BRIGHTNESS" val="0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4"/>
  <p:tag name="KSO_WM_UNIT_LINE_FILL_TYPE" val="2"/>
  <p:tag name="KSO_WM_UNIT_LINE_FORE_SCHEMECOLOR_INDEX" val="13"/>
  <p:tag name="KSO_WM_UNIT_LINE_FORE_SCHEMECOLOR_INDEX_BRIGHTNESS" val="0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5"/>
  <p:tag name="KSO_WM_UNIT_LINE_FILL_TYPE" val="2"/>
  <p:tag name="KSO_WM_UNIT_LINE_FORE_SCHEMECOLOR_INDEX" val="13"/>
  <p:tag name="KSO_WM_UNIT_LINE_FORE_SCHEMECOLOR_INDEX_BRIGHTNESS" val="0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6"/>
  <p:tag name="KSO_WM_UNIT_LINE_FILL_TYPE" val="2"/>
  <p:tag name="KSO_WM_UNIT_LINE_FORE_SCHEMECOLOR_INDEX" val="13"/>
  <p:tag name="KSO_WM_UNIT_LINE_FORE_SCHEMECOLOR_INDEX_BRIGHTNESS" val="0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7"/>
  <p:tag name="KSO_WM_UNIT_LINE_FILL_TYPE" val="2"/>
  <p:tag name="KSO_WM_UNIT_LINE_FORE_SCHEMECOLOR_INDEX" val="13"/>
  <p:tag name="KSO_WM_UNIT_LINE_FORE_SCHEMECOLOR_INDEX_BRIGHTNESS" val="0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6"/>
  <p:tag name="KSO_WM_UNIT_LINE_FILL_TYPE" val="2"/>
  <p:tag name="KSO_WM_UNIT_LINE_FORE_SCHEMECOLOR_INDEX" val="13"/>
  <p:tag name="KSO_WM_UNIT_LINE_FORE_SCHEMECOLOR_INDEX_BRIGHTNESS" val="0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7"/>
  <p:tag name="KSO_WM_UNIT_LINE_FILL_TYPE" val="2"/>
  <p:tag name="KSO_WM_UNIT_LINE_FORE_SCHEMECOLOR_INDEX" val="13"/>
  <p:tag name="KSO_WM_UNIT_LINE_FORE_SCHEMECOLOR_INDEX_BRIGHTNESS" val="0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8"/>
  <p:tag name="KSO_WM_UNIT_LINE_FILL_TYPE" val="2"/>
  <p:tag name="KSO_WM_UNIT_LINE_FORE_SCHEMECOLOR_INDEX" val="13"/>
  <p:tag name="KSO_WM_UNIT_LINE_FORE_SCHEMECOLOR_INDEX_BRIGHTNESS" val="0"/>
</p:tagLst>
</file>

<file path=ppt/tags/tag893.xml><?xml version="1.0" encoding="utf-8"?>
<p:tagLst xmlns:p="http://schemas.openxmlformats.org/presentationml/2006/main">
  <p:tag name="AS_UNIQUEID" val="2062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9"/>
  <p:tag name="KSO_WM_UNIT_LINE_FILL_TYPE" val="2"/>
  <p:tag name="KSO_WM_UNIT_LINE_FORE_SCHEMECOLOR_INDEX" val="13"/>
  <p:tag name="KSO_WM_UNIT_LINE_FORE_SCHEMECOLOR_INDEX_BRIGHTNESS" val="0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0"/>
  <p:tag name="KSO_WM_UNIT_LINE_FILL_TYPE" val="2"/>
  <p:tag name="KSO_WM_UNIT_LINE_FORE_SCHEMECOLOR_INDEX" val="13"/>
  <p:tag name="KSO_WM_UNIT_LINE_FORE_SCHEMECOLOR_INDEX_BRIGHTNESS" val="0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51"/>
  <p:tag name="KSO_WM_UNIT_LINE_FILL_TYPE" val="2"/>
  <p:tag name="KSO_WM_UNIT_LINE_FORE_SCHEMECOLOR_INDEX" val="13"/>
  <p:tag name="KSO_WM_UNIT_LINE_FORE_SCHEMECOLOR_INDEX_BRIGHTNESS" val="0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6"/>
  <p:tag name="KSO_WM_UNIT_LINE_FILL_TYPE" val="2"/>
  <p:tag name="KSO_WM_UNIT_LINE_FORE_SCHEMECOLOR_INDEX" val="13"/>
  <p:tag name="KSO_WM_UNIT_LINE_FORE_SCHEMECOLOR_INDEX_BRIGHTNESS" val="0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7"/>
  <p:tag name="KSO_WM_UNIT_LINE_FILL_TYPE" val="2"/>
  <p:tag name="KSO_WM_UNIT_LINE_FORE_SCHEMECOLOR_INDEX" val="13"/>
  <p:tag name="KSO_WM_UNIT_LINE_FORE_SCHEMECOLOR_INDEX_BRIGHTNESS" val="0"/>
</p:tagLst>
</file>

<file path=ppt/tags/tag899.xml><?xml version="1.0" encoding="utf-8"?>
<p:tagLst xmlns:p="http://schemas.openxmlformats.org/presentationml/2006/main">
  <p:tag name="AS_UNIQUEID" val="2068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8"/>
  <p:tag name="KSO_WM_UNIT_LINE_FILL_TYPE" val="2"/>
  <p:tag name="KSO_WM_UNIT_LINE_FORE_SCHEMECOLOR_INDEX" val="13"/>
  <p:tag name="KSO_WM_UNIT_LINE_FORE_SCHEMECOLOR_INDEX_BRIGHTNESS" val="0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9"/>
  <p:tag name="KSO_WM_UNIT_LINE_FILL_TYPE" val="2"/>
  <p:tag name="KSO_WM_UNIT_LINE_FORE_SCHEMECOLOR_INDEX" val="13"/>
  <p:tag name="KSO_WM_UNIT_LINE_FORE_SCHEMECOLOR_INDEX_BRIGHTNESS" val="0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0"/>
  <p:tag name="KSO_WM_UNIT_LINE_FILL_TYPE" val="2"/>
  <p:tag name="KSO_WM_UNIT_LINE_FORE_SCHEMECOLOR_INDEX" val="13"/>
  <p:tag name="KSO_WM_UNIT_LINE_FORE_SCHEMECOLOR_INDEX_BRIGHTNESS" val="0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1"/>
  <p:tag name="KSO_WM_UNIT_LINE_FILL_TYPE" val="2"/>
  <p:tag name="KSO_WM_UNIT_LINE_FORE_SCHEMECOLOR_INDEX" val="13"/>
  <p:tag name="KSO_WM_UNIT_LINE_FORE_SCHEMECOLOR_INDEX_BRIGHTNESS" val="0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2"/>
  <p:tag name="KSO_WM_UNIT_LINE_FILL_TYPE" val="2"/>
  <p:tag name="KSO_WM_UNIT_LINE_FORE_SCHEMECOLOR_INDEX" val="13"/>
  <p:tag name="KSO_WM_UNIT_LINE_FORE_SCHEMECOLOR_INDEX_BRIGHTNESS" val="0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3"/>
  <p:tag name="KSO_WM_UNIT_LINE_FILL_TYPE" val="2"/>
  <p:tag name="KSO_WM_UNIT_LINE_FORE_SCHEMECOLOR_INDEX" val="13"/>
  <p:tag name="KSO_WM_UNIT_LINE_FORE_SCHEMECOLOR_INDEX_BRIGHTNESS" val="0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44"/>
  <p:tag name="KSO_WM_UNIT_LINE_FILL_TYPE" val="2"/>
  <p:tag name="KSO_WM_UNIT_LINE_FORE_SCHEMECOLOR_INDEX" val="13"/>
  <p:tag name="KSO_WM_UNIT_LINE_FORE_SCHEMECOLOR_INDEX_BRIGHTNESS" val="0"/>
</p:tagLst>
</file>

<file path=ppt/tags/tag907.xml><?xml version="1.0" encoding="utf-8"?>
<p:tagLst xmlns:p="http://schemas.openxmlformats.org/presentationml/2006/main">
  <p:tag name="AS_UNIQUEID" val="2076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9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3"/>
  <p:tag name="KSO_WM_UNIT_FILL_FORE_SCHEMECOLOR_INDEX" val="13"/>
  <p:tag name="KSO_WM_UNIT_FILL_FORE_SCHEMECOLOR_INDEX_BRIGHTNESS" val="0"/>
  <p:tag name="KSO_WM_UNIT_FILL_TYPE" val="1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0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31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3"/>
</p:tagLst>
</file>

<file path=ppt/tags/tag913.xml><?xml version="1.0" encoding="utf-8"?>
<p:tagLst xmlns:p="http://schemas.openxmlformats.org/presentationml/2006/main">
  <p:tag name="AS_UNIQUEID" val="2082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4"/>
  <p:tag name="KSO_WM_UNIT_LINE_FILL_TYPE" val="2"/>
  <p:tag name="KSO_WM_UNIT_LINE_FORE_SCHEMECOLOR_INDEX" val="13"/>
  <p:tag name="KSO_WM_UNIT_LINE_FORE_SCHEMECOLOR_INDEX_BRIGHTNESS" val="0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5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7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21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8"/>
  <p:tag name="KSO_WM_UNIT_LINE_FILL_TYPE" val="2"/>
  <p:tag name="KSO_WM_UNIT_LINE_FORE_SCHEMECOLOR_INDEX" val="13"/>
  <p:tag name="KSO_WM_UNIT_LINE_FORE_SCHEMECOLOR_INDEX_BRIGHTNESS" val="0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9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1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5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2"/>
  <p:tag name="KSO_WM_UNIT_LINE_FILL_TYPE" val="2"/>
  <p:tag name="KSO_WM_UNIT_LINE_FORE_SCHEMECOLOR_INDEX" val="13"/>
  <p:tag name="KSO_WM_UNIT_LINE_FORE_SCHEMECOLOR_INDEX_BRIGHTNESS" val="0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13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8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8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9"/>
  <p:tag name="KSO_WM_UNIT_LINE_FILL_TYPE" val="2"/>
  <p:tag name="KSO_WM_UNIT_LINE_FORE_SCHEMECOLOR_INDEX" val="13"/>
  <p:tag name="KSO_WM_UNIT_LINE_FORE_SCHEMECOLOR_INDEX_BRIGHTNESS" val="0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0"/>
  <p:tag name="KSO_WM_UNIT_LINE_FILL_TYPE" val="2"/>
  <p:tag name="KSO_WM_UNIT_LINE_FORE_SCHEMECOLOR_INDEX" val="13"/>
  <p:tag name="KSO_WM_UNIT_LINE_FORE_SCHEMECOLOR_INDEX_BRIGHTNESS" val="0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1"/>
  <p:tag name="KSO_WM_UNIT_LINE_FILL_TYPE" val="2"/>
  <p:tag name="KSO_WM_UNIT_LINE_FORE_SCHEMECOLOR_INDEX" val="13"/>
  <p:tag name="KSO_WM_UNIT_LINE_FORE_SCHEMECOLOR_INDEX_BRIGHTNESS" val="0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2"/>
  <p:tag name="KSO_WM_UNIT_LINE_FILL_TYPE" val="2"/>
  <p:tag name="KSO_WM_UNIT_LINE_FORE_SCHEMECOLOR_INDEX" val="13"/>
  <p:tag name="KSO_WM_UNIT_LINE_FORE_SCHEMECOLOR_INDEX_BRIGHTNESS" val="0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3"/>
  <p:tag name="KSO_WM_UNIT_LINE_FILL_TYPE" val="2"/>
  <p:tag name="KSO_WM_UNIT_LINE_FORE_SCHEMECOLOR_INDEX" val="13"/>
  <p:tag name="KSO_WM_UNIT_LINE_FORE_SCHEMECOLOR_INDEX_BRIGHTNESS" val="0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4"/>
  <p:tag name="KSO_WM_UNIT_LINE_FILL_TYPE" val="2"/>
  <p:tag name="KSO_WM_UNIT_LINE_FORE_SCHEMECOLOR_INDEX" val="13"/>
  <p:tag name="KSO_WM_UNIT_LINE_FORE_SCHEMECOLOR_INDEX_BRIGHTNESS" val="0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5"/>
  <p:tag name="KSO_WM_UNIT_LINE_FILL_TYPE" val="2"/>
  <p:tag name="KSO_WM_UNIT_LINE_FORE_SCHEMECOLOR_INDEX" val="13"/>
  <p:tag name="KSO_WM_UNIT_LINE_FORE_SCHEMECOLOR_INDEX_BRIGHTNESS" val="0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6"/>
  <p:tag name="KSO_WM_UNIT_LINE_FILL_TYPE" val="2"/>
  <p:tag name="KSO_WM_UNIT_LINE_FORE_SCHEMECOLOR_INDEX" val="13"/>
  <p:tag name="KSO_WM_UNIT_LINE_FORE_SCHEMECOLOR_INDEX_BRIGHTNESS" val="0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07"/>
  <p:tag name="KSO_WM_UNIT_LINE_FILL_TYPE" val="2"/>
  <p:tag name="KSO_WM_UNIT_LINE_FORE_SCHEMECOLOR_INDEX" val="13"/>
  <p:tag name="KSO_WM_UNIT_LINE_FORE_SCHEMECOLOR_INDEX_BRIGHTNESS" val="0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89"/>
  <p:tag name="KSO_WM_UNIT_LINE_FILL_TYPE" val="2"/>
  <p:tag name="KSO_WM_UNIT_LINE_FORE_SCHEMECOLOR_INDEX" val="13"/>
  <p:tag name="KSO_WM_UNIT_LINE_FORE_SCHEMECOLOR_INDEX_BRIGHTNESS" val="0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0"/>
  <p:tag name="KSO_WM_UNIT_LINE_FILL_TYPE" val="2"/>
  <p:tag name="KSO_WM_UNIT_LINE_FORE_SCHEMECOLOR_INDEX" val="13"/>
  <p:tag name="KSO_WM_UNIT_LINE_FORE_SCHEMECOLOR_INDEX_BRIGHTNESS" val="0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1"/>
  <p:tag name="KSO_WM_UNIT_LINE_FILL_TYPE" val="2"/>
  <p:tag name="KSO_WM_UNIT_LINE_FORE_SCHEMECOLOR_INDEX" val="13"/>
  <p:tag name="KSO_WM_UNIT_LINE_FORE_SCHEMECOLOR_INDEX_BRIGHTNESS" val="0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2"/>
  <p:tag name="KSO_WM_UNIT_LINE_FILL_TYPE" val="2"/>
  <p:tag name="KSO_WM_UNIT_LINE_FORE_SCHEMECOLOR_INDEX" val="13"/>
  <p:tag name="KSO_WM_UNIT_LINE_FORE_SCHEMECOLOR_INDEX_BRIGHTNESS" val="0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3"/>
  <p:tag name="KSO_WM_UNIT_LINE_FILL_TYPE" val="2"/>
  <p:tag name="KSO_WM_UNIT_LINE_FORE_SCHEMECOLOR_INDEX" val="13"/>
  <p:tag name="KSO_WM_UNIT_LINE_FORE_SCHEMECOLOR_INDEX_BRIGHTNESS" val="0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4"/>
  <p:tag name="KSO_WM_UNIT_LINE_FILL_TYPE" val="2"/>
  <p:tag name="KSO_WM_UNIT_LINE_FORE_SCHEMECOLOR_INDEX" val="13"/>
  <p:tag name="KSO_WM_UNIT_LINE_FORE_SCHEMECOLOR_INDEX_BRIGHTNESS" val="0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5"/>
  <p:tag name="KSO_WM_UNIT_LINE_FILL_TYPE" val="2"/>
  <p:tag name="KSO_WM_UNIT_LINE_FORE_SCHEMECOLOR_INDEX" val="13"/>
  <p:tag name="KSO_WM_UNIT_LINE_FORE_SCHEMECOLOR_INDEX_BRIGHTNESS" val="0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6"/>
  <p:tag name="KSO_WM_UNIT_LINE_FILL_TYPE" val="2"/>
  <p:tag name="KSO_WM_UNIT_LINE_FORE_SCHEMECOLOR_INDEX" val="13"/>
  <p:tag name="KSO_WM_UNIT_LINE_FORE_SCHEMECOLOR_INDEX_BRIGHTNESS" val="0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097"/>
  <p:tag name="KSO_WM_UNIT_LINE_FILL_TYPE" val="2"/>
  <p:tag name="KSO_WM_UNIT_LINE_FORE_SCHEMECOLOR_INDEX" val="13"/>
  <p:tag name="KSO_WM_UNIT_LINE_FORE_SCHEMECOLOR_INDEX_BRIGHTNESS" val="0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7"/>
  <p:tag name="KSO_WM_UNIT_FILL_FORE_SCHEMECOLOR_INDEX" val="14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8"/>
</p:tagLst>
</file>

<file path=ppt/tags/tag948.xml><?xml version="1.0" encoding="utf-8"?>
<p:tagLst xmlns:p="http://schemas.openxmlformats.org/presentationml/2006/main">
  <p:tag name="AS_UNIQUEID" val="2114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2"/>
  <p:tag name="KSO_WM_UNIT_LINE_FILL_TYPE" val="2"/>
  <p:tag name="KSO_WM_UNIT_LINE_FORE_SCHEMECOLOR_INDEX" val="1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3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4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0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6"/>
</p:tagLst>
</file>

<file path=ppt/tags/tag954.xml><?xml version="1.0" encoding="utf-8"?>
<p:tagLst xmlns:p="http://schemas.openxmlformats.org/presentationml/2006/main">
  <p:tag name="AS_UNIQUEID" val="2120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2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8"/>
  <p:tag name="KSO_WM_UNIT_TEXT_FILL_FORE_SCHEMECOLOR_INDEX" val="13"/>
  <p:tag name="KSO_WM_UNIT_TEXT_FILL_FORE_SCHEMECOLOR_INDEX_BRIGHTNESS" val="0"/>
  <p:tag name="KSO_WM_UNIT_TEXT_FILL_TYPE" val="1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9"/>
  <p:tag name="KSO_WM_UNIT_FILL_FORE_SCHEMECOLOR_INDEX" val="14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0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1"/>
  <p:tag name="KSO_WM_UNIT_TEXT_FILL_FORE_SCHEMECOLOR_INDEX" val="13"/>
  <p:tag name="KSO_WM_UNIT_TEXT_FILL_FORE_SCHEMECOLOR_INDEX_BRIGHTNESS" val="0"/>
  <p:tag name="KSO_WM_UNIT_TEXT_FILL_TYPE" val="1"/>
</p:tagLst>
</file>

<file path=ppt/tags/tag960.xml><?xml version="1.0" encoding="utf-8"?>
<p:tagLst xmlns:p="http://schemas.openxmlformats.org/presentationml/2006/main">
  <p:tag name="AS_UNIQUEID" val="2126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2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8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4"/>
  <p:tag name="KSO_WM_UNIT_LINE_FILL_TYPE" val="2"/>
  <p:tag name="KSO_WM_UNIT_LINE_FORE_SCHEMECOLOR_INDEX" val="1"/>
  <p:tag name="KSO_WM_UNIT_LINE_FORE_SCHEMECOLOR_INDEX_BRIGHTNESS" val="0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5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1"/>
  <p:tag name="KSO_WM_UNIT_TEXT_FILL_FORE_SCHEMECOLOR_INDEX" val="13"/>
  <p:tag name="KSO_WM_UNIT_TEXT_FILL_FORE_SCHEMECOLOR_INDEX_BRIGHTNESS" val="0"/>
  <p:tag name="KSO_WM_UNIT_TEXT_FILL_TYPE" val="1"/>
</p:tagLst>
</file>

<file path=ppt/tags/tag966.xml><?xml version="1.0" encoding="utf-8"?>
<p:tagLst xmlns:p="http://schemas.openxmlformats.org/presentationml/2006/main">
  <p:tag name="AS_UNIQUEID" val="2132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2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6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7"/>
  <p:tag name="KSO_WM_UNIT_LINE_FILL_TYPE" val="2"/>
  <p:tag name="KSO_WM_UNIT_LINE_FORE_SCHEMECOLOR_INDEX" val="13"/>
  <p:tag name="KSO_WM_UNIT_LINE_FORE_SCHEMECOLOR_INDEX_BRIGHTNESS" val="0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8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9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0"/>
  <p:tag name="KSO_WM_UNIT_LINE_FILL_TYPE" val="2"/>
  <p:tag name="KSO_WM_UNIT_LINE_FORE_SCHEMECOLOR_INDEX" val="13"/>
  <p:tag name="KSO_WM_UNIT_LINE_FORE_SCHEMECOLOR_INDEX_BRIGHTNESS" val="0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41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3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4"/>
  <p:tag name="KSO_WM_UNIT_LINE_FILL_TYPE" val="2"/>
  <p:tag name="KSO_WM_UNIT_LINE_FORE_SCHEMECOLOR_INDEX" val="13"/>
  <p:tag name="KSO_WM_UNIT_LINE_FORE_SCHEMECOLOR_INDEX_BRIGHTNESS" val="0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35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3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7"/>
  <p:tag name="KSO_WM_UNIT_FILL_FORE_SCHEMECOLOR_INDEX" val="13"/>
  <p:tag name="KSO_WM_UNIT_FILL_FORE_SCHEMECOLOR_INDEX_BRIGHTNESS" val="0"/>
  <p:tag name="KSO_WM_UNIT_FILL_TYPE" val="1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4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5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7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21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8"/>
  <p:tag name="KSO_WM_UNIT_LINE_FILL_TYPE" val="2"/>
  <p:tag name="KSO_WM_UNIT_LINE_FORE_SCHEMECOLOR_INDEX" val="13"/>
  <p:tag name="KSO_WM_UNIT_LINE_FORE_SCHEMECOLOR_INDEX_BRIGHTNESS" val="0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9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1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5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2"/>
  <p:tag name="KSO_WM_UNIT_LINE_FILL_TYPE" val="2"/>
  <p:tag name="KSO_WM_UNIT_LINE_FORE_SCHEMECOLOR_INDEX" val="13"/>
  <p:tag name="KSO_WM_UNIT_LINE_FORE_SCHEMECOLOR_INDEX_BRIGHTNESS" val="0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13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5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6"/>
  <p:tag name="KSO_WM_UNIT_LINE_FILL_TYPE" val="2"/>
  <p:tag name="KSO_WM_UNIT_LINE_FORE_SCHEMECOLOR_INDEX" val="13"/>
  <p:tag name="KSO_WM_UNIT_LINE_FORE_SCHEMECOLOR_INDEX_BRIGHTNESS" val="0"/>
</p:tagLst>
</file>

<file path=ppt/tags/tag997.xml><?xml version="1.0" encoding="utf-8"?>
<p:tagLst xmlns:p="http://schemas.openxmlformats.org/presentationml/2006/main">
  <p:tag name="AS_UNIQUEID" val="2163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7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89"/>
  <p:tag name="KSO_WM_UNIT_LINE_FILL_TYPE" val="2"/>
  <p:tag name="KSO_WM_UNIT_LINE_FORE_SCHEMECOLOR_INDEX" val="13"/>
  <p:tag name="KSO_WM_UNIT_LINE_FORE_SCHEMECOLOR_INDEX_BRIGHTNESS" val="0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0"/>
  <p:tag name="KSO_WM_UNIT_LINE_FILL_TYPE" val="2"/>
  <p:tag name="KSO_WM_UNIT_LINE_FORE_SCHEMECOLOR_INDEX" val="13"/>
  <p:tag name="KSO_WM_UNIT_LINE_FORE_SCHEMECOLOR_INDEX_BRIGHTNESS" val="0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1"/>
  <p:tag name="KSO_WM_UNIT_LINE_FILL_TYPE" val="2"/>
  <p:tag name="KSO_WM_UNIT_LINE_FORE_SCHEMECOLOR_INDEX" val="13"/>
  <p:tag name="KSO_WM_UNIT_LINE_FORE_SCHEMECOLOR_INDEX_BRIGHTNESS" val="0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2"/>
  <p:tag name="KSO_WM_UNIT_LINE_FILL_TYPE" val="2"/>
  <p:tag name="KSO_WM_UNIT_LINE_FORE_SCHEMECOLOR_INDEX" val="13"/>
  <p:tag name="KSO_WM_UNIT_LINE_FORE_SCHEMECOLOR_INDEX_BRIGHTNESS" val="0"/>
</p:tagLst>
</file>

<file path=ppt/tags/tag1003.xml><?xml version="1.0" encoding="utf-8"?>
<p:tagLst xmlns:p="http://schemas.openxmlformats.org/presentationml/2006/main">
  <p:tag name="AS_UNIQUEID" val="2169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3"/>
  <p:tag name="KSO_WM_UNIT_LINE_FILL_TYPE" val="2"/>
  <p:tag name="KSO_WM_UNIT_LINE_FORE_SCHEMECOLOR_INDEX" val="13"/>
  <p:tag name="KSO_WM_UNIT_LINE_FORE_SCHEMECOLOR_INDEX_BRIGHTNESS" val="0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4"/>
  <p:tag name="KSO_WM_UNIT_LINE_FILL_TYPE" val="2"/>
  <p:tag name="KSO_WM_UNIT_LINE_FORE_SCHEMECOLOR_INDEX" val="13"/>
  <p:tag name="KSO_WM_UNIT_LINE_FORE_SCHEMECOLOR_INDEX_BRIGHTNESS" val="0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5"/>
  <p:tag name="KSO_WM_UNIT_LINE_FILL_TYPE" val="2"/>
  <p:tag name="KSO_WM_UNIT_LINE_FORE_SCHEMECOLOR_INDEX" val="13"/>
  <p:tag name="KSO_WM_UNIT_LINE_FORE_SCHEMECOLOR_INDEX_BRIGHTNESS" val="0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6"/>
  <p:tag name="KSO_WM_UNIT_LINE_FILL_TYPE" val="2"/>
  <p:tag name="KSO_WM_UNIT_LINE_FORE_SCHEMECOLOR_INDEX" val="13"/>
  <p:tag name="KSO_WM_UNIT_LINE_FORE_SCHEMECOLOR_INDEX_BRIGHTNESS" val="0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7"/>
  <p:tag name="KSO_WM_UNIT_LINE_FILL_TYPE" val="2"/>
  <p:tag name="KSO_WM_UNIT_LINE_FORE_SCHEMECOLOR_INDEX" val="13"/>
  <p:tag name="KSO_WM_UNIT_LINE_FORE_SCHEMECOLOR_INDEX_BRIGHTNESS" val="0"/>
</p:tagLst>
</file>

<file path=ppt/tags/tag1009.xml><?xml version="1.0" encoding="utf-8"?>
<p:tagLst xmlns:p="http://schemas.openxmlformats.org/presentationml/2006/main">
  <p:tag name="AS_UNIQUEID" val="2175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8"/>
  <p:tag name="KSO_WM_UNIT_LINE_FILL_TYPE" val="2"/>
  <p:tag name="KSO_WM_UNIT_LINE_FORE_SCHEMECOLOR_INDEX" val="13"/>
  <p:tag name="KSO_WM_UNIT_LINE_FORE_SCHEMECOLOR_INDEX_BRIGHTNESS" val="0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199"/>
  <p:tag name="KSO_WM_UNIT_LINE_FILL_TYPE" val="2"/>
  <p:tag name="KSO_WM_UNIT_LINE_FORE_SCHEMECOLOR_INDEX" val="13"/>
  <p:tag name="KSO_WM_UNIT_LINE_FORE_SCHEMECOLOR_INDEX_BRIGHTNESS" val="0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0"/>
  <p:tag name="KSO_WM_UNIT_LINE_FILL_TYPE" val="2"/>
  <p:tag name="KSO_WM_UNIT_LINE_FORE_SCHEMECOLOR_INDEX" val="13"/>
  <p:tag name="KSO_WM_UNIT_LINE_FORE_SCHEMECOLOR_INDEX_BRIGHTNESS" val="0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01"/>
  <p:tag name="KSO_WM_UNIT_LINE_FILL_TYPE" val="2"/>
  <p:tag name="KSO_WM_UNIT_LINE_FORE_SCHEMECOLOR_INDEX" val="13"/>
  <p:tag name="KSO_WM_UNIT_LINE_FORE_SCHEMECOLOR_INDEX_BRIGHTNESS" val="0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015.xml><?xml version="1.0" encoding="utf-8"?>
<p:tagLst xmlns:p="http://schemas.openxmlformats.org/presentationml/2006/main">
  <p:tag name="AS_UNIQUEID" val="2181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4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4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4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5"/>
  <p:tag name="KSO_WM_UNIT_LINE_FILL_TYPE" val="2"/>
  <p:tag name="KSO_WM_UNIT_LINE_FORE_SCHEMECOLOR_INDEX" val="13"/>
  <p:tag name="KSO_WM_UNIT_LINE_FORE_SCHEMECOLOR_INDEX_BRIGHTNESS" val="0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6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2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8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4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4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4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5"/>
  <p:tag name="KSO_WM_UNIT_LINE_FILL_TYPE" val="2"/>
  <p:tag name="KSO_WM_UNIT_LINE_FORE_SCHEMECOLOR_INDEX" val="13"/>
  <p:tag name="KSO_WM_UNIT_LINE_FORE_SCHEMECOLOR_INDEX_BRIGHTNESS" val="0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6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2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8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4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0"/>
  <p:tag name="KSO_WM_UNIT_TEXT_FILL_FORE_SCHEMECOLOR_INDEX" val="13"/>
  <p:tag name="KSO_WM_UNIT_TEXT_FILL_FORE_SCHEMECOLOR_INDEX_BRIGHTNESS" val="0"/>
  <p:tag name="KSO_WM_UNIT_TEXT_FILL_TYPE" val="1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1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5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9"/>
  <p:tag name="KSO_WM_UNIT_FILL_FORE_SCHEMECOLOR_INDEX" val="13"/>
  <p:tag name="KSO_WM_UNIT_FILL_FORE_SCHEMECOLOR_INDEX_BRIGHTNESS" val="0"/>
  <p:tag name="KSO_WM_UNIT_FILL_TYPE" val="1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6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7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9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3"/>
  <p:tag name="KSO_WM_UNIT_TEXT_FILL_FORE_SCHEMECOLOR_INDEX" val="2"/>
  <p:tag name="KSO_WM_UNIT_TEXT_FILL_FORE_SCHEMECOLOR_INDEX_BRIGHTNESS" val="0"/>
  <p:tag name="KSO_WM_UNIT_TEXT_FILL_TYPE" val="1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0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31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3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045.xml><?xml version="1.0" encoding="utf-8"?>
<p:tagLst xmlns:p="http://schemas.openxmlformats.org/presentationml/2006/main">
  <p:tag name="AS_UNIQUEID" val="2208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4"/>
  <p:tag name="KSO_WM_UNIT_LINE_FILL_TYPE" val="2"/>
  <p:tag name="KSO_WM_UNIT_LINE_FORE_SCHEMECOLOR_INDEX" val="13"/>
  <p:tag name="KSO_WM_UNIT_LINE_FORE_SCHEMECOLOR_INDEX_BRIGHTNESS" val="0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5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7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21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8"/>
  <p:tag name="KSO_WM_UNIT_LINE_FILL_TYPE" val="2"/>
  <p:tag name="KSO_WM_UNIT_LINE_FORE_SCHEMECOLOR_INDEX" val="13"/>
  <p:tag name="KSO_WM_UNIT_LINE_FORE_SCHEMECOLOR_INDEX_BRIGHTNESS" val="0"/>
</p:tagLst>
</file>

<file path=ppt/tags/tag1051.xml><?xml version="1.0" encoding="utf-8"?>
<p:tagLst xmlns:p="http://schemas.openxmlformats.org/presentationml/2006/main">
  <p:tag name="AS_UNIQUEID" val="2214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9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5"/>
  <p:tag name="KSO_WM_UNIT_LINE_FILL_TYPE" val="2"/>
  <p:tag name="KSO_WM_UNIT_LINE_FORE_SCHEMECOLOR_INDEX" val="13"/>
  <p:tag name="KSO_WM_UNIT_LINE_FORE_SCHEMECOLOR_INDEX_BRIGHTNESS" val="0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6"/>
  <p:tag name="KSO_WM_UNIT_LINE_FILL_TYPE" val="2"/>
  <p:tag name="KSO_WM_UNIT_LINE_FORE_SCHEMECOLOR_INDEX" val="13"/>
  <p:tag name="KSO_WM_UNIT_LINE_FORE_SCHEMECOLOR_INDEX_BRIGHTNESS" val="0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7"/>
  <p:tag name="KSO_WM_UNIT_LINE_FILL_TYPE" val="2"/>
  <p:tag name="KSO_WM_UNIT_LINE_FORE_SCHEMECOLOR_INDEX" val="13"/>
  <p:tag name="KSO_WM_UNIT_LINE_FORE_SCHEMECOLOR_INDEX_BRIGHTNESS" val="0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8"/>
  <p:tag name="KSO_WM_UNIT_LINE_FILL_TYPE" val="2"/>
  <p:tag name="KSO_WM_UNIT_LINE_FORE_SCHEMECOLOR_INDEX" val="13"/>
  <p:tag name="KSO_WM_UNIT_LINE_FORE_SCHEMECOLOR_INDEX_BRIGHTNESS" val="0"/>
</p:tagLst>
</file>

<file path=ppt/tags/tag1057.xml><?xml version="1.0" encoding="utf-8"?>
<p:tagLst xmlns:p="http://schemas.openxmlformats.org/presentationml/2006/main">
  <p:tag name="AS_UNIQUEID" val="2220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9"/>
  <p:tag name="KSO_WM_UNIT_LINE_FILL_TYPE" val="2"/>
  <p:tag name="KSO_WM_UNIT_LINE_FORE_SCHEMECOLOR_INDEX" val="13"/>
  <p:tag name="KSO_WM_UNIT_LINE_FORE_SCHEMECOLOR_INDEX_BRIGHTNESS" val="0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0"/>
  <p:tag name="KSO_WM_UNIT_LINE_FILL_TYPE" val="2"/>
  <p:tag name="KSO_WM_UNIT_LINE_FORE_SCHEMECOLOR_INDEX" val="13"/>
  <p:tag name="KSO_WM_UNIT_LINE_FORE_SCHEMECOLOR_INDEX_BRIGHTNESS" val="0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1"/>
  <p:tag name="KSO_WM_UNIT_LINE_FILL_TYPE" val="2"/>
  <p:tag name="KSO_WM_UNIT_LINE_FORE_SCHEMECOLOR_INDEX" val="13"/>
  <p:tag name="KSO_WM_UNIT_LINE_FORE_SCHEMECOLOR_INDEX_BRIGHTNESS" val="0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2"/>
  <p:tag name="KSO_WM_UNIT_LINE_FILL_TYPE" val="2"/>
  <p:tag name="KSO_WM_UNIT_LINE_FORE_SCHEMECOLOR_INDEX" val="13"/>
  <p:tag name="KSO_WM_UNIT_LINE_FORE_SCHEMECOLOR_INDEX_BRIGHTNESS" val="0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13"/>
  <p:tag name="KSO_WM_UNIT_LINE_FILL_TYPE" val="2"/>
  <p:tag name="KSO_WM_UNIT_LINE_FORE_SCHEMECOLOR_INDEX" val="13"/>
  <p:tag name="KSO_WM_UNIT_LINE_FORE_SCHEMECOLOR_INDEX_BRIGHTNESS" val="0"/>
</p:tagLst>
</file>

<file path=ppt/tags/tag1063.xml><?xml version="1.0" encoding="utf-8"?>
<p:tagLst xmlns:p="http://schemas.openxmlformats.org/presentationml/2006/main">
  <p:tag name="AS_UNIQUEID" val="2226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5"/>
  <p:tag name="KSO_WM_UNIT_LINE_FILL_TYPE" val="2"/>
  <p:tag name="KSO_WM_UNIT_LINE_FORE_SCHEMECOLOR_INDEX" val="13"/>
  <p:tag name="KSO_WM_UNIT_LINE_FORE_SCHEMECOLOR_INDEX_BRIGHTNESS" val="0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6"/>
  <p:tag name="KSO_WM_UNIT_LINE_FILL_TYPE" val="2"/>
  <p:tag name="KSO_WM_UNIT_LINE_FORE_SCHEMECOLOR_INDEX" val="13"/>
  <p:tag name="KSO_WM_UNIT_LINE_FORE_SCHEMECOLOR_INDEX_BRIGHTNESS" val="0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7"/>
  <p:tag name="KSO_WM_UNIT_LINE_FILL_TYPE" val="2"/>
  <p:tag name="KSO_WM_UNIT_LINE_FORE_SCHEMECOLOR_INDEX" val="13"/>
  <p:tag name="KSO_WM_UNIT_LINE_FORE_SCHEMECOLOR_INDEX_BRIGHTNESS" val="0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8"/>
  <p:tag name="KSO_WM_UNIT_LINE_FILL_TYPE" val="2"/>
  <p:tag name="KSO_WM_UNIT_LINE_FORE_SCHEMECOLOR_INDEX" val="13"/>
  <p:tag name="KSO_WM_UNIT_LINE_FORE_SCHEMECOLOR_INDEX_BRIGHTNESS" val="0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9"/>
  <p:tag name="KSO_WM_UNIT_LINE_FILL_TYPE" val="2"/>
  <p:tag name="KSO_WM_UNIT_LINE_FORE_SCHEMECOLOR_INDEX" val="13"/>
  <p:tag name="KSO_WM_UNIT_LINE_FORE_SCHEMECOLOR_INDEX_BRIGHTNESS" val="0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0"/>
  <p:tag name="KSO_WM_UNIT_LINE_FILL_TYPE" val="2"/>
  <p:tag name="KSO_WM_UNIT_LINE_FORE_SCHEMECOLOR_INDEX" val="13"/>
  <p:tag name="KSO_WM_UNIT_LINE_FORE_SCHEMECOLOR_INDEX_BRIGHTNESS" val="0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1"/>
  <p:tag name="KSO_WM_UNIT_LINE_FILL_TYPE" val="2"/>
  <p:tag name="KSO_WM_UNIT_LINE_FORE_SCHEMECOLOR_INDEX" val="13"/>
  <p:tag name="KSO_WM_UNIT_LINE_FORE_SCHEMECOLOR_INDEX_BRIGHTNESS" val="0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2"/>
  <p:tag name="KSO_WM_UNIT_LINE_FILL_TYPE" val="2"/>
  <p:tag name="KSO_WM_UNIT_LINE_FORE_SCHEMECOLOR_INDEX" val="13"/>
  <p:tag name="KSO_WM_UNIT_LINE_FORE_SCHEMECOLOR_INDEX_BRIGHTNESS" val="0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03"/>
  <p:tag name="KSO_WM_UNIT_LINE_FILL_TYPE" val="2"/>
  <p:tag name="KSO_WM_UNIT_LINE_FORE_SCHEMECOLOR_INDEX" val="13"/>
  <p:tag name="KSO_WM_UNIT_LINE_FORE_SCHEMECOLOR_INDEX_BRIGHTNESS" val="0"/>
</p:tagLst>
</file>

<file path=ppt/tags/tag1073.xml><?xml version="1.0" encoding="utf-8"?>
<p:tagLst xmlns:p="http://schemas.openxmlformats.org/presentationml/2006/main">
  <p:tag name="AS_UNIQUEID" val="2236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9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3"/>
  <p:tag name="KSO_WM_UNIT_TEXT_FILL_FORE_SCHEMECOLOR_INDEX" val="2"/>
  <p:tag name="KSO_WM_UNIT_TEXT_FILL_FORE_SCHEMECOLOR_INDEX_BRIGHTNESS" val="0"/>
  <p:tag name="KSO_WM_UNIT_TEXT_FILL_TYPE" val="1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0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91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3"/>
</p:tagLst>
</file>

<file path=ppt/tags/tag1079.xml><?xml version="1.0" encoding="utf-8"?>
<p:tagLst xmlns:p="http://schemas.openxmlformats.org/presentationml/2006/main">
  <p:tag name="AS_UNIQUEID" val="2242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4"/>
  <p:tag name="KSO_WM_UNIT_LINE_FILL_TYPE" val="2"/>
  <p:tag name="KSO_WM_UNIT_LINE_FORE_SCHEMECOLOR_INDEX" val="13"/>
  <p:tag name="KSO_WM_UNIT_LINE_FORE_SCHEMECOLOR_INDEX_BRIGHTNESS" val="0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5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7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81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8"/>
  <p:tag name="KSO_WM_UNIT_LINE_FILL_TYPE" val="2"/>
  <p:tag name="KSO_WM_UNIT_LINE_FORE_SCHEMECOLOR_INDEX" val="13"/>
  <p:tag name="KSO_WM_UNIT_LINE_FORE_SCHEMECOLOR_INDEX_BRIGHTNESS" val="0"/>
</p:tagLst>
</file>

<file path=ppt/tags/tag1086.xml><?xml version="1.0" encoding="utf-8"?>
<p:tagLst xmlns:p="http://schemas.openxmlformats.org/presentationml/2006/main">
  <p:tag name="AS_UNIQUEID" val="2249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9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5"/>
  <p:tag name="KSO_WM_UNIT_LINE_FILL_TYPE" val="2"/>
  <p:tag name="KSO_WM_UNIT_LINE_FORE_SCHEMECOLOR_INDEX" val="13"/>
  <p:tag name="KSO_WM_UNIT_LINE_FORE_SCHEMECOLOR_INDEX_BRIGHTNESS" val="0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6"/>
  <p:tag name="KSO_WM_UNIT_LINE_FILL_TYPE" val="2"/>
  <p:tag name="KSO_WM_UNIT_LINE_FORE_SCHEMECOLOR_INDEX" val="13"/>
  <p:tag name="KSO_WM_UNIT_LINE_FORE_SCHEMECOLOR_INDEX_BRIGHTNESS" val="0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7"/>
  <p:tag name="KSO_WM_UNIT_LINE_FILL_TYPE" val="2"/>
  <p:tag name="KSO_WM_UNIT_LINE_FORE_SCHEMECOLOR_INDEX" val="13"/>
  <p:tag name="KSO_WM_UNIT_LINE_FORE_SCHEMECOLOR_INDEX_BRIGHTNESS" val="0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8"/>
  <p:tag name="KSO_WM_UNIT_LINE_FILL_TYPE" val="2"/>
  <p:tag name="KSO_WM_UNIT_LINE_FORE_SCHEMECOLOR_INDEX" val="13"/>
  <p:tag name="KSO_WM_UNIT_LINE_FORE_SCHEMECOLOR_INDEX_BRIGHTNESS" val="0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9"/>
  <p:tag name="KSO_WM_UNIT_LINE_FILL_TYPE" val="2"/>
  <p:tag name="KSO_WM_UNIT_LINE_FORE_SCHEMECOLOR_INDEX" val="13"/>
  <p:tag name="KSO_WM_UNIT_LINE_FORE_SCHEMECOLOR_INDEX_BRIGHTNESS" val="0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0"/>
  <p:tag name="KSO_WM_UNIT_LINE_FILL_TYPE" val="2"/>
  <p:tag name="KSO_WM_UNIT_LINE_FORE_SCHEMECOLOR_INDEX" val="13"/>
  <p:tag name="KSO_WM_UNIT_LINE_FORE_SCHEMECOLOR_INDEX_BRIGHTNESS" val="0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1"/>
  <p:tag name="KSO_WM_UNIT_LINE_FILL_TYPE" val="2"/>
  <p:tag name="KSO_WM_UNIT_LINE_FORE_SCHEMECOLOR_INDEX" val="13"/>
  <p:tag name="KSO_WM_UNIT_LINE_FORE_SCHEMECOLOR_INDEX_BRIGHTNESS" val="0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2"/>
  <p:tag name="KSO_WM_UNIT_LINE_FILL_TYPE" val="2"/>
  <p:tag name="KSO_WM_UNIT_LINE_FORE_SCHEMECOLOR_INDEX" val="13"/>
  <p:tag name="KSO_WM_UNIT_LINE_FORE_SCHEMECOLOR_INDEX_BRIGHTNESS" val="0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73"/>
  <p:tag name="KSO_WM_UNIT_LINE_FILL_TYPE" val="2"/>
  <p:tag name="KSO_WM_UNIT_LINE_FORE_SCHEMECOLOR_INDEX" val="13"/>
  <p:tag name="KSO_WM_UNIT_LINE_FORE_SCHEMECOLOR_INDEX_BRIGHTNESS" val="0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5"/>
  <p:tag name="KSO_WM_UNIT_LINE_FILL_TYPE" val="2"/>
  <p:tag name="KSO_WM_UNIT_LINE_FORE_SCHEMECOLOR_INDEX" val="13"/>
  <p:tag name="KSO_WM_UNIT_LINE_FORE_SCHEMECOLOR_INDEX_BRIGHTNESS" val="0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6"/>
  <p:tag name="KSO_WM_UNIT_LINE_FILL_TYPE" val="2"/>
  <p:tag name="KSO_WM_UNIT_LINE_FORE_SCHEMECOLOR_INDEX" val="13"/>
  <p:tag name="KSO_WM_UNIT_LINE_FORE_SCHEMECOLOR_INDEX_BRIGHTNESS" val="0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7"/>
  <p:tag name="KSO_WM_UNIT_LINE_FILL_TYPE" val="2"/>
  <p:tag name="KSO_WM_UNIT_LINE_FORE_SCHEMECOLOR_INDEX" val="13"/>
  <p:tag name="KSO_WM_UNIT_LINE_FORE_SCHEMECOLOR_INDEX_BRIGHTNESS" val="0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8"/>
  <p:tag name="KSO_WM_UNIT_LINE_FILL_TYPE" val="2"/>
  <p:tag name="KSO_WM_UNIT_LINE_FORE_SCHEMECOLOR_INDEX" val="13"/>
  <p:tag name="KSO_WM_UNIT_LINE_FORE_SCHEMECOLOR_INDEX_BRIGHTNESS" val="0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59"/>
  <p:tag name="KSO_WM_UNIT_LINE_FILL_TYPE" val="2"/>
  <p:tag name="KSO_WM_UNIT_LINE_FORE_SCHEMECOLOR_INDEX" val="13"/>
  <p:tag name="KSO_WM_UNIT_LINE_FORE_SCHEMECOLOR_INDEX_BRIGHTNESS" val="0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0"/>
  <p:tag name="KSO_WM_UNIT_LINE_FILL_TYPE" val="2"/>
  <p:tag name="KSO_WM_UNIT_LINE_FORE_SCHEMECOLOR_INDEX" val="13"/>
  <p:tag name="KSO_WM_UNIT_LINE_FORE_SCHEMECOLOR_INDEX_BRIGHTNESS" val="0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1"/>
  <p:tag name="KSO_WM_UNIT_LINE_FILL_TYPE" val="2"/>
  <p:tag name="KSO_WM_UNIT_LINE_FORE_SCHEMECOLOR_INDEX" val="13"/>
  <p:tag name="KSO_WM_UNIT_LINE_FORE_SCHEMECOLOR_INDEX_BRIGHTNESS" val="0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2"/>
  <p:tag name="KSO_WM_UNIT_LINE_FILL_TYPE" val="2"/>
  <p:tag name="KSO_WM_UNIT_LINE_FORE_SCHEMECOLOR_INDEX" val="13"/>
  <p:tag name="KSO_WM_UNIT_LINE_FORE_SCHEMECOLOR_INDEX_BRIGHTNESS" val="0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263"/>
  <p:tag name="KSO_WM_UNIT_LINE_FILL_TYPE" val="2"/>
  <p:tag name="KSO_WM_UNIT_LINE_FORE_SCHEMECOLOR_INDEX" val="13"/>
  <p:tag name="KSO_WM_UNIT_LINE_FORE_SCHEMECOLOR_INDEX_BRIGHTNESS" val="0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general"/>
  <p:tag name="KSO_WM_SLIDE_ID" val="custom20203888_15"/>
  <p:tag name="KSO_WM_SLIDE_INDEX" val="15"/>
  <p:tag name="KSO_WM_SLIDE_ITEM_CNT" val="0"/>
  <p:tag name="KSO_WM_SLIDE_LAYOUT" val="a_f"/>
  <p:tag name="KSO_WM_SLIDE_LAYOUT_CNT" val="1_5"/>
  <p:tag name="KSO_WM_SLIDE_POSITION" val="0*0"/>
  <p:tag name="KSO_WM_SLIDE_SIZE" val="959*539"/>
  <p:tag name="KSO_WM_SLIDE_SUBTYPE" val="pureTxt"/>
  <p:tag name="KSO_WM_SLIDE_TYPE" val="text"/>
  <p:tag name="KSO_WM_TAG_VERSION" val="1.0"/>
  <p:tag name="KSO_WM_TEMPLATE_CATEGORY" val="custom"/>
  <p:tag name="KSO_WM_TEMPLATE_COLOR_TYPE" val="1"/>
  <p:tag name="KSO_WM_TEMPLATE_INDEX" val="20205281"/>
  <p:tag name="KSO_WM_TEMPLATE_MASTER_TYPE" val="0"/>
  <p:tag name="KSO_WM_TEMPLATE_SUBCATEGORY" val="0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57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0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1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3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6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9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2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5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1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3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4"/>
</p:tagLst>
</file>

<file path=ppt/tags/tag1120.xml><?xml version="1.0" encoding="utf-8"?>
<p:tagLst xmlns:p="http://schemas.openxmlformats.org/presentationml/2006/main">
  <p:tag name="AS_UNIQUEID" val="2280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0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71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7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8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4"/>
</p:tagLst>
</file>

<file path=ppt/tags/tag1126.xml><?xml version="1.0" encoding="utf-8"?>
<p:tagLst xmlns:p="http://schemas.openxmlformats.org/presentationml/2006/main">
  <p:tag name="AS_UNIQUEID" val="2286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65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58"/>
  <p:tag name="KSO_WM_BEAUTIFY_FLAG" val="#wm#"/>
  <p:tag name="KSO_WM_TAG_VERSION" val="1.0"/>
  <p:tag name="KSO_WM_TEMPLATE_CATEGORY" val="custom"/>
  <p:tag name="KSO_WM_TEMPLATE_INDEX" val="20203888"/>
  <p:tag name="KSO_WM_UNIT_COMPATIBLE" val="0"/>
  <p:tag name="KSO_WM_UNIT_DIAGRAM_ISNUMVISUAL" val="0"/>
  <p:tag name="KSO_WM_UNIT_DIAGRAM_ISREFERUNIT" val="0"/>
  <p:tag name="KSO_WM_UNIT_FILL_FORE_SCHEMECOLOR_INDEX" val="5"/>
  <p:tag name="KSO_WM_UNIT_FILL_FORE_SCHEMECOLOR_INDEX_BRIGHTNESS" val="0.8"/>
  <p:tag name="KSO_WM_UNIT_FILL_TYPE" val="1"/>
  <p:tag name="KSO_WM_UNIT_HIGHLIGHT" val="0"/>
  <p:tag name="KSO_WM_UNIT_ID" val="custom20203888_15*i*10"/>
  <p:tag name="KSO_WM_UNIT_INDEX" val="10"/>
  <p:tag name="KSO_WM_UNIT_LAYERLEVEL" val="1"/>
  <p:tag name="KSO_WM_UNIT_TEXT_FILL_FORE_SCHEMECOLOR_INDEX" val="13"/>
  <p:tag name="KSO_WM_UNIT_TEXT_FILL_FORE_SCHEMECOLOR_INDEX_BRIGHTNESS" val="0"/>
  <p:tag name="KSO_WM_UNIT_TEXT_FILL_TYPE" val="1"/>
  <p:tag name="KSO_WM_UNIT_TYPE" val="i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59"/>
  <p:tag name="KSO_WM_BEAUTIFY_FLAG" val="#wm#"/>
  <p:tag name="KSO_WM_TAG_VERSION" val="1.0"/>
  <p:tag name="KSO_WM_TEMPLATE_CATEGORY" val="custom"/>
  <p:tag name="KSO_WM_TEMPLATE_INDEX" val="20203888"/>
  <p:tag name="KSO_WM_UNIT_COMPATIBLE" val="0"/>
  <p:tag name="KSO_WM_UNIT_DIAGRAM_ISNUMVISUAL" val="0"/>
  <p:tag name="KSO_WM_UNIT_DIAGRAM_ISREFERUNIT" val="0"/>
  <p:tag name="KSO_WM_UNIT_FILL_FORE_SCHEMECOLOR_INDEX" val="7"/>
  <p:tag name="KSO_WM_UNIT_FILL_FORE_SCHEMECOLOR_INDEX_BRIGHTNESS" val="0"/>
  <p:tag name="KSO_WM_UNIT_FILL_TYPE" val="1"/>
  <p:tag name="KSO_WM_UNIT_HIGHLIGHT" val="0"/>
  <p:tag name="KSO_WM_UNIT_ID" val="custom20203888_15*i*11"/>
  <p:tag name="KSO_WM_UNIT_INDEX" val="11"/>
  <p:tag name="KSO_WM_UNIT_LAYERLEVEL" val="1"/>
  <p:tag name="KSO_WM_UNIT_TEXT_FILL_FORE_SCHEMECOLOR_INDEX" val="13"/>
  <p:tag name="KSO_WM_UNIT_TEXT_FILL_FORE_SCHEMECOLOR_INDEX_BRIGHTNESS" val="0"/>
  <p:tag name="KSO_WM_UNIT_TEXT_FILL_TYPE" val="1"/>
  <p:tag name="KSO_WM_UNIT_TYPE" val="i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3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4"/>
</p:tagLst>
</file>

<file path=ppt/tags/tag1132.xml><?xml version="1.0" encoding="utf-8"?>
<p:tagLst xmlns:p="http://schemas.openxmlformats.org/presentationml/2006/main">
  <p:tag name="AS_UNIQUEID" val="2292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345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CHIP_FILLPROP" val="[[{&quot;fill_id&quot;:&quot;c8df1a3465854d8b966b02b3af772576&quot;,&quot;fill_align&quot;:&quot;cm&quot;,&quot;text_align&quot;:&quot;lm&quot;,&quot;text_direction&quot;:&quot;horizontal&quot;,&quot;chip_types&quot;:[&quot;text&quot;,&quot;header&quot;]}]]"/>
  <p:tag name="KSO_WM_CHIP_GROUPID" val="5ebf6661ddc3daf3fef3f760"/>
  <p:tag name="KSO_WM_CHIP_INFOS" val="{&quot;layout_type&quot;:&quot;forright2&quot;,&quot;slide_type&quot;:[&quot;sectionTitle&quot;],&quot;aspect_ratio&quot;:&quot;16:9&quot;}"/>
  <p:tag name="KSO_WM_CHIP_XID" val="5ebe041a0ac41c4a0a525598"/>
  <p:tag name="KSO_WM_SLIDE_BACKGROUND_TYPE" val="general"/>
  <p:tag name="KSO_WM_SLIDE_BK_DARK_LIGHT" val="2"/>
  <p:tag name="KSO_WM_SLIDE_ID" val="custom20205649_7"/>
  <p:tag name="KSO_WM_SLIDE_INDEX" val="7"/>
  <p:tag name="KSO_WM_SLIDE_ITEM_CNT" val="0"/>
  <p:tag name="KSO_WM_SLIDE_LAYOUT" val="a_b_e"/>
  <p:tag name="KSO_WM_SLIDE_LAYOUT_CNT" val="1_1_1"/>
  <p:tag name="KSO_WM_SLIDE_LAYOUT_INFO" val="{&quot;id&quot;:&quot;2020-09-28T15:38:09&quot;,&quot;maxSize&quot;:{&quot;size1&quot;:65.901603642216443},&quot;minSize&quot;:{&quot;size1&quot;:57.501603642216438},&quot;normalSize&quot;:{&quot;size1&quot;:61.70160364221644},&quot;subLayout&quot;:[{&quot;id&quot;:&quot;2020-09-28T15:38:09&quot;,&quot;maxSize&quot;:{&quot;size1&quot;:89.778853437914862},&quot;minSize&quot;:{&quot;size1&quot;:77.678853437914853},&quot;normalSize&quot;:{&quot;size1&quot;:84.078853437914859},&quot;subLayout&quot;:[{&quot;id&quot;:&quot;2020-09-28T15:38:09&quot;,&quot;margin&quot;:{&quot;bottom&quot;:1.3915197849273682,&quot;left&quot;:13.405664443969727,&quot;right&quot;:1.4110022783279419,&quot;top&quot;:2.573974609375},&quot;type&quot;:0},{&quot;id&quot;:&quot;2020-09-28T15:38:09&quot;,&quot;margin&quot;:{&quot;bottom&quot;:0.09673541784286499,&quot;left&quot;:13.405664443969727,&quot;right&quot;:1.4110022783279419,&quot;top&quot;:0.15541090071201324},&quot;type&quot;:0}],&quot;type&quot;:0},{&quot;id&quot;:&quot;2020-09-28T15:38:09&quot;,&quot;margin&quot;:{&quot;bottom&quot;:2.5739796161651611,&quot;left&quot;:13.405664443969727,&quot;right&quot;:1.4110022783279419,&quot;top&quot;:0.083181090652942657},&quot;type&quot;:0}],&quot;type&quot;:0}"/>
  <p:tag name="KSO_WM_SLIDE_POSITION" val="380*69"/>
  <p:tag name="KSO_WM_SLIDE_SIZE" val="540*400"/>
  <p:tag name="KSO_WM_SLIDE_SUBTYPE" val="pureTxt"/>
  <p:tag name="KSO_WM_SLIDE_SUPPORT_FEATURE_TYPE" val="0"/>
  <p:tag name="KSO_WM_SLIDE_TYPE" val="sectionTitle"/>
  <p:tag name="KSO_WM_TAG_VERSION" val="1.0"/>
  <p:tag name="KSO_WM_TEMPLATE_ASSEMBLE_GROUPID" val="5f7192ba0ff15d9a40edb2bf"/>
  <p:tag name="KSO_WM_TEMPLATE_ASSEMBLE_XID" val="5f7192ba0ff15d9a40edb2bf"/>
  <p:tag name="KSO_WM_TEMPLATE_CATEGORY" val="custom"/>
  <p:tag name="KSO_WM_TEMPLATE_COLOR_TYPE" val="1"/>
  <p:tag name="KSO_WM_TEMPLATE_INDEX" val="20205281"/>
  <p:tag name="KSO_WM_TEMPLATE_MASTER_TYPE" val="1"/>
  <p:tag name="KSO_WM_TEMPLATE_SUBCATEGORY" val="21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7"/>
  <p:tag name="KSO_WM_ASSEMBLE_CHIP_INDEX" val="8525f3da7deb4fa393e72ae13d52dc26"/>
  <p:tag name="KSO_WM_BEAUTIFY_FLAG" val="#wm#"/>
  <p:tag name="KSO_WM_CHIP_FILLAREA_FILL_RULE" val="{&quot;fill_align&quot;:&quot;cm&quot;,&quot;fill_mode&quot;:&quot;adaptive&quot;,&quot;sacle_strategy&quot;:&quot;smart&quot;}"/>
  <p:tag name="KSO_WM_CHIP_GROUPID" val="5ebe41950ac41c4a0a525618"/>
  <p:tag name="KSO_WM_CHIP_XID" val="5ebe41950ac41c4a0a525619"/>
  <p:tag name="KSO_WM_TAG_VERSION" val="1.0"/>
  <p:tag name="KSO_WM_TEMPLATE_CATEGORY" val="custom"/>
  <p:tag name="KSO_WM_TEMPLATE_INDEX" val="20205649"/>
  <p:tag name="KSO_WM_UNIT_BLOCK" val="0"/>
  <p:tag name="KSO_WM_UNIT_COMPATIBLE" val="0"/>
  <p:tag name="KSO_WM_UNIT_DEC_AREA_ID" val="3916be31c263401f9c1212e6d673b8df"/>
  <p:tag name="KSO_WM_UNIT_DEFAULT_FONT" val="14;16;2"/>
  <p:tag name="KSO_WM_UNIT_DIAGRAM_ISNUMVISUAL" val="0"/>
  <p:tag name="KSO_WM_UNIT_DIAGRAM_ISREFERUNIT" val="0"/>
  <p:tag name="KSO_WM_UNIT_HIGHLIGHT" val="0"/>
  <p:tag name="KSO_WM_UNIT_ID" val="custom20205649_7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单击此处输入你的正文，文字是您思想的提炼，为了最终演示发布的良好效果。"/>
  <p:tag name="KSO_WM_UNIT_TEXT_FILL_FORE_SCHEMECOLOR_INDEX" val="13"/>
  <p:tag name="KSO_WM_UNIT_TEXT_FILL_FORE_SCHEMECOLOR_INDEX_BRIGHTNESS" val="0.35"/>
  <p:tag name="KSO_WM_UNIT_TEXT_FILL_TYPE" val="1"/>
  <p:tag name="KSO_WM_UNIT_TYPE" val="b"/>
  <p:tag name="KSO_WM_UNIT_VALUE" val="165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8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9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75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1"/>
  <p:tag name="KSO_WM_UNIT_TEXT_FILL_FORE_SCHEMECOLOR_INDEX" val="13"/>
  <p:tag name="KSO_WM_UNIT_TEXT_FILL_FORE_SCHEMECOLOR_INDEX_BRIGHTNESS" val="0"/>
  <p:tag name="KSO_WM_UNIT_TEXT_FILL_TYPE" val="1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2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2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3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4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8"/>
  <p:tag name="KSO_WM_UNIT_TEXT_FILL_FORE_SCHEMECOLOR_INDEX" val="13"/>
  <p:tag name="KSO_WM_UNIT_TEXT_FILL_FORE_SCHEMECOLOR_INDEX_BRIGHTNESS" val="0"/>
  <p:tag name="KSO_WM_UNIT_TEXT_FILL_TYPE" val="1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9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3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4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0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6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7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3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9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5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9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5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7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160.xml><?xml version="1.0" encoding="utf-8"?>
<p:tagLst xmlns:p="http://schemas.openxmlformats.org/presentationml/2006/main">
  <p:tag name="AS_UNIQUEID" val="2320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8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9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3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9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5"/>
</p:tagLst>
</file>

<file path=ppt/tags/tag1166.xml><?xml version="1.0" encoding="utf-8"?>
<p:tagLst xmlns:p="http://schemas.openxmlformats.org/presentationml/2006/main">
  <p:tag name="AS_UNIQUEID" val="2326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1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3"/>
  <p:tag name="KSO_WM_UNIT_TEXT_FILL_FORE_SCHEMECOLOR_INDEX" val="13"/>
  <p:tag name="KSO_WM_UNIT_TEXT_FILL_FORE_SCHEMECOLOR_INDEX_BRIGHTNESS" val="0"/>
  <p:tag name="KSO_WM_UNIT_TEXT_FILL_TYPE" val="1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4"/>
  <p:tag name="KSO_WM_UNIT_TEXT_FILL_FORE_SCHEMECOLOR_INDEX" val="13"/>
  <p:tag name="KSO_WM_UNIT_TEXT_FILL_FORE_SCHEMECOLOR_INDEX_BRIGHTNESS" val="0"/>
  <p:tag name="KSO_WM_UNIT_TEXT_FILL_TYPE" val="1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6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0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172.xml><?xml version="1.0" encoding="utf-8"?>
<p:tagLst xmlns:p="http://schemas.openxmlformats.org/presentationml/2006/main">
  <p:tag name="AS_UNIQUEID" val="2332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7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8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0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4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1"/>
  <p:tag name="KSO_WM_UNIT_LINE_FILL_TYPE" val="2"/>
  <p:tag name="KSO_WM_UNIT_LINE_FORE_SCHEMECOLOR_INDEX" val="13"/>
  <p:tag name="KSO_WM_UNIT_LINE_FORE_SCHEMECOLOR_INDEX_BRIGHTNESS" val="0"/>
</p:tagLst>
</file>

<file path=ppt/tags/tag1178.xml><?xml version="1.0" encoding="utf-8"?>
<p:tagLst xmlns:p="http://schemas.openxmlformats.org/presentationml/2006/main">
  <p:tag name="AS_UNIQUEID" val="2338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62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4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8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5"/>
  <p:tag name="KSO_WM_UNIT_LINE_FILL_TYPE" val="2"/>
  <p:tag name="KSO_WM_UNIT_LINE_FORE_SCHEMECOLOR_INDEX" val="13"/>
  <p:tag name="KSO_WM_UNIT_LINE_FORE_SCHEMECOLOR_INDEX_BRIGHTNESS" val="0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6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0"/>
  <p:tag name="KSO_WM_UNIT_LINE_FILL_TYPE" val="2"/>
  <p:tag name="KSO_WM_UNIT_LINE_FORE_SCHEMECOLOR_INDEX" val="13"/>
  <p:tag name="KSO_WM_UNIT_LINE_FORE_SCHEMECOLOR_INDEX_BRIGHTNESS" val="0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51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0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4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1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42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6"/>
  <p:tag name="KSO_WM_UNIT_LINE_FILL_TYPE" val="2"/>
  <p:tag name="KSO_WM_UNIT_LINE_FORE_SCHEMECOLOR_INDEX" val="13"/>
  <p:tag name="KSO_WM_UNIT_LINE_FORE_SCHEMECOLOR_INDEX_BRIGHTNESS" val="0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7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0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4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1"/>
  <p:tag name="KSO_WM_UNIT_LINE_FILL_TYPE" val="2"/>
  <p:tag name="KSO_WM_UNIT_LINE_FORE_SCHEMECOLOR_INDEX" val="13"/>
  <p:tag name="KSO_WM_UNIT_LINE_FORE_SCHEMECOLOR_INDEX_BRIGHTNESS" val="0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32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4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8"/>
  <p:tag name="KSO_WM_UNIT_TEXT_FILL_FORE_SCHEMECOLOR_INDEX" val="2"/>
  <p:tag name="KSO_WM_UNIT_TEXT_FILL_FORE_SCHEMECOLOR_INDEX_BRIGHTNESS" val="0"/>
  <p:tag name="KSO_WM_UNIT_TEXT_FILL_TYPE" val="1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5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6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8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2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9"/>
  <p:tag name="KSO_WM_UNIT_LINE_FILL_TYPE" val="2"/>
  <p:tag name="KSO_WM_UNIT_LINE_FORE_SCHEMECOLOR_INDEX" val="13"/>
  <p:tag name="KSO_WM_UNIT_LINE_FORE_SCHEMECOLOR_INDEX_BRIGHTNESS" val="0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20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1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5"/>
  <p:tag name="KSO_WM_UNIT_TEXT_FILL_FORE_SCHEMECOLOR_INDEX" val="2"/>
  <p:tag name="KSO_WM_UNIT_TEXT_FILL_FORE_SCHEMECOLOR_INDEX_BRIGHTNESS" val="0"/>
  <p:tag name="KSO_WM_UNIT_TEXT_FILL_TYPE" val="1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2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13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5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6"/>
  <p:tag name="KSO_WM_UNIT_LINE_FILL_TYPE" val="2"/>
  <p:tag name="KSO_WM_UNIT_LINE_FORE_SCHEMECOLOR_INDEX" val="13"/>
  <p:tag name="KSO_WM_UNIT_LINE_FORE_SCHEMECOLOR_INDEX_BRIGHTNESS" val="0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7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0"/>
  <p:tag name="KSO_WM_UNIT_LINE_FILL_TYPE" val="2"/>
  <p:tag name="KSO_WM_UNIT_LINE_FORE_SCHEMECOLOR_INDEX" val="1"/>
  <p:tag name="KSO_WM_UNIT_LINE_FORE_SCHEMECOLOR_INDEX_BRIGHTNESS" val="0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01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5"/>
  <p:tag name="KSO_WM_UNIT_LINE_FILL_TYPE" val="2"/>
  <p:tag name="KSO_WM_UNIT_LINE_FORE_SCHEMECOLOR_INDEX" val="13"/>
  <p:tag name="KSO_WM_UNIT_LINE_FORE_SCHEMECOLOR_INDEX_BRIGHTNESS" val="0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6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3"/>
  <p:tag name="KSO_WM_UNIT_LINE_FILL_TYPE" val="2"/>
  <p:tag name="KSO_WM_UNIT_LINE_FORE_SCHEMECOLOR_INDEX" val="13"/>
  <p:tag name="KSO_WM_UNIT_LINE_FORE_SCHEMECOLOR_INDEX_BRIGHTNESS" val="0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4"/>
  <p:tag name="KSO_WM_UNIT_LINE_FILL_TYPE" val="2"/>
  <p:tag name="KSO_WM_UNIT_LINE_FORE_SCHEMECOLOR_INDEX" val="13"/>
  <p:tag name="KSO_WM_UNIT_LINE_FORE_SCHEMECOLOR_INDEX_BRIGHTNESS" val="0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5"/>
  <p:tag name="KSO_WM_UNIT_LINE_FILL_TYPE" val="2"/>
  <p:tag name="KSO_WM_UNIT_LINE_FORE_SCHEMECOLOR_INDEX" val="13"/>
  <p:tag name="KSO_WM_UNIT_LINE_FORE_SCHEMECOLOR_INDEX_BRIGHTNESS" val="0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6"/>
  <p:tag name="KSO_WM_UNIT_LINE_FILL_TYPE" val="2"/>
  <p:tag name="KSO_WM_UNIT_LINE_FORE_SCHEMECOLOR_INDEX" val="13"/>
  <p:tag name="KSO_WM_UNIT_LINE_FORE_SCHEMECOLOR_INDEX_BRIGHTNESS" val="0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7"/>
  <p:tag name="KSO_WM_UNIT_LINE_FILL_TYPE" val="2"/>
  <p:tag name="KSO_WM_UNIT_LINE_FORE_SCHEMECOLOR_INDEX" val="13"/>
  <p:tag name="KSO_WM_UNIT_LINE_FORE_SCHEMECOLOR_INDEX_BRIGHTNESS" val="0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8"/>
  <p:tag name="KSO_WM_UNIT_LINE_FILL_TYPE" val="2"/>
  <p:tag name="KSO_WM_UNIT_LINE_FORE_SCHEMECOLOR_INDEX" val="13"/>
  <p:tag name="KSO_WM_UNIT_LINE_FORE_SCHEMECOLOR_INDEX_BRIGHTNESS" val="0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89"/>
  <p:tag name="KSO_WM_UNIT_LINE_FILL_TYPE" val="2"/>
  <p:tag name="KSO_WM_UNIT_LINE_FORE_SCHEMECOLOR_INDEX" val="13"/>
  <p:tag name="KSO_WM_UNIT_LINE_FORE_SCHEMECOLOR_INDEX_BRIGHTNESS" val="0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0"/>
  <p:tag name="KSO_WM_UNIT_LINE_FILL_TYPE" val="2"/>
  <p:tag name="KSO_WM_UNIT_LINE_FORE_SCHEMECOLOR_INDEX" val="13"/>
  <p:tag name="KSO_WM_UNIT_LINE_FORE_SCHEMECOLOR_INDEX_BRIGHTNESS" val="0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491"/>
  <p:tag name="KSO_WM_UNIT_LINE_FILL_TYPE" val="2"/>
  <p:tag name="KSO_WM_UNIT_LINE_FORE_SCHEMECOLOR_INDEX" val="13"/>
  <p:tag name="KSO_WM_UNIT_LINE_FORE_SCHEMECOLOR_INDEX_BRIGHTNESS" val="0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6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6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7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8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2"/>
  <p:tag name="KSO_WM_UNIT_TEXT_FILL_FORE_SCHEMECOLOR_INDEX" val="13"/>
  <p:tag name="KSO_WM_UNIT_TEXT_FILL_FORE_SCHEMECOLOR_INDEX_BRIGHTNESS" val="0"/>
  <p:tag name="KSO_WM_UNIT_TEXT_FILL_TYPE" val="1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3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7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8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2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8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4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0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1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7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3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9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5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1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3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4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5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9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5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1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7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9"/>
  <p:tag name="KSO_WM_UNIT_TEXT_FILL_FORE_SCHEMECOLOR_INDEX" val="13"/>
  <p:tag name="KSO_WM_UNIT_TEXT_FILL_FORE_SCHEMECOLOR_INDEX_BRIGHTNESS" val="0"/>
  <p:tag name="KSO_WM_UNIT_TEXT_FILL_TYPE" val="1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2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6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3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4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6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7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7"/>
  <p:tag name="KSO_WM_UNIT_LINE_FILL_TYPE" val="2"/>
  <p:tag name="KSO_WM_UNIT_LINE_FORE_SCHEMECOLOR_INDEX" val="13"/>
  <p:tag name="KSO_WM_UNIT_LINE_FORE_SCHEMECOLOR_INDEX_BRIGHTNESS" val="0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8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0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4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1"/>
  <p:tag name="KSO_WM_UNIT_LINE_FILL_TYPE" val="2"/>
  <p:tag name="KSO_WM_UNIT_LINE_FORE_SCHEMECOLOR_INDEX" val="13"/>
  <p:tag name="KSO_WM_UNIT_LINE_FORE_SCHEMECOLOR_INDEX_BRIGHTNESS" val="0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62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6"/>
  <p:tag name="KSO_WM_UNIT_LINE_FILL_TYPE" val="2"/>
  <p:tag name="KSO_WM_UNIT_LINE_FORE_SCHEMECOLOR_INDEX" val="13"/>
  <p:tag name="KSO_WM_UNIT_LINE_FORE_SCHEMECOLOR_INDEX_BRIGHTNESS" val="0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7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6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50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7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8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0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4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1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42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4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8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5"/>
  <p:tag name="KSO_WM_UNIT_LINE_FILL_TYPE" val="2"/>
  <p:tag name="KSO_WM_UNIT_LINE_FORE_SCHEMECOLOR_INDEX" val="13"/>
  <p:tag name="KSO_WM_UNIT_LINE_FORE_SCHEMECOLOR_INDEX_BRIGHTNESS" val="0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6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8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2"/>
  <p:tag name="KSO_WM_UNIT_TEXT_FILL_FORE_SCHEMECOLOR_INDEX" val="2"/>
  <p:tag name="KSO_WM_UNIT_TEXT_FILL_FORE_SCHEMECOLOR_INDEX_BRIGHTNESS" val="0"/>
  <p:tag name="KSO_WM_UNIT_TEXT_FILL_TYPE" val="1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9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30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2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3"/>
  <p:tag name="KSO_WM_UNIT_LINE_FILL_TYPE" val="2"/>
  <p:tag name="KSO_WM_UNIT_LINE_FORE_SCHEMECOLOR_INDEX" val="13"/>
  <p:tag name="KSO_WM_UNIT_LINE_FORE_SCHEMECOLOR_INDEX_BRIGHTNESS" val="0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24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5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9"/>
  <p:tag name="KSO_WM_UNIT_TEXT_FILL_FORE_SCHEMECOLOR_INDEX" val="2"/>
  <p:tag name="KSO_WM_UNIT_TEXT_FILL_FORE_SCHEMECOLOR_INDEX_BRIGHTNESS" val="0"/>
  <p:tag name="KSO_WM_UNIT_TEXT_FILL_TYPE" val="1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6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7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9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3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0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11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3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4"/>
  <p:tag name="KSO_WM_UNIT_LINE_FILL_TYPE" val="2"/>
  <p:tag name="KSO_WM_UNIT_LINE_FORE_SCHEMECOLOR_INDEX" val="13"/>
  <p:tag name="KSO_WM_UNIT_LINE_FORE_SCHEMECOLOR_INDEX_BRIGHTNESS" val="0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5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9"/>
  <p:tag name="KSO_WM_UNIT_LINE_FILL_TYPE" val="2"/>
  <p:tag name="KSO_WM_UNIT_LINE_FORE_SCHEMECOLOR_INDEX" val="13"/>
  <p:tag name="KSO_WM_UNIT_LINE_FORE_SCHEMECOLOR_INDEX_BRIGHTNESS" val="0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00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4"/>
  <p:tag name="KSO_WM_UNIT_LINE_FILL_TYPE" val="2"/>
  <p:tag name="KSO_WM_UNIT_LINE_FORE_SCHEMECOLOR_INDEX" val="1"/>
  <p:tag name="KSO_WM_UNIT_LINE_FORE_SCHEMECOLOR_INDEX_BRIGHTNESS" val="0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5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9"/>
  <p:tag name="KSO_WM_UNIT_LINE_FILL_TYPE" val="2"/>
  <p:tag name="KSO_WM_UNIT_LINE_FORE_SCHEMECOLOR_INDEX" val="13"/>
  <p:tag name="KSO_WM_UNIT_LINE_FORE_SCHEMECOLOR_INDEX_BRIGHTNESS" val="0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90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7"/>
  <p:tag name="KSO_WM_UNIT_LINE_FILL_TYPE" val="2"/>
  <p:tag name="KSO_WM_UNIT_LINE_FORE_SCHEMECOLOR_INDEX" val="13"/>
  <p:tag name="KSO_WM_UNIT_LINE_FORE_SCHEMECOLOR_INDEX_BRIGHTNESS" val="0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8"/>
  <p:tag name="KSO_WM_UNIT_LINE_FILL_TYPE" val="2"/>
  <p:tag name="KSO_WM_UNIT_LINE_FORE_SCHEMECOLOR_INDEX" val="13"/>
  <p:tag name="KSO_WM_UNIT_LINE_FORE_SCHEMECOLOR_INDEX_BRIGHTNESS" val="0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79"/>
  <p:tag name="KSO_WM_UNIT_LINE_FILL_TYPE" val="2"/>
  <p:tag name="KSO_WM_UNIT_LINE_FORE_SCHEMECOLOR_INDEX" val="13"/>
  <p:tag name="KSO_WM_UNIT_LINE_FORE_SCHEMECOLOR_INDEX_BRIGHTNESS" val="0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0"/>
  <p:tag name="KSO_WM_UNIT_LINE_FILL_TYPE" val="2"/>
  <p:tag name="KSO_WM_UNIT_LINE_FORE_SCHEMECOLOR_INDEX" val="13"/>
  <p:tag name="KSO_WM_UNIT_LINE_FORE_SCHEMECOLOR_INDEX_BRIGHTNESS" val="0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1"/>
  <p:tag name="KSO_WM_UNIT_LINE_FILL_TYPE" val="2"/>
  <p:tag name="KSO_WM_UNIT_LINE_FORE_SCHEMECOLOR_INDEX" val="13"/>
  <p:tag name="KSO_WM_UNIT_LINE_FORE_SCHEMECOLOR_INDEX_BRIGHTNESS" val="0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2"/>
  <p:tag name="KSO_WM_UNIT_LINE_FILL_TYPE" val="2"/>
  <p:tag name="KSO_WM_UNIT_LINE_FORE_SCHEMECOLOR_INDEX" val="13"/>
  <p:tag name="KSO_WM_UNIT_LINE_FORE_SCHEMECOLOR_INDEX_BRIGHTNESS" val="0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3"/>
  <p:tag name="KSO_WM_UNIT_LINE_FILL_TYPE" val="2"/>
  <p:tag name="KSO_WM_UNIT_LINE_FORE_SCHEMECOLOR_INDEX" val="13"/>
  <p:tag name="KSO_WM_UNIT_LINE_FORE_SCHEMECOLOR_INDEX_BRIGHTNESS" val="0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4"/>
  <p:tag name="KSO_WM_UNIT_LINE_FILL_TYPE" val="2"/>
  <p:tag name="KSO_WM_UNIT_LINE_FORE_SCHEMECOLOR_INDEX" val="13"/>
  <p:tag name="KSO_WM_UNIT_LINE_FORE_SCHEMECOLOR_INDEX_BRIGHTNESS" val="0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585"/>
  <p:tag name="KSO_WM_UNIT_LINE_FILL_TYPE" val="2"/>
  <p:tag name="KSO_WM_UNIT_LINE_FORE_SCHEMECOLOR_INDEX" val="13"/>
  <p:tag name="KSO_WM_UNIT_LINE_FORE_SCHEMECOLOR_INDEX_BRIGHTNESS" val="0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1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1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2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3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7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9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3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4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8"/>
  <p:tag name="KSO_WM_UNIT_TEXT_FILL_FORE_SCHEMECOLOR_INDEX" val="13"/>
  <p:tag name="KSO_WM_UNIT_TEXT_FILL_FORE_SCHEMECOLOR_INDEX_BRIGHTNESS" val="0"/>
  <p:tag name="KSO_WM_UNIT_TEXT_FILL_TYPE" val="1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1"/>
  <p:tag name="KSO_WM_UNIT_TEXT_FILL_FORE_SCHEMECOLOR_INDEX" val="13"/>
  <p:tag name="KSO_WM_UNIT_TEXT_FILL_FORE_SCHEMECOLOR_INDEX_BRIGHTNESS" val="0"/>
  <p:tag name="KSO_WM_UNIT_TEXT_FILL_TYPE" val="1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5"/>
  <p:tag name="KSO_WM_UNIT_LINE_FILL_TYPE" val="2"/>
  <p:tag name="KSO_WM_UNIT_LINE_FORE_SCHEMECOLOR_INDEX" val="13"/>
  <p:tag name="KSO_WM_UNIT_LINE_FORE_SCHEMECOLOR_INDEX_BRIGHTNESS" val="0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6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0"/>
  <p:tag name="KSO_WM_UNIT_LINE_FILL_TYPE" val="2"/>
  <p:tag name="KSO_WM_UNIT_LINE_FORE_SCHEMECOLOR_INDEX" val="1"/>
  <p:tag name="KSO_WM_UNIT_LINE_FORE_SCHEMECOLOR_INDEX_BRIGHTNESS" val="0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01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4"/>
  <p:tag name="KSO_WM_UNIT_LINE_FILL_TYPE" val="2"/>
  <p:tag name="KSO_WM_UNIT_LINE_FORE_SCHEMECOLOR_INDEX" val="13"/>
  <p:tag name="KSO_WM_UNIT_LINE_FORE_SCHEMECOLOR_INDEX_BRIGHTNESS" val="0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5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2"/>
  <p:tag name="KSO_WM_UNIT_LINE_FILL_TYPE" val="2"/>
  <p:tag name="KSO_WM_UNIT_LINE_FORE_SCHEMECOLOR_INDEX" val="13"/>
  <p:tag name="KSO_WM_UNIT_LINE_FORE_SCHEMECOLOR_INDEX_BRIGHTNESS" val="0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3"/>
  <p:tag name="KSO_WM_UNIT_LINE_FILL_TYPE" val="2"/>
  <p:tag name="KSO_WM_UNIT_LINE_FORE_SCHEMECOLOR_INDEX" val="13"/>
  <p:tag name="KSO_WM_UNIT_LINE_FORE_SCHEMECOLOR_INDEX_BRIGHTNESS" val="0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4"/>
  <p:tag name="KSO_WM_UNIT_LINE_FILL_TYPE" val="2"/>
  <p:tag name="KSO_WM_UNIT_LINE_FORE_SCHEMECOLOR_INDEX" val="13"/>
  <p:tag name="KSO_WM_UNIT_LINE_FORE_SCHEMECOLOR_INDEX_BRIGHTNESS" val="0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5"/>
  <p:tag name="KSO_WM_UNIT_LINE_FILL_TYPE" val="2"/>
  <p:tag name="KSO_WM_UNIT_LINE_FORE_SCHEMECOLOR_INDEX" val="13"/>
  <p:tag name="KSO_WM_UNIT_LINE_FORE_SCHEMECOLOR_INDEX_BRIGHTNESS" val="0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6"/>
  <p:tag name="KSO_WM_UNIT_LINE_FILL_TYPE" val="2"/>
  <p:tag name="KSO_WM_UNIT_LINE_FORE_SCHEMECOLOR_INDEX" val="13"/>
  <p:tag name="KSO_WM_UNIT_LINE_FORE_SCHEMECOLOR_INDEX_BRIGHTNESS" val="0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7"/>
  <p:tag name="KSO_WM_UNIT_LINE_FILL_TYPE" val="2"/>
  <p:tag name="KSO_WM_UNIT_LINE_FORE_SCHEMECOLOR_INDEX" val="13"/>
  <p:tag name="KSO_WM_UNIT_LINE_FORE_SCHEMECOLOR_INDEX_BRIGHTNESS" val="0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8"/>
  <p:tag name="KSO_WM_UNIT_LINE_FILL_TYPE" val="2"/>
  <p:tag name="KSO_WM_UNIT_LINE_FORE_SCHEMECOLOR_INDEX" val="13"/>
  <p:tag name="KSO_WM_UNIT_LINE_FORE_SCHEMECOLOR_INDEX_BRIGHTNESS" val="0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89"/>
  <p:tag name="KSO_WM_UNIT_LINE_FILL_TYPE" val="2"/>
  <p:tag name="KSO_WM_UNIT_LINE_FORE_SCHEMECOLOR_INDEX" val="13"/>
  <p:tag name="KSO_WM_UNIT_LINE_FORE_SCHEMECOLOR_INDEX_BRIGHTNESS" val="0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0"/>
  <p:tag name="KSO_WM_UNIT_LINE_FILL_TYPE" val="2"/>
  <p:tag name="KSO_WM_UNIT_LINE_FORE_SCHEMECOLOR_INDEX" val="13"/>
  <p:tag name="KSO_WM_UNIT_LINE_FORE_SCHEMECOLOR_INDEX_BRIGHTNESS" val="0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3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3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4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5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9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0"/>
</p:tagLst>
</file>

<file path=ppt/tags/tag1346.xml><?xml version="1.0" encoding="utf-8"?>
<p:tagLst xmlns:p="http://schemas.openxmlformats.org/presentationml/2006/main">
  <p:tag name="AS_UNIQUEID" val="2497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4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0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6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2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351.xml><?xml version="1.0" encoding="utf-8"?>
<p:tagLst xmlns:p="http://schemas.openxmlformats.org/presentationml/2006/main">
  <p:tag name="AS_UNIQUEID" val="2502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3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9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5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1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7"/>
</p:tagLst>
</file>

<file path=ppt/tags/tag1357.xml><?xml version="1.0" encoding="utf-8"?>
<p:tagLst xmlns:p="http://schemas.openxmlformats.org/presentationml/2006/main">
  <p:tag name="AS_UNIQUEID" val="2508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3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5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7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8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9"/>
</p:tagLst>
</file>

<file path=ppt/tags/tag1363.xml><?xml version="1.0" encoding="utf-8"?>
<p:tagLst xmlns:p="http://schemas.openxmlformats.org/presentationml/2006/main">
  <p:tag name="AS_UNIQUEID" val="2514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3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9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5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1"/>
  <p:tag name="KSO_WM_UNIT_TEXT_FILL_FORE_SCHEMECOLOR_INDEX" val="13"/>
  <p:tag name="KSO_WM_UNIT_TEXT_FILL_FORE_SCHEMECOLOR_INDEX_BRIGHTNESS" val="0"/>
  <p:tag name="KSO_WM_UNIT_TEXT_FILL_TYPE" val="1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697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6"/>
</p:tagLst>
</file>

<file path=ppt/tags/tag1370.xml><?xml version="1.0" encoding="utf-8"?>
<p:tagLst xmlns:p="http://schemas.openxmlformats.org/presentationml/2006/main">
  <p:tag name="AS_UNIQUEID" val="2521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7"/>
  <p:tag name="KSO_WM_UNIT_LINE_FILL_TYPE" val="2"/>
  <p:tag name="KSO_WM_UNIT_LINE_FORE_SCHEMECOLOR_INDEX" val="13"/>
  <p:tag name="KSO_WM_UNIT_LINE_FORE_SCHEMECOLOR_INDEX_BRIGHTNESS" val="0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8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0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4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376.xml><?xml version="1.0" encoding="utf-8"?>
<p:tagLst xmlns:p="http://schemas.openxmlformats.org/presentationml/2006/main">
  <p:tag name="AS_UNIQUEID" val="2527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1"/>
  <p:tag name="KSO_WM_UNIT_LINE_FILL_TYPE" val="2"/>
  <p:tag name="KSO_WM_UNIT_LINE_FORE_SCHEMECOLOR_INDEX" val="13"/>
  <p:tag name="KSO_WM_UNIT_LINE_FORE_SCHEMECOLOR_INDEX_BRIGHTNESS" val="0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02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4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8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5"/>
  <p:tag name="KSO_WM_UNIT_LINE_FILL_TYPE" val="2"/>
  <p:tag name="KSO_WM_UNIT_LINE_FORE_SCHEMECOLOR_INDEX" val="13"/>
  <p:tag name="KSO_WM_UNIT_LINE_FORE_SCHEMECOLOR_INDEX_BRIGHTNESS" val="0"/>
</p:tagLst>
</file>

<file path=ppt/tags/tag1382.xml><?xml version="1.0" encoding="utf-8"?>
<p:tagLst xmlns:p="http://schemas.openxmlformats.org/presentationml/2006/main">
  <p:tag name="AS_UNIQUEID" val="2533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6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0"/>
  <p:tag name="KSO_WM_UNIT_LINE_FILL_TYPE" val="2"/>
  <p:tag name="KSO_WM_UNIT_LINE_FORE_SCHEMECOLOR_INDEX" val="13"/>
  <p:tag name="KSO_WM_UNIT_LINE_FORE_SCHEMECOLOR_INDEX_BRIGHTNESS" val="0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91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8"/>
</p:tagLst>
</file>

<file path=ppt/tags/tag1387.xml><?xml version="1.0" encoding="utf-8"?>
<p:tagLst xmlns:p="http://schemas.openxmlformats.org/presentationml/2006/main">
  <p:tag name="AS_UNIQUEID" val="2538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2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9"/>
  <p:tag name="KSO_WM_UNIT_LINE_FILL_TYPE" val="2"/>
  <p:tag name="KSO_WM_UNIT_LINE_FORE_SCHEMECOLOR_INDEX" val="13"/>
  <p:tag name="KSO_WM_UNIT_LINE_FORE_SCHEMECOLOR_INDEX_BRIGHTNESS" val="0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80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2"/>
</p:tagLst>
</file>

<file path=ppt/tags/tag1392.xml><?xml version="1.0" encoding="utf-8"?>
<p:tagLst xmlns:p="http://schemas.openxmlformats.org/presentationml/2006/main">
  <p:tag name="AS_UNIQUEID" val="2543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3"/>
  <p:tag name="KSO_WM_UNIT_LINE_FILL_TYPE" val="2"/>
  <p:tag name="KSO_WM_UNIT_LINE_FORE_SCHEMECOLOR_INDEX" val="13"/>
  <p:tag name="KSO_WM_UNIT_LINE_FORE_SCHEMECOLOR_INDEX_BRIGHTNESS" val="0"/>
</p:tagLst>
</file>

<file path=ppt/tags/tag1395.xml><?xml version="1.0" encoding="utf-8"?>
<p:tagLst xmlns:p="http://schemas.openxmlformats.org/presentationml/2006/main">
  <p:tag name="AS_UNIQUEID" val="2546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4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6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7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7"/>
  <p:tag name="KSO_WM_UNIT_LINE_FILL_TYPE" val="2"/>
  <p:tag name="KSO_WM_UNIT_LINE_FORE_SCHEMECOLOR_INDEX" val="13"/>
  <p:tag name="KSO_WM_UNIT_LINE_FORE_SCHEMECOLOR_INDEX_BRIGHTNESS" val="0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8"/>
</p:tagLst>
</file>

<file path=ppt/tags/tag1401.xml><?xml version="1.0" encoding="utf-8"?>
<p:tagLst xmlns:p="http://schemas.openxmlformats.org/presentationml/2006/main">
  <p:tag name="AS_UNIQUEID" val="2552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0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4"/>
  <p:tag name="KSO_WM_UNIT_TEXT_FILL_FORE_SCHEMECOLOR_INDEX" val="13"/>
  <p:tag name="KSO_WM_UNIT_TEXT_FILL_FORE_SCHEMECOLOR_INDEX_BRIGHTNESS" val="0"/>
  <p:tag name="KSO_WM_UNIT_TEXT_FILL_TYPE" val="1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1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62"/>
</p:tagLst>
</file>

<file path=ppt/tags/tag1406.xml><?xml version="1.0" encoding="utf-8"?>
<p:tagLst xmlns:p="http://schemas.openxmlformats.org/presentationml/2006/main">
  <p:tag name="AS_UNIQUEID" val="2557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4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8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5"/>
  <p:tag name="KSO_WM_UNIT_LINE_FILL_TYPE" val="2"/>
  <p:tag name="KSO_WM_UNIT_LINE_FORE_SCHEMECOLOR_INDEX" val="13"/>
  <p:tag name="KSO_WM_UNIT_LINE_FORE_SCHEMECOLOR_INDEX_BRIGHTNESS" val="0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6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7"/>
</p:tagLst>
</file>

<file path=ppt/tags/tag1412.xml><?xml version="1.0" encoding="utf-8"?>
<p:tagLst xmlns:p="http://schemas.openxmlformats.org/presentationml/2006/main">
  <p:tag name="AS_UNIQUEID" val="2563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51"/>
  <p:tag name="KSO_WM_UNIT_FILL_FORE_SCHEMECOLOR_INDEX" val="13"/>
  <p:tag name="KSO_WM_UNIT_FILL_FORE_SCHEMECOLOR_INDEX_BRIGHTNESS" val="0"/>
  <p:tag name="KSO_WM_UNIT_FILL_TYPE" val="1"/>
  <p:tag name="KSO_WM_UNIT_TEXT_FILL_FORE_SCHEMECOLOR_INDEX" val="13"/>
  <p:tag name="KSO_WM_UNIT_TEXT_FILL_FORE_SCHEMECOLOR_INDEX_BRIGHTNESS" val="0"/>
  <p:tag name="KSO_WM_UNIT_TEXT_FILL_TYPE" val="1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8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9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1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5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418.xml><?xml version="1.0" encoding="utf-8"?>
<p:tagLst xmlns:p="http://schemas.openxmlformats.org/presentationml/2006/main">
  <p:tag name="AS_UNIQUEID" val="2569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2"/>
  <p:tag name="KSO_WM_UNIT_LINE_FILL_TYPE" val="2"/>
  <p:tag name="KSO_WM_UNIT_LINE_FORE_SCHEMECOLOR_INDEX" val="13"/>
  <p:tag name="KSO_WM_UNIT_LINE_FORE_SCHEMECOLOR_INDEX_BRIGHTNESS" val="0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43"/>
</p:tagLst>
</file>

<file path=ppt/tags/tag1421.xml><?xml version="1.0" encoding="utf-8"?>
<p:tagLst xmlns:p="http://schemas.openxmlformats.org/presentationml/2006/main">
  <p:tag name="AS_UNIQUEID" val="2572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5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6"/>
  <p:tag name="KSO_WM_UNIT_LINE_FILL_TYPE" val="2"/>
  <p:tag name="KSO_WM_UNIT_LINE_FORE_SCHEMECOLOR_INDEX" val="13"/>
  <p:tag name="KSO_WM_UNIT_LINE_FORE_SCHEMECOLOR_INDEX_BRIGHTNESS" val="0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7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1"/>
  <p:tag name="KSO_WM_UNIT_LINE_FILL_TYPE" val="2"/>
  <p:tag name="KSO_WM_UNIT_LINE_FORE_SCHEMECOLOR_INDEX" val="13"/>
  <p:tag name="KSO_WM_UNIT_LINE_FORE_SCHEMECOLOR_INDEX_BRIGHTNESS" val="0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32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6"/>
  <p:tag name="KSO_WM_UNIT_LINE_FILL_TYPE" val="2"/>
  <p:tag name="KSO_WM_UNIT_LINE_FORE_SCHEMECOLOR_INDEX" val="13"/>
  <p:tag name="KSO_WM_UNIT_LINE_FORE_SCHEMECOLOR_INDEX_BRIGHTNESS" val="0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7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4"/>
  <p:tag name="KSO_WM_UNIT_LINE_FILL_TYPE" val="2"/>
  <p:tag name="KSO_WM_UNIT_LINE_FORE_SCHEMECOLOR_INDEX" val="13"/>
  <p:tag name="KSO_WM_UNIT_LINE_FORE_SCHEMECOLOR_INDEX_BRIGHTNESS" val="0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5"/>
  <p:tag name="KSO_WM_UNIT_LINE_FILL_TYPE" val="2"/>
  <p:tag name="KSO_WM_UNIT_LINE_FORE_SCHEMECOLOR_INDEX" val="13"/>
  <p:tag name="KSO_WM_UNIT_LINE_FORE_SCHEMECOLOR_INDEX_BRIGHTNESS" val="0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6"/>
  <p:tag name="KSO_WM_UNIT_LINE_FILL_TYPE" val="2"/>
  <p:tag name="KSO_WM_UNIT_LINE_FORE_SCHEMECOLOR_INDEX" val="13"/>
  <p:tag name="KSO_WM_UNIT_LINE_FORE_SCHEMECOLOR_INDEX_BRIGHTNESS" val="0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7"/>
  <p:tag name="KSO_WM_UNIT_LINE_FILL_TYPE" val="2"/>
  <p:tag name="KSO_WM_UNIT_LINE_FORE_SCHEMECOLOR_INDEX" val="13"/>
  <p:tag name="KSO_WM_UNIT_LINE_FORE_SCHEMECOLOR_INDEX_BRIGHTNESS" val="0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8"/>
  <p:tag name="KSO_WM_UNIT_LINE_FILL_TYPE" val="2"/>
  <p:tag name="KSO_WM_UNIT_LINE_FORE_SCHEMECOLOR_INDEX" val="13"/>
  <p:tag name="KSO_WM_UNIT_LINE_FORE_SCHEMECOLOR_INDEX_BRIGHTNESS" val="0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19"/>
  <p:tag name="KSO_WM_UNIT_LINE_FILL_TYPE" val="2"/>
  <p:tag name="KSO_WM_UNIT_LINE_FORE_SCHEMECOLOR_INDEX" val="13"/>
  <p:tag name="KSO_WM_UNIT_LINE_FORE_SCHEMECOLOR_INDEX_BRIGHTNESS" val="0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0"/>
  <p:tag name="KSO_WM_UNIT_LINE_FILL_TYPE" val="2"/>
  <p:tag name="KSO_WM_UNIT_LINE_FORE_SCHEMECOLOR_INDEX" val="13"/>
  <p:tag name="KSO_WM_UNIT_LINE_FORE_SCHEMECOLOR_INDEX_BRIGHTNESS" val="0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1"/>
  <p:tag name="KSO_WM_UNIT_LINE_FILL_TYPE" val="2"/>
  <p:tag name="KSO_WM_UNIT_LINE_FORE_SCHEMECOLOR_INDEX" val="13"/>
  <p:tag name="KSO_WM_UNIT_LINE_FORE_SCHEMECOLOR_INDEX_BRIGHTNESS" val="0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722"/>
  <p:tag name="KSO_WM_UNIT_LINE_FILL_TYPE" val="2"/>
  <p:tag name="KSO_WM_UNIT_LINE_FORE_SCHEMECOLOR_INDEX" val="13"/>
  <p:tag name="KSO_WM_UNIT_LINE_FORE_SCHEMECOLOR_INDEX_BRIGHTNESS" val="0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3"/>
</p:tagLst>
</file>

<file path=ppt/tags/tag1441.xml><?xml version="1.0" encoding="utf-8"?>
<p:tagLst xmlns:p="http://schemas.openxmlformats.org/presentationml/2006/main">
  <p:tag name="AS_UNIQUEID" val="2591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3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3"/>
  <p:tag name="KSO_WM_UNIT_FILL_FORE_SCHEMECOLOR_INDEX" val="9"/>
  <p:tag name="KSO_WM_UNIT_FILL_FORE_SCHEMECOLOR_INDEX_BRIGHTNESS" val="0"/>
  <p:tag name="KSO_WM_UNIT_FILL_TYPE" val="1"/>
  <p:tag name="KSO_WM_UNIT_LINE_FILL_TYPE" val="2"/>
  <p:tag name="KSO_WM_UNIT_LINE_FORE_SCHEMECOLOR_INDEX" val="9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4"/>
  <p:tag name="KSO_WM_UNIT_LINE_FILL_TYPE" val="2"/>
  <p:tag name="KSO_WM_UNIT_LINE_FORE_SCHEMECOLOR_INDEX" val="1"/>
  <p:tag name="KSO_WM_UNIT_LINE_FORE_SCHEMECOLOR_INDEX_BRIGHTNESS" val="0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5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446.xml><?xml version="1.0" encoding="utf-8"?>
<p:tagLst xmlns:p="http://schemas.openxmlformats.org/presentationml/2006/main">
  <p:tag name="AS_UNIQUEID" val="2596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6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9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0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1"/>
  <p:tag name="KSO_WM_UNIT_TEXT_FILL_FORE_SCHEMECOLOR_INDEX" val="13"/>
  <p:tag name="KSO_WM_UNIT_TEXT_FILL_FORE_SCHEMECOLOR_INDEX_BRIGHTNESS" val="0"/>
  <p:tag name="KSO_WM_UNIT_TEXT_FILL_TYPE" val="1"/>
</p:tagLst>
</file>

<file path=ppt/tags/tag1451.xml><?xml version="1.0" encoding="utf-8"?>
<p:tagLst xmlns:p="http://schemas.openxmlformats.org/presentationml/2006/main">
  <p:tag name="AS_UNIQUEID" val="2601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2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8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4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0"/>
</p:tagLst>
</file>

<file path=ppt/tags/tag1456.xml><?xml version="1.0" encoding="utf-8"?>
<p:tagLst xmlns:p="http://schemas.openxmlformats.org/presentationml/2006/main">
  <p:tag name="AS_UNIQUEID" val="2606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6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2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8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4"/>
  <p:tag name="KSO_WM_UNIT_TEXT_FILL_FORE_SCHEMECOLOR_INDEX" val="13"/>
  <p:tag name="KSO_WM_UNIT_TEXT_FILL_FORE_SCHEMECOLOR_INDEX_BRIGHTNESS" val="0"/>
  <p:tag name="KSO_WM_UNIT_TEXT_FILL_TYPE" val="1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5"/>
</p:tagLst>
</file>

<file path=ppt/tags/tag1462.xml><?xml version="1.0" encoding="utf-8"?>
<p:tagLst xmlns:p="http://schemas.openxmlformats.org/presentationml/2006/main">
  <p:tag name="AS_UNIQUEID" val="2612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1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8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01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02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06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468.xml><?xml version="1.0" encoding="utf-8"?>
<p:tagLst xmlns:p="http://schemas.openxmlformats.org/presentationml/2006/main">
  <p:tag name="AS_UNIQUEID" val="2618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07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13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19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25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1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7"/>
</p:tagLst>
</file>

<file path=ppt/tags/tag1475.xml><?xml version="1.0" encoding="utf-8"?>
<p:tagLst xmlns:p="http://schemas.openxmlformats.org/presentationml/2006/main">
  <p:tag name="AS_UNIQUEID" val="2625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3"/>
  <p:tag name="KSO_WM_UNIT_TEXT_FILL_FORE_SCHEMECOLOR_INDEX" val="13"/>
  <p:tag name="KSO_WM_UNIT_TEXT_FILL_FORE_SCHEMECOLOR_INDEX_BRIGHTNESS" val="0"/>
  <p:tag name="KSO_WM_UNIT_TEXT_FILL_TYPE" val="1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4"/>
  <p:tag name="KSO_WM_UNIT_TEXT_FILL_FORE_SCHEMECOLOR_INDEX" val="13"/>
  <p:tag name="KSO_WM_UNIT_TEXT_FILL_FORE_SCHEMECOLOR_INDEX_BRIGHTNESS" val="0"/>
  <p:tag name="KSO_WM_UNIT_TEXT_FILL_TYPE" val="1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8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2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9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481.xml><?xml version="1.0" encoding="utf-8"?>
<p:tagLst xmlns:p="http://schemas.openxmlformats.org/presentationml/2006/main">
  <p:tag name="AS_UNIQUEID" val="2631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0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2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3"/>
  <p:tag name="KSO_WM_UNIT_LINE_FILL_TYPE" val="2"/>
  <p:tag name="KSO_WM_UNIT_LINE_FORE_SCHEMECOLOR_INDEX" val="13"/>
  <p:tag name="KSO_WM_UNIT_LINE_FORE_SCHEMECOLOR_INDEX_BRIGHTNESS" val="0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4"/>
</p:tagLst>
</file>

<file path=ppt/tags/tag1487.xml><?xml version="1.0" encoding="utf-8"?>
<p:tagLst xmlns:p="http://schemas.openxmlformats.org/presentationml/2006/main">
  <p:tag name="AS_UNIQUEID" val="2637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26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3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27"/>
  <p:tag name="KSO_WM_UNIT_LINE_FILL_TYPE" val="2"/>
  <p:tag name="KSO_WM_UNIT_LINE_FORE_SCHEMECOLOR_INDEX" val="13"/>
  <p:tag name="KSO_WM_UNIT_LINE_FORE_SCHEMECOLOR_INDEX_BRIGHTNESS" val="0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28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20"/>
</p:tagLst>
</file>

<file path=ppt/tags/tag1493.xml><?xml version="1.0" encoding="utf-8"?>
<p:tagLst xmlns:p="http://schemas.openxmlformats.org/presentationml/2006/main">
  <p:tag name="AS_UNIQUEID" val="2643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24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21"/>
  <p:tag name="KSO_WM_UNIT_LINE_FILL_TYPE" val="2"/>
  <p:tag name="KSO_WM_UNIT_LINE_FORE_SCHEMECOLOR_INDEX" val="13"/>
  <p:tag name="KSO_WM_UNIT_LINE_FORE_SCHEMECOLOR_INDEX_BRIGHTNESS" val="0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22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14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18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499.xml><?xml version="1.0" encoding="utf-8"?>
<p:tagLst xmlns:p="http://schemas.openxmlformats.org/presentationml/2006/main">
  <p:tag name="AS_UNIQUEID" val="2649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15"/>
  <p:tag name="KSO_WM_UNIT_LINE_FILL_TYPE" val="2"/>
  <p:tag name="KSO_WM_UNIT_LINE_FORE_SCHEMECOLOR_INDEX" val="13"/>
  <p:tag name="KSO_WM_UNIT_LINE_FORE_SCHEMECOLOR_INDEX_BRIGHTNESS" val="0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16"/>
</p:tagLst>
</file>

<file path=ppt/tags/tag1502.xml><?xml version="1.0" encoding="utf-8"?>
<p:tagLst xmlns:p="http://schemas.openxmlformats.org/presentationml/2006/main">
  <p:tag name="AS_UNIQUEID" val="2652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08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12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09"/>
  <p:tag name="KSO_WM_UNIT_LINE_FILL_TYPE" val="2"/>
  <p:tag name="KSO_WM_UNIT_LINE_FORE_SCHEMECOLOR_INDEX" val="13"/>
  <p:tag name="KSO_WM_UNIT_LINE_FORE_SCHEMECOLOR_INDEX_BRIGHTNESS" val="0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10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03"/>
  <p:tag name="KSO_WM_UNIT_LINE_FILL_TYPE" val="2"/>
  <p:tag name="KSO_WM_UNIT_LINE_FORE_SCHEMECOLOR_INDEX" val="13"/>
  <p:tag name="KSO_WM_UNIT_LINE_FORE_SCHEMECOLOR_INDEX_BRIGHTNESS" val="0"/>
</p:tagLst>
</file>

<file path=ppt/tags/tag1508.xml><?xml version="1.0" encoding="utf-8"?>
<p:tagLst xmlns:p="http://schemas.openxmlformats.org/presentationml/2006/main">
  <p:tag name="AS_UNIQUEID" val="2658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04"/>
  <p:tag name="KSO_WM_UNIT_LINE_FILL_TYPE" val="2"/>
  <p:tag name="KSO_WM_UNIT_LINE_FORE_SCHEMECOLOR_INDEX" val="13"/>
  <p:tag name="KSO_WM_UNIT_LINE_FORE_SCHEMECOLOR_INDEX_BRIGHTNESS" val="0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05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9"/>
  <p:tag name="KSO_WM_UNIT_FILL_FORE_SCHEMECOLOR_INDEX" val="9"/>
  <p:tag name="KSO_WM_UNIT_FILL_FORE_SCHEMECOLOR_INDEX_BRIGHTNESS" val="0"/>
  <p:tag name="KSO_WM_UNIT_FILL_TYPE" val="1"/>
  <p:tag name="KSO_WM_UNIT_LINE_FILL_TYPE" val="2"/>
  <p:tag name="KSO_WM_UNIT_LINE_FORE_SCHEMECOLOR_INDEX" val="9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00"/>
  <p:tag name="KSO_WM_UNIT_LINE_FILL_TYPE" val="2"/>
  <p:tag name="KSO_WM_UNIT_LINE_FORE_SCHEMECOLOR_INDEX" val="1"/>
  <p:tag name="KSO_WM_UNIT_LINE_FORE_SCHEMECOLOR_INDEX_BRIGHTNESS" val="0"/>
</p:tagLst>
</file>

<file path=ppt/tags/tag1513.xml><?xml version="1.0" encoding="utf-8"?>
<p:tagLst xmlns:p="http://schemas.openxmlformats.org/presentationml/2006/main">
  <p:tag name="AS_UNIQUEID" val="2663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2"/>
  <p:tag name="KSO_WM_UNIT_LINE_FILL_TYPE" val="2"/>
  <p:tag name="KSO_WM_UNIT_LINE_FORE_SCHEMECOLOR_INDEX" val="13"/>
  <p:tag name="KSO_WM_UNIT_LINE_FORE_SCHEMECOLOR_INDEX_BRIGHTNESS" val="0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3"/>
  <p:tag name="KSO_WM_UNIT_LINE_FILL_TYPE" val="2"/>
  <p:tag name="KSO_WM_UNIT_LINE_FORE_SCHEMECOLOR_INDEX" val="13"/>
  <p:tag name="KSO_WM_UNIT_LINE_FORE_SCHEMECOLOR_INDEX_BRIGHTNESS" val="0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4"/>
  <p:tag name="KSO_WM_UNIT_LINE_FILL_TYPE" val="2"/>
  <p:tag name="KSO_WM_UNIT_LINE_FORE_SCHEMECOLOR_INDEX" val="13"/>
  <p:tag name="KSO_WM_UNIT_LINE_FORE_SCHEMECOLOR_INDEX_BRIGHTNESS" val="0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5"/>
  <p:tag name="KSO_WM_UNIT_LINE_FILL_TYPE" val="2"/>
  <p:tag name="KSO_WM_UNIT_LINE_FORE_SCHEMECOLOR_INDEX" val="13"/>
  <p:tag name="KSO_WM_UNIT_LINE_FORE_SCHEMECOLOR_INDEX_BRIGHTNESS" val="0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6"/>
  <p:tag name="KSO_WM_UNIT_LINE_FILL_TYPE" val="2"/>
  <p:tag name="KSO_WM_UNIT_LINE_FORE_SCHEMECOLOR_INDEX" val="13"/>
  <p:tag name="KSO_WM_UNIT_LINE_FORE_SCHEMECOLOR_INDEX_BRIGHTNESS" val="0"/>
</p:tagLst>
</file>

<file path=ppt/tags/tag1519.xml><?xml version="1.0" encoding="utf-8"?>
<p:tagLst xmlns:p="http://schemas.openxmlformats.org/presentationml/2006/main">
  <p:tag name="AS_UNIQUEID" val="2669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7"/>
  <p:tag name="KSO_WM_UNIT_LINE_FILL_TYPE" val="2"/>
  <p:tag name="KSO_WM_UNIT_LINE_FORE_SCHEMECOLOR_INDEX" val="13"/>
  <p:tag name="KSO_WM_UNIT_LINE_FORE_SCHEMECOLOR_INDEX_BRIGHTNESS" val="0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6"/>
  <p:tag name="KSO_WM_UNIT_LINE_FILL_TYPE" val="2"/>
  <p:tag name="KSO_WM_UNIT_LINE_FORE_SCHEMECOLOR_INDEX" val="13"/>
  <p:tag name="KSO_WM_UNIT_LINE_FORE_SCHEMECOLOR_INDEX_BRIGHTNESS" val="0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7"/>
  <p:tag name="KSO_WM_UNIT_LINE_FILL_TYPE" val="2"/>
  <p:tag name="KSO_WM_UNIT_LINE_FORE_SCHEMECOLOR_INDEX" val="13"/>
  <p:tag name="KSO_WM_UNIT_LINE_FORE_SCHEMECOLOR_INDEX_BRIGHTNESS" val="0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8"/>
  <p:tag name="KSO_WM_UNIT_LINE_FILL_TYPE" val="2"/>
  <p:tag name="KSO_WM_UNIT_LINE_FORE_SCHEMECOLOR_INDEX" val="13"/>
  <p:tag name="KSO_WM_UNIT_LINE_FORE_SCHEMECOLOR_INDEX_BRIGHTNESS" val="0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9"/>
  <p:tag name="KSO_WM_UNIT_LINE_FILL_TYPE" val="2"/>
  <p:tag name="KSO_WM_UNIT_LINE_FORE_SCHEMECOLOR_INDEX" val="13"/>
  <p:tag name="KSO_WM_UNIT_LINE_FORE_SCHEMECOLOR_INDEX_BRIGHTNESS" val="0"/>
</p:tagLst>
</file>

<file path=ppt/tags/tag1525.xml><?xml version="1.0" encoding="utf-8"?>
<p:tagLst xmlns:p="http://schemas.openxmlformats.org/presentationml/2006/main">
  <p:tag name="AS_UNIQUEID" val="2675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90"/>
  <p:tag name="KSO_WM_UNIT_LINE_FILL_TYPE" val="2"/>
  <p:tag name="KSO_WM_UNIT_LINE_FORE_SCHEMECOLOR_INDEX" val="13"/>
  <p:tag name="KSO_WM_UNIT_LINE_FORE_SCHEMECOLOR_INDEX_BRIGHTNESS" val="0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9"/>
  <p:tag name="KSO_WM_UNIT_LINE_FILL_TYPE" val="2"/>
  <p:tag name="KSO_WM_UNIT_LINE_FORE_SCHEMECOLOR_INDEX" val="13"/>
  <p:tag name="KSO_WM_UNIT_LINE_FORE_SCHEMECOLOR_INDEX_BRIGHTNESS" val="0"/>
</p:tagLst>
</file>

<file path=ppt/tags/tag1528.xml><?xml version="1.0" encoding="utf-8"?>
<p:tagLst xmlns:p="http://schemas.openxmlformats.org/presentationml/2006/main">
  <p:tag name="AS_UNIQUEID" val="2678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0"/>
  <p:tag name="KSO_WM_UNIT_LINE_FILL_TYPE" val="2"/>
  <p:tag name="KSO_WM_UNIT_LINE_FORE_SCHEMECOLOR_INDEX" val="13"/>
  <p:tag name="KSO_WM_UNIT_LINE_FORE_SCHEMECOLOR_INDEX_BRIGHTNESS" val="0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1"/>
  <p:tag name="KSO_WM_UNIT_LINE_FILL_TYPE" val="2"/>
  <p:tag name="KSO_WM_UNIT_LINE_FORE_SCHEMECOLOR_INDEX" val="13"/>
  <p:tag name="KSO_WM_UNIT_LINE_FORE_SCHEMECOLOR_INDEX_BRIGHTNESS" val="0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2"/>
  <p:tag name="KSO_WM_UNIT_LINE_FILL_TYPE" val="2"/>
  <p:tag name="KSO_WM_UNIT_LINE_FORE_SCHEMECOLOR_INDEX" val="13"/>
  <p:tag name="KSO_WM_UNIT_LINE_FORE_SCHEMECOLOR_INDEX_BRIGHTNESS" val="0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83"/>
  <p:tag name="KSO_WM_UNIT_LINE_FILL_TYPE" val="2"/>
  <p:tag name="KSO_WM_UNIT_LINE_FORE_SCHEMECOLOR_INDEX" val="13"/>
  <p:tag name="KSO_WM_UNIT_LINE_FORE_SCHEMECOLOR_INDEX_BRIGHTNESS" val="0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3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7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4"/>
  <p:tag name="KSO_WM_UNIT_FILL_FORE_SCHEMECOLOR_INDEX" val="13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5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7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71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8"/>
  <p:tag name="KSO_WM_UNIT_LINE_FILL_TYPE" val="2"/>
  <p:tag name="KSO_WM_UNIT_LINE_FORE_SCHEMECOLOR_INDEX" val="13"/>
  <p:tag name="KSO_WM_UNIT_LINE_FORE_SCHEMECOLOR_INDEX_BRIGHTNESS" val="0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9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1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5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2"/>
  <p:tag name="KSO_WM_UNIT_LINE_FILL_TYPE" val="2"/>
  <p:tag name="KSO_WM_UNIT_LINE_FORE_SCHEMECOLOR_INDEX" val="13"/>
  <p:tag name="KSO_WM_UNIT_LINE_FORE_SCHEMECOLOR_INDEX_BRIGHTNESS" val="0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63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5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547.xml><?xml version="1.0" encoding="utf-8"?>
<p:tagLst xmlns:p="http://schemas.openxmlformats.org/presentationml/2006/main">
  <p:tag name="AS_UNIQUEID" val="2696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6"/>
  <p:tag name="KSO_WM_UNIT_LINE_FILL_TYPE" val="2"/>
  <p:tag name="KSO_WM_UNIT_LINE_FORE_SCHEMECOLOR_INDEX" val="13"/>
  <p:tag name="KSO_WM_UNIT_LINE_FORE_SCHEMECOLOR_INDEX_BRIGHTNESS" val="0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7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9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0"/>
  <p:tag name="KSO_WM_UNIT_LINE_FILL_TYPE" val="2"/>
  <p:tag name="KSO_WM_UNIT_LINE_FORE_SCHEMECOLOR_INDEX" val="13"/>
  <p:tag name="KSO_WM_UNIT_LINE_FORE_SCHEMECOLOR_INDEX_BRIGHTNESS" val="0"/>
</p:tagLst>
</file>

<file path=ppt/tags/tag1553.xml><?xml version="1.0" encoding="utf-8"?>
<p:tagLst xmlns:p="http://schemas.openxmlformats.org/presentationml/2006/main">
  <p:tag name="AS_UNIQUEID" val="2702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51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3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4"/>
  <p:tag name="KSO_WM_UNIT_LINE_FILL_TYPE" val="2"/>
  <p:tag name="KSO_WM_UNIT_LINE_FORE_SCHEMECOLOR_INDEX" val="13"/>
  <p:tag name="KSO_WM_UNIT_LINE_FORE_SCHEMECOLOR_INDEX_BRIGHTNESS" val="0"/>
</p:tagLst>
</file>

<file path=ppt/tags/tag1558.xml><?xml version="1.0" encoding="utf-8"?>
<p:tagLst xmlns:p="http://schemas.openxmlformats.org/presentationml/2006/main">
  <p:tag name="AS_UNIQUEID" val="2707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45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7"/>
  <p:tag name="KSO_WM_UNIT_LINE_FILL_TYPE" val="2"/>
  <p:tag name="KSO_WM_UNIT_LINE_FORE_SCHEMECOLOR_INDEX" val="13"/>
  <p:tag name="KSO_WM_UNIT_LINE_FORE_SCHEMECOLOR_INDEX_BRIGHTNESS" val="0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8"/>
  <p:tag name="KSO_WM_UNIT_LINE_FILL_TYPE" val="2"/>
  <p:tag name="KSO_WM_UNIT_LINE_FORE_SCHEMECOLOR_INDEX" val="13"/>
  <p:tag name="KSO_WM_UNIT_LINE_FORE_SCHEMECOLOR_INDEX_BRIGHTNESS" val="0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4"/>
  <p:tag name="KSO_WM_UNIT_LINE_FILL_TYPE" val="2"/>
  <p:tag name="KSO_WM_UNIT_LINE_FORE_SCHEMECOLOR_INDEX" val="13"/>
  <p:tag name="KSO_WM_UNIT_LINE_FORE_SCHEMECOLOR_INDEX_BRIGHTNESS" val="0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5"/>
  <p:tag name="KSO_WM_UNIT_LINE_FILL_TYPE" val="2"/>
  <p:tag name="KSO_WM_UNIT_LINE_FORE_SCHEMECOLOR_INDEX" val="13"/>
  <p:tag name="KSO_WM_UNIT_LINE_FORE_SCHEMECOLOR_INDEX_BRIGHTNESS" val="0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6"/>
  <p:tag name="KSO_WM_UNIT_LINE_FILL_TYPE" val="2"/>
  <p:tag name="KSO_WM_UNIT_LINE_FORE_SCHEMECOLOR_INDEX" val="13"/>
  <p:tag name="KSO_WM_UNIT_LINE_FORE_SCHEMECOLOR_INDEX_BRIGHTNESS" val="0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7"/>
  <p:tag name="KSO_WM_UNIT_LINE_FILL_TYPE" val="2"/>
  <p:tag name="KSO_WM_UNIT_LINE_FORE_SCHEMECOLOR_INDEX" val="13"/>
  <p:tag name="KSO_WM_UNIT_LINE_FORE_SCHEMECOLOR_INDEX_BRIGHTNESS" val="0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8"/>
  <p:tag name="KSO_WM_UNIT_LINE_FILL_TYPE" val="2"/>
  <p:tag name="KSO_WM_UNIT_LINE_FORE_SCHEMECOLOR_INDEX" val="13"/>
  <p:tag name="KSO_WM_UNIT_LINE_FORE_SCHEMECOLOR_INDEX_BRIGHTNESS" val="0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9"/>
  <p:tag name="KSO_WM_UNIT_LINE_FILL_TYPE" val="2"/>
  <p:tag name="KSO_WM_UNIT_LINE_FORE_SCHEMECOLOR_INDEX" val="13"/>
  <p:tag name="KSO_WM_UNIT_LINE_FORE_SCHEMECOLOR_INDEX_BRIGHTNESS" val="0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0"/>
  <p:tag name="KSO_WM_UNIT_LINE_FILL_TYPE" val="2"/>
  <p:tag name="KSO_WM_UNIT_LINE_FORE_SCHEMECOLOR_INDEX" val="13"/>
  <p:tag name="KSO_WM_UNIT_LINE_FORE_SCHEMECOLOR_INDEX_BRIGHTNESS" val="0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1"/>
  <p:tag name="KSO_WM_UNIT_LINE_FILL_TYPE" val="2"/>
  <p:tag name="KSO_WM_UNIT_LINE_FORE_SCHEMECOLOR_INDEX" val="13"/>
  <p:tag name="KSO_WM_UNIT_LINE_FORE_SCHEMECOLOR_INDEX_BRIGHTNESS" val="0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32"/>
  <p:tag name="KSO_WM_UNIT_LINE_FILL_TYPE" val="2"/>
  <p:tag name="KSO_WM_UNIT_LINE_FORE_SCHEMECOLOR_INDEX" val="13"/>
  <p:tag name="KSO_WM_UNIT_LINE_FORE_SCHEMECOLOR_INDEX_BRIGHTNESS" val="0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4"/>
  <p:tag name="KSO_WM_UNIT_LINE_FILL_TYPE" val="2"/>
  <p:tag name="KSO_WM_UNIT_LINE_FORE_SCHEMECOLOR_INDEX" val="13"/>
  <p:tag name="KSO_WM_UNIT_LINE_FORE_SCHEMECOLOR_INDEX_BRIGHTNESS" val="0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5"/>
  <p:tag name="KSO_WM_UNIT_LINE_FILL_TYPE" val="2"/>
  <p:tag name="KSO_WM_UNIT_LINE_FORE_SCHEMECOLOR_INDEX" val="13"/>
  <p:tag name="KSO_WM_UNIT_LINE_FORE_SCHEMECOLOR_INDEX_BRIGHTNESS" val="0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6"/>
  <p:tag name="KSO_WM_UNIT_LINE_FILL_TYPE" val="2"/>
  <p:tag name="KSO_WM_UNIT_LINE_FORE_SCHEMECOLOR_INDEX" val="13"/>
  <p:tag name="KSO_WM_UNIT_LINE_FORE_SCHEMECOLOR_INDEX_BRIGHTNESS" val="0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7"/>
  <p:tag name="KSO_WM_UNIT_LINE_FILL_TYPE" val="2"/>
  <p:tag name="KSO_WM_UNIT_LINE_FORE_SCHEMECOLOR_INDEX" val="13"/>
  <p:tag name="KSO_WM_UNIT_LINE_FORE_SCHEMECOLOR_INDEX_BRIGHTNESS" val="0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8"/>
  <p:tag name="KSO_WM_UNIT_LINE_FILL_TYPE" val="2"/>
  <p:tag name="KSO_WM_UNIT_LINE_FORE_SCHEMECOLOR_INDEX" val="13"/>
  <p:tag name="KSO_WM_UNIT_LINE_FORE_SCHEMECOLOR_INDEX_BRIGHTNESS" val="0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19"/>
  <p:tag name="KSO_WM_UNIT_LINE_FILL_TYPE" val="2"/>
  <p:tag name="KSO_WM_UNIT_LINE_FORE_SCHEMECOLOR_INDEX" val="13"/>
  <p:tag name="KSO_WM_UNIT_LINE_FORE_SCHEMECOLOR_INDEX_BRIGHTNESS" val="0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0"/>
  <p:tag name="KSO_WM_UNIT_LINE_FILL_TYPE" val="2"/>
  <p:tag name="KSO_WM_UNIT_LINE_FORE_SCHEMECOLOR_INDEX" val="13"/>
  <p:tag name="KSO_WM_UNIT_LINE_FORE_SCHEMECOLOR_INDEX_BRIGHTNESS" val="0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1"/>
  <p:tag name="KSO_WM_UNIT_LINE_FILL_TYPE" val="2"/>
  <p:tag name="KSO_WM_UNIT_LINE_FORE_SCHEMECOLOR_INDEX" val="13"/>
  <p:tag name="KSO_WM_UNIT_LINE_FORE_SCHEMECOLOR_INDEX_BRIGHTNESS" val="0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822"/>
  <p:tag name="KSO_WM_UNIT_LINE_FILL_TYPE" val="2"/>
  <p:tag name="KSO_WM_UNIT_LINE_FORE_SCHEMECOLOR_INDEX" val="13"/>
  <p:tag name="KSO_WM_UNIT_LINE_FORE_SCHEMECOLOR_INDEX_BRIGHTNESS" val="0"/>
</p:tagLst>
</file>

<file path=ppt/tags/tag1580.xml><?xml version="1.0" encoding="utf-8"?>
<p:tagLst xmlns:p="http://schemas.openxmlformats.org/presentationml/2006/main">
  <p:tag name="AS_UNIQUEID" val="2728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6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6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66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585.xml><?xml version="1.0" encoding="utf-8"?>
<p:tagLst xmlns:p="http://schemas.openxmlformats.org/presentationml/2006/main">
  <p:tag name="AS_UNIQUEID" val="2733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67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68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4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6"/>
</p:tagLst>
</file>

<file path=ppt/tags/tag1590.xml><?xml version="1.0" encoding="utf-8"?>
<p:tagLst xmlns:p="http://schemas.openxmlformats.org/presentationml/2006/main">
  <p:tag name="AS_UNIQUEID" val="2738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80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84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7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9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0"/>
</p:tagLst>
</file>

<file path=ppt/tags/tag1596.xml><?xml version="1.0" encoding="utf-8"?>
<p:tagLst xmlns:p="http://schemas.openxmlformats.org/presentationml/2006/main">
  <p:tag name="AS_UNIQUEID" val="2744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6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0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4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0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1"/>
</p:tagLst>
</file>

<file path=ppt/tags/tag1602.xml><?xml version="1.0" encoding="utf-8"?>
<p:tagLst xmlns:p="http://schemas.openxmlformats.org/presentationml/2006/main">
  <p:tag name="AS_UNIQUEID" val="2750"/>
</p:tagLst>
</file>

<file path=ppt/tags/tag1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7"/>
</p:tagLst>
</file>

<file path=ppt/tags/tag1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1"/>
</p:tagLst>
</file>

<file path=ppt/tags/tag1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5"/>
</p:tagLst>
</file>

<file path=ppt/tags/tag1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1"/>
  <p:tag name="KSO_WM_UNIT_TEXT_FILL_FORE_SCHEMECOLOR_INDEX" val="13"/>
  <p:tag name="KSO_WM_UNIT_TEXT_FILL_FORE_SCHEMECOLOR_INDEX_BRIGHTNESS" val="0"/>
  <p:tag name="KSO_WM_UNIT_TEXT_FILL_TYPE" val="1"/>
</p:tagLst>
</file>

<file path=ppt/tags/tag1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6"/>
</p:tagLst>
</file>

<file path=ppt/tags/tag1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609.xml><?xml version="1.0" encoding="utf-8"?>
<p:tagLst xmlns:p="http://schemas.openxmlformats.org/presentationml/2006/main">
  <p:tag name="AS_UNIQUEID" val="2757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7"/>
  <p:tag name="KSO_WM_UNIT_LINE_FILL_TYPE" val="2"/>
  <p:tag name="KSO_WM_UNIT_LINE_FORE_SCHEMECOLOR_INDEX" val="13"/>
  <p:tag name="KSO_WM_UNIT_LINE_FORE_SCHEMECOLOR_INDEX_BRIGHTNESS" val="0"/>
</p:tagLst>
</file>

<file path=ppt/tags/tag1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8"/>
</p:tagLst>
</file>

<file path=ppt/tags/tag1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2"/>
  <p:tag name="KSO_WM_UNIT_LINE_FILL_TYPE" val="2"/>
  <p:tag name="KSO_WM_UNIT_LINE_FORE_SCHEMECOLOR_INDEX" val="13"/>
  <p:tag name="KSO_WM_UNIT_LINE_FORE_SCHEMECOLOR_INDEX_BRIGHTNESS" val="0"/>
</p:tagLst>
</file>

<file path=ppt/tags/tag1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33"/>
</p:tagLst>
</file>

<file path=ppt/tags/tag1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8"/>
</p:tagLst>
</file>

<file path=ppt/tags/tag1615.xml><?xml version="1.0" encoding="utf-8"?>
<p:tagLst xmlns:p="http://schemas.openxmlformats.org/presentationml/2006/main">
  <p:tag name="AS_UNIQUEID" val="2763"/>
</p:tagLst>
</file>

<file path=ppt/tags/tag1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9"/>
</p:tagLst>
</file>

<file path=ppt/tags/tag1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2"/>
</p:tagLst>
</file>

<file path=ppt/tags/tag1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3"/>
  <p:tag name="KSO_WM_UNIT_LINE_FILL_TYPE" val="2"/>
  <p:tag name="KSO_WM_UNIT_LINE_FORE_SCHEMECOLOR_INDEX" val="13"/>
  <p:tag name="KSO_WM_UNIT_LINE_FORE_SCHEMECOLOR_INDEX_BRIGHTNESS" val="0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24"/>
</p:tagLst>
</file>

<file path=ppt/tags/tag1621.xml><?xml version="1.0" encoding="utf-8"?>
<p:tagLst xmlns:p="http://schemas.openxmlformats.org/presentationml/2006/main">
  <p:tag name="AS_UNIQUEID" val="2769"/>
</p:tagLst>
</file>

<file path=ppt/tags/tag1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5"/>
</p:tagLst>
</file>

<file path=ppt/tags/tag1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6"/>
  <p:tag name="KSO_WM_UNIT_LINE_FILL_TYPE" val="2"/>
  <p:tag name="KSO_WM_UNIT_LINE_FORE_SCHEMECOLOR_INDEX" val="13"/>
  <p:tag name="KSO_WM_UNIT_LINE_FORE_SCHEMECOLOR_INDEX_BRIGHTNESS" val="0"/>
</p:tagLst>
</file>

<file path=ppt/tags/tag1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7"/>
</p:tagLst>
</file>

<file path=ppt/tags/tag1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1"/>
  <p:tag name="KSO_WM_UNIT_LINE_FILL_TYPE" val="2"/>
  <p:tag name="KSO_WM_UNIT_LINE_FORE_SCHEMECOLOR_INDEX" val="13"/>
  <p:tag name="KSO_WM_UNIT_LINE_FORE_SCHEMECOLOR_INDEX_BRIGHTNESS" val="0"/>
</p:tagLst>
</file>

<file path=ppt/tags/tag1627.xml><?xml version="1.0" encoding="utf-8"?>
<p:tagLst xmlns:p="http://schemas.openxmlformats.org/presentationml/2006/main">
  <p:tag name="AS_UNIQUEID" val="2775"/>
</p:tagLst>
</file>

<file path=ppt/tags/tag1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12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7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8"/>
</p:tagLst>
</file>

<file path=ppt/tags/tag1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1"/>
</p:tagLst>
</file>

<file path=ppt/tags/tag1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5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633.xml><?xml version="1.0" encoding="utf-8"?>
<p:tagLst xmlns:p="http://schemas.openxmlformats.org/presentationml/2006/main">
  <p:tag name="AS_UNIQUEID" val="2781"/>
</p:tagLst>
</file>

<file path=ppt/tags/tag1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2"/>
  <p:tag name="KSO_WM_UNIT_LINE_FILL_TYPE" val="2"/>
  <p:tag name="KSO_WM_UNIT_LINE_FORE_SCHEMECOLOR_INDEX" val="13"/>
  <p:tag name="KSO_WM_UNIT_LINE_FORE_SCHEMECOLOR_INDEX_BRIGHTNESS" val="0"/>
</p:tagLst>
</file>

<file path=ppt/tags/tag1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03"/>
</p:tagLst>
</file>

<file path=ppt/tags/tag1636.xml><?xml version="1.0" encoding="utf-8"?>
<p:tagLst xmlns:p="http://schemas.openxmlformats.org/presentationml/2006/main">
  <p:tag name="AS_UNIQUEID" val="2784"/>
</p:tagLst>
</file>

<file path=ppt/tags/tag1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85"/>
</p:tagLst>
</file>

<file path=ppt/tags/tag1638.xml><?xml version="1.0" encoding="utf-8"?>
<p:tagLst xmlns:p="http://schemas.openxmlformats.org/presentationml/2006/main">
  <p:tag name="AS_UNIQUEID" val="2786"/>
</p:tagLst>
</file>

<file path=ppt/tags/tag1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1"/>
</p:tagLst>
</file>

<file path=ppt/tags/tag1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2"/>
</p:tagLst>
</file>

<file path=ppt/tags/tag1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3"/>
  <p:tag name="KSO_WM_UNIT_LINE_FILL_TYPE" val="2"/>
  <p:tag name="KSO_WM_UNIT_LINE_FORE_SCHEMECOLOR_INDEX" val="13"/>
  <p:tag name="KSO_WM_UNIT_LINE_FORE_SCHEMECOLOR_INDEX_BRIGHTNESS" val="0"/>
</p:tagLst>
</file>

<file path=ppt/tags/tag1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4"/>
</p:tagLst>
</file>

<file path=ppt/tags/tag1644.xml><?xml version="1.0" encoding="utf-8"?>
<p:tagLst xmlns:p="http://schemas.openxmlformats.org/presentationml/2006/main">
  <p:tag name="AS_UNIQUEID" val="2792"/>
</p:tagLst>
</file>

<file path=ppt/tags/tag1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86"/>
</p:tagLst>
</file>

<file path=ppt/tags/tag1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9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87"/>
  <p:tag name="KSO_WM_UNIT_LINE_FILL_TYPE" val="2"/>
  <p:tag name="KSO_WM_UNIT_LINE_FORE_SCHEMECOLOR_INDEX" val="13"/>
  <p:tag name="KSO_WM_UNIT_LINE_FORE_SCHEMECOLOR_INDEX_BRIGHTNESS" val="0"/>
</p:tagLst>
</file>

<file path=ppt/tags/tag1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88"/>
</p:tagLst>
</file>

<file path=ppt/tags/tag1649.xml><?xml version="1.0" encoding="utf-8"?>
<p:tagLst xmlns:p="http://schemas.openxmlformats.org/presentationml/2006/main">
  <p:tag name="AS_UNIQUEID" val="2797"/>
</p:tagLst>
</file>

<file path=ppt/tags/tag1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81"/>
</p:tagLst>
</file>

<file path=ppt/tags/tag1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82"/>
</p:tagLst>
</file>

<file path=ppt/tags/tag1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7"/>
</p:tagLst>
</file>

<file path=ppt/tags/tag1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8"/>
</p:tagLst>
</file>

<file path=ppt/tags/tag1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69"/>
</p:tagLst>
</file>

<file path=ppt/tags/tag1655.xml><?xml version="1.0" encoding="utf-8"?>
<p:tagLst xmlns:p="http://schemas.openxmlformats.org/presentationml/2006/main">
  <p:tag name="AS_UNIQUEID" val="2803"/>
</p:tagLst>
</file>

<file path=ppt/tags/tag1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0"/>
  <p:tag name="KSO_WM_UNIT_LINE_FILL_TYPE" val="2"/>
  <p:tag name="KSO_WM_UNIT_LINE_FORE_SCHEMECOLOR_INDEX" val="13"/>
  <p:tag name="KSO_WM_UNIT_LINE_FORE_SCHEMECOLOR_INDEX_BRIGHTNESS" val="0"/>
</p:tagLst>
</file>

<file path=ppt/tags/tag1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71"/>
</p:tagLst>
</file>

<file path=ppt/tags/tag1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7"/>
  <p:tag name="KSO_WM_UNIT_LINE_FILL_TYPE" val="2"/>
  <p:tag name="KSO_WM_UNIT_LINE_FORE_SCHEMECOLOR_INDEX" val="13"/>
  <p:tag name="KSO_WM_UNIT_LINE_FORE_SCHEMECOLOR_INDEX_BRIGHTNESS" val="0"/>
</p:tagLst>
</file>

<file path=ppt/tags/tag1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8"/>
  <p:tag name="KSO_WM_UNIT_LINE_FILL_TYPE" val="2"/>
  <p:tag name="KSO_WM_UNIT_LINE_FORE_SCHEMECOLOR_INDEX" val="13"/>
  <p:tag name="KSO_WM_UNIT_LINE_FORE_SCHEMECOLOR_INDEX_BRIGHTNESS" val="0"/>
</p:tagLst>
</file>

<file path=ppt/tags/tag1661.xml><?xml version="1.0" encoding="utf-8"?>
<p:tagLst xmlns:p="http://schemas.openxmlformats.org/presentationml/2006/main">
  <p:tag name="AS_UNIQUEID" val="2809"/>
</p:tagLst>
</file>

<file path=ppt/tags/tag1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9"/>
  <p:tag name="KSO_WM_UNIT_LINE_FILL_TYPE" val="2"/>
  <p:tag name="KSO_WM_UNIT_LINE_FORE_SCHEMECOLOR_INDEX" val="13"/>
  <p:tag name="KSO_WM_UNIT_LINE_FORE_SCHEMECOLOR_INDEX_BRIGHTNESS" val="0"/>
</p:tagLst>
</file>

<file path=ppt/tags/tag1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60"/>
  <p:tag name="KSO_WM_UNIT_LINE_FILL_TYPE" val="2"/>
  <p:tag name="KSO_WM_UNIT_LINE_FORE_SCHEMECOLOR_INDEX" val="13"/>
  <p:tag name="KSO_WM_UNIT_LINE_FORE_SCHEMECOLOR_INDEX_BRIGHTNESS" val="0"/>
</p:tagLst>
</file>

<file path=ppt/tags/tag1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61"/>
  <p:tag name="KSO_WM_UNIT_LINE_FILL_TYPE" val="2"/>
  <p:tag name="KSO_WM_UNIT_LINE_FORE_SCHEMECOLOR_INDEX" val="13"/>
  <p:tag name="KSO_WM_UNIT_LINE_FORE_SCHEMECOLOR_INDEX_BRIGHTNESS" val="0"/>
</p:tagLst>
</file>

<file path=ppt/tags/tag1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62"/>
  <p:tag name="KSO_WM_UNIT_LINE_FILL_TYPE" val="2"/>
  <p:tag name="KSO_WM_UNIT_LINE_FORE_SCHEMECOLOR_INDEX" val="13"/>
  <p:tag name="KSO_WM_UNIT_LINE_FORE_SCHEMECOLOR_INDEX_BRIGHTNESS" val="0"/>
</p:tagLst>
</file>

<file path=ppt/tags/tag1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63"/>
  <p:tag name="KSO_WM_UNIT_LINE_FILL_TYPE" val="2"/>
  <p:tag name="KSO_WM_UNIT_LINE_FORE_SCHEMECOLOR_INDEX" val="13"/>
  <p:tag name="KSO_WM_UNIT_LINE_FORE_SCHEMECOLOR_INDEX_BRIGHTNESS" val="0"/>
</p:tagLst>
</file>

<file path=ppt/tags/tag1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64"/>
  <p:tag name="KSO_WM_UNIT_LINE_FILL_TYPE" val="2"/>
  <p:tag name="KSO_WM_UNIT_LINE_FORE_SCHEMECOLOR_INDEX" val="13"/>
  <p:tag name="KSO_WM_UNIT_LINE_FORE_SCHEMECOLOR_INDEX_BRIGHTNESS" val="0"/>
</p:tagLst>
</file>

<file path=ppt/tags/tag1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65"/>
  <p:tag name="KSO_WM_UNIT_LINE_FILL_TYPE" val="2"/>
  <p:tag name="KSO_WM_UNIT_LINE_FORE_SCHEMECOLOR_INDEX" val="13"/>
  <p:tag name="KSO_WM_UNIT_LINE_FORE_SCHEMECOLOR_INDEX_BRIGHTNESS" val="0"/>
</p:tagLst>
</file>

<file path=ppt/tags/tag1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7"/>
  <p:tag name="KSO_WM_UNIT_LINE_FILL_TYPE" val="2"/>
  <p:tag name="KSO_WM_UNIT_LINE_FORE_SCHEMECOLOR_INDEX" val="13"/>
  <p:tag name="KSO_WM_UNIT_LINE_FORE_SCHEMECOLOR_INDEX_BRIGHTNESS" val="0"/>
</p:tagLst>
</file>

<file path=ppt/tags/tag1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8"/>
  <p:tag name="KSO_WM_UNIT_LINE_FILL_TYPE" val="2"/>
  <p:tag name="KSO_WM_UNIT_LINE_FORE_SCHEMECOLOR_INDEX" val="13"/>
  <p:tag name="KSO_WM_UNIT_LINE_FORE_SCHEMECOLOR_INDEX_BRIGHTNESS" val="0"/>
</p:tagLst>
</file>

<file path=ppt/tags/tag1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49"/>
  <p:tag name="KSO_WM_UNIT_LINE_FILL_TYPE" val="2"/>
  <p:tag name="KSO_WM_UNIT_LINE_FORE_SCHEMECOLOR_INDEX" val="13"/>
  <p:tag name="KSO_WM_UNIT_LINE_FORE_SCHEMECOLOR_INDEX_BRIGHTNESS" val="0"/>
</p:tagLst>
</file>

<file path=ppt/tags/tag1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0"/>
  <p:tag name="KSO_WM_UNIT_LINE_FILL_TYPE" val="2"/>
  <p:tag name="KSO_WM_UNIT_LINE_FORE_SCHEMECOLOR_INDEX" val="13"/>
  <p:tag name="KSO_WM_UNIT_LINE_FORE_SCHEMECOLOR_INDEX_BRIGHTNESS" val="0"/>
</p:tagLst>
</file>

<file path=ppt/tags/tag1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1"/>
  <p:tag name="KSO_WM_UNIT_LINE_FILL_TYPE" val="2"/>
  <p:tag name="KSO_WM_UNIT_LINE_FORE_SCHEMECOLOR_INDEX" val="13"/>
  <p:tag name="KSO_WM_UNIT_LINE_FORE_SCHEMECOLOR_INDEX_BRIGHTNESS" val="0"/>
</p:tagLst>
</file>

<file path=ppt/tags/tag1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2"/>
  <p:tag name="KSO_WM_UNIT_LINE_FILL_TYPE" val="2"/>
  <p:tag name="KSO_WM_UNIT_LINE_FORE_SCHEMECOLOR_INDEX" val="13"/>
  <p:tag name="KSO_WM_UNIT_LINE_FORE_SCHEMECOLOR_INDEX_BRIGHTNESS" val="0"/>
</p:tagLst>
</file>

<file path=ppt/tags/tag1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3"/>
  <p:tag name="KSO_WM_UNIT_LINE_FILL_TYPE" val="2"/>
  <p:tag name="KSO_WM_UNIT_LINE_FORE_SCHEMECOLOR_INDEX" val="13"/>
  <p:tag name="KSO_WM_UNIT_LINE_FORE_SCHEMECOLOR_INDEX_BRIGHTNESS" val="0"/>
</p:tagLst>
</file>

<file path=ppt/tags/tag1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4"/>
  <p:tag name="KSO_WM_UNIT_LINE_FILL_TYPE" val="2"/>
  <p:tag name="KSO_WM_UNIT_LINE_FORE_SCHEMECOLOR_INDEX" val="13"/>
  <p:tag name="KSO_WM_UNIT_LINE_FORE_SCHEMECOLOR_INDEX_BRIGHTNESS" val="0"/>
</p:tagLst>
</file>

<file path=ppt/tags/tag1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2955"/>
  <p:tag name="KSO_WM_UNIT_LINE_FILL_TYPE" val="2"/>
  <p:tag name="KSO_WM_UNIT_LINE_FORE_SCHEMECOLOR_INDEX" val="13"/>
  <p:tag name="KSO_WM_UNIT_LINE_FORE_SCHEMECOLOR_INDEX_BRIGHTNESS" val="0"/>
</p:tagLst>
</file>

<file path=ppt/tags/tag1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3"/>
</p:tagLst>
</file>

<file path=ppt/tags/tag1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5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6"/>
</p:tagLst>
</file>

<file path=ppt/tags/tag1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6"/>
</p:tagLst>
</file>

<file path=ppt/tags/tag1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6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7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8"/>
</p:tagLst>
</file>

<file path=ppt/tags/tag1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74"/>
</p:tagLst>
</file>

<file path=ppt/tags/tag1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76"/>
</p:tagLst>
</file>

<file path=ppt/tags/tag1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0"/>
</p:tagLst>
</file>

<file path=ppt/tags/tag1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4"/>
</p:tagLst>
</file>

<file path=ppt/tags/tag1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7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13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8"/>
</p:tagLst>
</file>

<file path=ppt/tags/tag1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4"/>
</p:tagLst>
</file>

<file path=ppt/tags/tag1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8"/>
</p:tagLst>
</file>

<file path=ppt/tags/tag1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2"/>
</p:tagLst>
</file>

<file path=ppt/tags/tag1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8"/>
</p:tagLst>
</file>

<file path=ppt/tags/tag1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4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5"/>
</p:tagLst>
</file>

<file path=ppt/tags/tag1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1"/>
</p:tagLst>
</file>

<file path=ppt/tags/tag1699.xml><?xml version="1.0" encoding="utf-8"?>
<p:tagLst xmlns:p="http://schemas.openxmlformats.org/presentationml/2006/main">
  <p:tag name="AS_UNIQUEID" val="2846"/>
</p:tagLst>
</file>

<file path=ppt/tags/tag1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5"/>
</p:tagLst>
</file>

<file path=ppt/tags/tag1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9"/>
</p:tagLst>
</file>

<file path=ppt/tags/tag1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5"/>
</p:tagLst>
</file>

<file path=ppt/tags/tag1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1"/>
  <p:tag name="KSO_WM_UNIT_LINE_FILL_TYPE" val="2"/>
  <p:tag name="KSO_WM_UNIT_LINE_FORE_SCHEMECOLOR_INDEX" val="13"/>
  <p:tag name="KSO_WM_UNIT_LINE_FORE_SCHEMECOLOR_INDEX_BRIGHTNESS" val="0"/>
  <p:tag name="KSO_WM_UNIT_TEXT_FILL_FORE_SCHEMECOLOR_INDEX" val="13"/>
  <p:tag name="KSO_WM_UNIT_TEXT_FILL_FORE_SCHEMECOLOR_INDEX_BRIGHTNESS" val="0"/>
  <p:tag name="KSO_WM_UNIT_TEXT_FILL_TYPE" val="1"/>
</p:tagLst>
</file>

<file path=ppt/tags/tag1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2"/>
</p:tagLst>
</file>

<file path=ppt/tags/tag1705.xml><?xml version="1.0" encoding="utf-8"?>
<p:tagLst xmlns:p="http://schemas.openxmlformats.org/presentationml/2006/main">
  <p:tag name="AS_UNIQUEID" val="2852"/>
</p:tagLst>
</file>

<file path=ppt/tags/tag1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8"/>
</p:tagLst>
</file>

<file path=ppt/tags/tag1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2"/>
</p:tagLst>
</file>

<file path=ppt/tags/tag1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6"/>
</p:tagLst>
</file>

<file path=ppt/tags/tag1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0"/>
</p:tagLst>
</file>

<file path=ppt/tags/tag1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6"/>
</p:tagLst>
</file>

<file path=ppt/tags/tag1711.xml><?xml version="1.0" encoding="utf-8"?>
<p:tagLst xmlns:p="http://schemas.openxmlformats.org/presentationml/2006/main">
  <p:tag name="AS_UNIQUEID" val="2858"/>
</p:tagLst>
</file>

<file path=ppt/tags/tag1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8"/>
  <p:tag name="KSO_WM_UNIT_TEXT_FILL_FORE_SCHEMECOLOR_INDEX" val="13"/>
  <p:tag name="KSO_WM_UNIT_TEXT_FILL_FORE_SCHEMECOLOR_INDEX_BRIGHTNESS" val="0"/>
  <p:tag name="KSO_WM_UNIT_TEXT_FILL_TYPE" val="1"/>
</p:tagLst>
</file>

<file path=ppt/tags/tag1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1"/>
</p:tagLst>
</file>

<file path=ppt/tags/tag1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5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2"/>
  <p:tag name="KSO_WM_UNIT_LINE_FILL_TYPE" val="2"/>
  <p:tag name="KSO_WM_UNIT_LINE_FORE_SCHEMECOLOR_INDEX" val="13"/>
  <p:tag name="KSO_WM_UNIT_LINE_FORE_SCHEMECOLOR_INDEX_BRIGHTNESS" val="0"/>
</p:tagLst>
</file>

<file path=ppt/tags/tag1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73"/>
</p:tagLst>
</file>

<file path=ppt/tags/tag1717.xml><?xml version="1.0" encoding="utf-8"?>
<p:tagLst xmlns:p="http://schemas.openxmlformats.org/presentationml/2006/main">
  <p:tag name="AS_UNIQUEID" val="2864"/>
</p:tagLst>
</file>

<file path=ppt/tags/tag1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7"/>
  <p:tag name="KSO_WM_UNIT_LINE_FILL_TYPE" val="2"/>
  <p:tag name="KSO_WM_UNIT_LINE_FORE_SCHEMECOLOR_INDEX" val="13"/>
  <p:tag name="KSO_WM_UNIT_LINE_FORE_SCHEMECOLOR_INDEX_BRIGHTNESS" val="0"/>
</p:tagLst>
</file>

<file path=ppt/tags/tag1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8"/>
</p:tagLst>
</file>

<file path=ppt/tags/tag1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3"/>
</p:tagLst>
</file>

<file path=ppt/tags/tag1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4"/>
</p:tagLst>
</file>

<file path=ppt/tags/tag1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9"/>
</p:tagLst>
</file>

<file path=ppt/tags/tag1723.xml><?xml version="1.0" encoding="utf-8"?>
<p:tagLst xmlns:p="http://schemas.openxmlformats.org/presentationml/2006/main">
  <p:tag name="AS_UNIQUEID" val="2870"/>
</p:tagLst>
</file>

<file path=ppt/tags/tag1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60"/>
</p:tagLst>
</file>

<file path=ppt/tags/tag1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3"/>
</p:tagLst>
</file>

<file path=ppt/tags/tag1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4"/>
  <p:tag name="KSO_WM_UNIT_LINE_FILL_TYPE" val="2"/>
  <p:tag name="KSO_WM_UNIT_LINE_FORE_SCHEMECOLOR_INDEX" val="13"/>
  <p:tag name="KSO_WM_UNIT_LINE_FORE_SCHEMECOLOR_INDEX_BRIGHTNESS" val="0"/>
</p:tagLst>
</file>

<file path=ppt/tags/tag1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5"/>
</p:tagLst>
</file>

<file path=ppt/tags/tag1729.xml><?xml version="1.0" encoding="utf-8"?>
<p:tagLst xmlns:p="http://schemas.openxmlformats.org/presentationml/2006/main">
  <p:tag name="AS_UNIQUEID" val="2876"/>
</p:tagLst>
</file>

<file path=ppt/tags/tag1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6"/>
</p:tagLst>
</file>

<file path=ppt/tags/tag1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50"/>
  <p:tag name="KSO_WM_UNIT_TEXT_FILL_FORE_SCHEMECOLOR_INDEX" val="13"/>
  <p:tag name="KSO_WM_UNIT_TEXT_FILL_FORE_SCHEMECOLOR_INDEX_BRIGHTNESS" val="0"/>
  <p:tag name="KSO_WM_UNIT_TEXT_FILL_TYPE" val="1"/>
</p:tagLst>
</file>

<file path=ppt/tags/tag1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7"/>
</p:tagLst>
</file>

<file path=ppt/tags/tag1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8"/>
</p:tagLst>
</file>

<file path=ppt/tags/tag1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0"/>
</p:tagLst>
</file>

<file path=ppt/tags/tag1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4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1"/>
  <p:tag name="KSO_WM_UNIT_LINE_FILL_TYPE" val="2"/>
  <p:tag name="KSO_WM_UNIT_LINE_FORE_SCHEMECOLOR_INDEX" val="13"/>
  <p:tag name="KSO_WM_UNIT_LINE_FORE_SCHEMECOLOR_INDEX_BRIGHTNESS" val="0"/>
</p:tagLst>
</file>

<file path=ppt/tags/tag1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42"/>
</p:tagLst>
</file>

<file path=ppt/tags/tag1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6"/>
  <p:tag name="KSO_WM_UNIT_LINE_FILL_TYPE" val="2"/>
  <p:tag name="KSO_WM_UNIT_LINE_FORE_SCHEMECOLOR_INDEX" val="13"/>
  <p:tag name="KSO_WM_UNIT_LINE_FORE_SCHEMECOLOR_INDEX_BRIGHTNESS" val="0"/>
</p:tagLst>
</file>

<file path=ppt/tags/tag1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7"/>
</p:tagLst>
</file>

<file path=ppt/tags/tag1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2"/>
</p:tagLst>
</file>

<file path=ppt/tags/tag1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3"/>
</p:tagLst>
</file>

<file path=ppt/tags/tag1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6"/>
</p:tagLst>
</file>

<file path=ppt/tags/tag1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3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7"/>
  <p:tag name="KSO_WM_UNIT_LINE_FILL_TYPE" val="2"/>
  <p:tag name="KSO_WM_UNIT_LINE_FORE_SCHEMECOLOR_INDEX" val="13"/>
  <p:tag name="KSO_WM_UNIT_LINE_FORE_SCHEMECOLOR_INDEX_BRIGHTNESS" val="0"/>
</p:tagLst>
</file>

<file path=ppt/tags/tag1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8"/>
</p:tagLst>
</file>

<file path=ppt/tags/tag1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9"/>
</p:tagLst>
</file>

<file path=ppt/tags/tag1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3"/>
  <p:tag name="KSO_WM_UNIT_TEXT_FILL_FORE_SCHEMECOLOR_INDEX" val="13"/>
  <p:tag name="KSO_WM_UNIT_TEXT_FILL_FORE_SCHEMECOLOR_INDEX_BRIGHTNESS" val="0"/>
  <p:tag name="KSO_WM_UNIT_TEXT_FILL_TYPE" val="1"/>
</p:tagLst>
</file>

<file path=ppt/tags/tag1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0"/>
</p:tagLst>
</file>

<file path=ppt/tags/tag1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21"/>
</p:tagLst>
</file>

<file path=ppt/tags/tag1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3"/>
</p:tagLst>
</file>

<file path=ppt/tags/tag1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4"/>
  <p:tag name="KSO_WM_UNIT_LINE_FILL_TYPE" val="2"/>
  <p:tag name="KSO_WM_UNIT_LINE_FORE_SCHEMECOLOR_INDEX" val="13"/>
  <p:tag name="KSO_WM_UNIT_LINE_FORE_SCHEMECOLOR_INDEX_BRIGHTNESS" val="0"/>
</p:tagLst>
</file>

<file path=ppt/tags/tag1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5"/>
</p:tagLst>
</file>

<file path=ppt/tags/tag1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9"/>
  <p:tag name="KSO_WM_UNIT_LINE_FILL_TYPE" val="2"/>
  <p:tag name="KSO_WM_UNIT_LINE_FORE_SCHEMECOLOR_INDEX" val="13"/>
  <p:tag name="KSO_WM_UNIT_LINE_FORE_SCHEMECOLOR_INDEX_BRIGHTNESS" val="0"/>
</p:tagLst>
</file>

<file path=ppt/tags/tag1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10"/>
</p:tagLst>
</file>

<file path=ppt/tags/tag1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5"/>
</p:tagLst>
</file>

<file path=ppt/tags/tag1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6"/>
</p:tagLst>
</file>

<file path=ppt/tags/tag1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9"/>
</p:tagLst>
</file>

<file path=ppt/tags/tag1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0"/>
  <p:tag name="KSO_WM_UNIT_LINE_FILL_TYPE" val="2"/>
  <p:tag name="KSO_WM_UNIT_LINE_FORE_SCHEMECOLOR_INDEX" val="13"/>
  <p:tag name="KSO_WM_UNIT_LINE_FORE_SCHEMECOLOR_INDEX_BRIGHTNESS" val="0"/>
</p:tagLst>
</file>

<file path=ppt/tags/tag1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101"/>
</p:tagLst>
</file>

<file path=ppt/tags/tag1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5"/>
</p:tagLst>
</file>

<file path=ppt/tags/tag1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1"/>
</p:tagLst>
</file>

<file path=ppt/tags/tag1764.xml><?xml version="1.0" encoding="utf-8"?>
<p:tagLst xmlns:p="http://schemas.openxmlformats.org/presentationml/2006/main">
  <p:tag name="AS_UNIQUEID" val="2911"/>
</p:tagLst>
</file>

<file path=ppt/tags/tag1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2"/>
</p:tagLst>
</file>

<file path=ppt/tags/tag1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6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3"/>
  <p:tag name="KSO_WM_UNIT_LINE_FILL_TYPE" val="2"/>
  <p:tag name="KSO_WM_UNIT_LINE_FORE_SCHEMECOLOR_INDEX" val="13"/>
  <p:tag name="KSO_WM_UNIT_LINE_FORE_SCHEMECOLOR_INDEX_BRIGHTNESS" val="0"/>
</p:tagLst>
</file>

<file path=ppt/tags/tag1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4"/>
</p:tagLst>
</file>

<file path=ppt/tags/tag1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6"/>
</p:tagLst>
</file>

<file path=ppt/tags/tag1770.xml><?xml version="1.0" encoding="utf-8"?>
<p:tagLst xmlns:p="http://schemas.openxmlformats.org/presentationml/2006/main">
  <p:tag name="AS_UNIQUEID" val="2917"/>
</p:tagLst>
</file>

<file path=ppt/tags/tag1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90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7"/>
  <p:tag name="KSO_WM_UNIT_LINE_FILL_TYPE" val="2"/>
  <p:tag name="KSO_WM_UNIT_LINE_FORE_SCHEMECOLOR_INDEX" val="13"/>
  <p:tag name="KSO_WM_UNIT_LINE_FORE_SCHEMECOLOR_INDEX_BRIGHTNESS" val="0"/>
</p:tagLst>
</file>

<file path=ppt/tags/tag1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8"/>
</p:tagLst>
</file>

<file path=ppt/tags/tag1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1"/>
</p:tagLst>
</file>

<file path=ppt/tags/tag1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82"/>
</p:tagLst>
</file>

<file path=ppt/tags/tag1776.xml><?xml version="1.0" encoding="utf-8"?>
<p:tagLst xmlns:p="http://schemas.openxmlformats.org/presentationml/2006/main">
  <p:tag name="AS_UNIQUEID" val="2923"/>
</p:tagLst>
</file>

<file path=ppt/tags/tag1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77"/>
</p:tagLst>
</file>

<file path=ppt/tags/tag1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78"/>
</p:tagLst>
</file>

<file path=ppt/tags/tag1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9"/>
</p:tagLst>
</file>

<file path=ppt/tags/tag1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7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70"/>
  <p:tag name="KSO_WM_UNIT_LINE_FILL_TYPE" val="2"/>
  <p:tag name="KSO_WM_UNIT_LINE_FORE_SCHEMECOLOR_INDEX" val="13"/>
  <p:tag name="KSO_WM_UNIT_LINE_FORE_SCHEMECOLOR_INDEX_BRIGHTNESS" val="0"/>
</p:tagLst>
</file>

<file path=ppt/tags/tag1782.xml><?xml version="1.0" encoding="utf-8"?>
<p:tagLst xmlns:p="http://schemas.openxmlformats.org/presentationml/2006/main">
  <p:tag name="AS_UNIQUEID" val="2929"/>
</p:tagLst>
</file>

<file path=ppt/tags/tag1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71"/>
</p:tagLst>
</file>

<file path=ppt/tags/tag1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7"/>
  <p:tag name="KSO_WM_UNIT_LINE_FILL_TYPE" val="2"/>
  <p:tag name="KSO_WM_UNIT_LINE_FORE_SCHEMECOLOR_INDEX" val="13"/>
  <p:tag name="KSO_WM_UNIT_LINE_FORE_SCHEMECOLOR_INDEX_BRIGHTNESS" val="0"/>
</p:tagLst>
</file>

<file path=ppt/tags/tag1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8"/>
  <p:tag name="KSO_WM_UNIT_LINE_FILL_TYPE" val="2"/>
  <p:tag name="KSO_WM_UNIT_LINE_FORE_SCHEMECOLOR_INDEX" val="13"/>
  <p:tag name="KSO_WM_UNIT_LINE_FORE_SCHEMECOLOR_INDEX_BRIGHTNESS" val="0"/>
</p:tagLst>
</file>

<file path=ppt/tags/tag1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9"/>
  <p:tag name="KSO_WM_UNIT_LINE_FILL_TYPE" val="2"/>
  <p:tag name="KSO_WM_UNIT_LINE_FORE_SCHEMECOLOR_INDEX" val="13"/>
  <p:tag name="KSO_WM_UNIT_LINE_FORE_SCHEMECOLOR_INDEX_BRIGHTNESS" val="0"/>
</p:tagLst>
</file>

<file path=ppt/tags/tag1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0"/>
  <p:tag name="KSO_WM_UNIT_LINE_FILL_TYPE" val="2"/>
  <p:tag name="KSO_WM_UNIT_LINE_FORE_SCHEMECOLOR_INDEX" val="13"/>
  <p:tag name="KSO_WM_UNIT_LINE_FORE_SCHEMECOLOR_INDEX_BRIGHTNESS" val="0"/>
</p:tagLst>
</file>

<file path=ppt/tags/tag1788.xml><?xml version="1.0" encoding="utf-8"?>
<p:tagLst xmlns:p="http://schemas.openxmlformats.org/presentationml/2006/main">
  <p:tag name="AS_UNIQUEID" val="2935"/>
</p:tagLst>
</file>

<file path=ppt/tags/tag1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1"/>
  <p:tag name="KSO_WM_UNIT_LINE_FILL_TYPE" val="2"/>
  <p:tag name="KSO_WM_UNIT_LINE_FORE_SCHEMECOLOR_INDEX" val="13"/>
  <p:tag name="KSO_WM_UNIT_LINE_FORE_SCHEMECOLOR_INDEX_BRIGHTNESS" val="0"/>
</p:tagLst>
</file>

<file path=ppt/tags/tag1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2"/>
  <p:tag name="KSO_WM_UNIT_LINE_FILL_TYPE" val="2"/>
  <p:tag name="KSO_WM_UNIT_LINE_FORE_SCHEMECOLOR_INDEX" val="13"/>
  <p:tag name="KSO_WM_UNIT_LINE_FORE_SCHEMECOLOR_INDEX_BRIGHTNESS" val="0"/>
</p:tagLst>
</file>

<file path=ppt/tags/tag1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3"/>
  <p:tag name="KSO_WM_UNIT_LINE_FILL_TYPE" val="2"/>
  <p:tag name="KSO_WM_UNIT_LINE_FORE_SCHEMECOLOR_INDEX" val="13"/>
  <p:tag name="KSO_WM_UNIT_LINE_FORE_SCHEMECOLOR_INDEX_BRIGHTNESS" val="0"/>
</p:tagLst>
</file>

<file path=ppt/tags/tag1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4"/>
  <p:tag name="KSO_WM_UNIT_LINE_FILL_TYPE" val="2"/>
  <p:tag name="KSO_WM_UNIT_LINE_FORE_SCHEMECOLOR_INDEX" val="13"/>
  <p:tag name="KSO_WM_UNIT_LINE_FORE_SCHEMECOLOR_INDEX_BRIGHTNESS" val="0"/>
</p:tagLst>
</file>

<file path=ppt/tags/tag1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65"/>
  <p:tag name="KSO_WM_UNIT_LINE_FILL_TYPE" val="2"/>
  <p:tag name="KSO_WM_UNIT_LINE_FORE_SCHEMECOLOR_INDEX" val="13"/>
  <p:tag name="KSO_WM_UNIT_LINE_FORE_SCHEMECOLOR_INDEX_BRIGHTNESS" val="0"/>
</p:tagLst>
</file>

<file path=ppt/tags/tag1794.xml><?xml version="1.0" encoding="utf-8"?>
<p:tagLst xmlns:p="http://schemas.openxmlformats.org/presentationml/2006/main">
  <p:tag name="AS_UNIQUEID" val="2941"/>
</p:tagLst>
</file>

<file path=ppt/tags/tag1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7"/>
  <p:tag name="KSO_WM_UNIT_LINE_FILL_TYPE" val="2"/>
  <p:tag name="KSO_WM_UNIT_LINE_FORE_SCHEMECOLOR_INDEX" val="13"/>
  <p:tag name="KSO_WM_UNIT_LINE_FORE_SCHEMECOLOR_INDEX_BRIGHTNESS" val="0"/>
</p:tagLst>
</file>

<file path=ppt/tags/tag1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8"/>
  <p:tag name="KSO_WM_UNIT_LINE_FILL_TYPE" val="2"/>
  <p:tag name="KSO_WM_UNIT_LINE_FORE_SCHEMECOLOR_INDEX" val="13"/>
  <p:tag name="KSO_WM_UNIT_LINE_FORE_SCHEMECOLOR_INDEX_BRIGHTNESS" val="0"/>
</p:tagLst>
</file>

<file path=ppt/tags/tag1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49"/>
  <p:tag name="KSO_WM_UNIT_LINE_FILL_TYPE" val="2"/>
  <p:tag name="KSO_WM_UNIT_LINE_FORE_SCHEMECOLOR_INDEX" val="13"/>
  <p:tag name="KSO_WM_UNIT_LINE_FORE_SCHEMECOLOR_INDEX_BRIGHTNESS" val="0"/>
</p:tagLst>
</file>

<file path=ppt/tags/tag1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0"/>
  <p:tag name="KSO_WM_UNIT_LINE_FILL_TYPE" val="2"/>
  <p:tag name="KSO_WM_UNIT_LINE_FORE_SCHEMECOLOR_INDEX" val="13"/>
  <p:tag name="KSO_WM_UNIT_LINE_FORE_SCHEMECOLOR_INDEX_BRIGHTNESS" val="0"/>
</p:tagLst>
</file>

<file path=ppt/tags/tag1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1"/>
  <p:tag name="KSO_WM_UNIT_LINE_FILL_TYPE" val="2"/>
  <p:tag name="KSO_WM_UNIT_LINE_FORE_SCHEMECOLOR_INDEX" val="13"/>
  <p:tag name="KSO_WM_UNIT_LINE_FORE_SCHEMECOLOR_INDEX_BRIGHTNESS" val="0"/>
</p:tagLst>
</file>

<file path=ppt/tags/tag1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2"/>
  <p:tag name="KSO_WM_UNIT_LINE_FILL_TYPE" val="2"/>
  <p:tag name="KSO_WM_UNIT_LINE_FORE_SCHEMECOLOR_INDEX" val="13"/>
  <p:tag name="KSO_WM_UNIT_LINE_FORE_SCHEMECOLOR_INDEX_BRIGHTNESS" val="0"/>
</p:tagLst>
</file>

<file path=ppt/tags/tag1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3"/>
  <p:tag name="KSO_WM_UNIT_LINE_FILL_TYPE" val="2"/>
  <p:tag name="KSO_WM_UNIT_LINE_FORE_SCHEMECOLOR_INDEX" val="13"/>
  <p:tag name="KSO_WM_UNIT_LINE_FORE_SCHEMECOLOR_INDEX_BRIGHTNESS" val="0"/>
</p:tagLst>
</file>

<file path=ppt/tags/tag1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4"/>
  <p:tag name="KSO_WM_UNIT_LINE_FILL_TYPE" val="2"/>
  <p:tag name="KSO_WM_UNIT_LINE_FORE_SCHEMECOLOR_INDEX" val="13"/>
  <p:tag name="KSO_WM_UNIT_LINE_FORE_SCHEMECOLOR_INDEX_BRIGHTNESS" val="0"/>
</p:tagLst>
</file>

<file path=ppt/tags/tag1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055"/>
  <p:tag name="KSO_WM_UNIT_LINE_FILL_TYPE" val="2"/>
  <p:tag name="KSO_WM_UNIT_LINE_FORE_SCHEMECOLOR_INDEX" val="13"/>
  <p:tag name="KSO_WM_UNIT_LINE_FORE_SCHEMECOLOR_INDEX_BRIGHTNESS" val="0"/>
</p:tagLst>
</file>

<file path=ppt/tags/tag1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BACKGROUND_TYPE" val="general"/>
  <p:tag name="KSO_WM_SLIDE_ID" val="custom20203888_15"/>
  <p:tag name="KSO_WM_SLIDE_INDEX" val="15"/>
  <p:tag name="KSO_WM_SLIDE_ITEM_CNT" val="0"/>
  <p:tag name="KSO_WM_SLIDE_LAYOUT" val="a_f"/>
  <p:tag name="KSO_WM_SLIDE_LAYOUT_CNT" val="1_5"/>
  <p:tag name="KSO_WM_SLIDE_POSITION" val="0*0"/>
  <p:tag name="KSO_WM_SLIDE_SIZE" val="959*539"/>
  <p:tag name="KSO_WM_SLIDE_SUBTYPE" val="pureTxt"/>
  <p:tag name="KSO_WM_SLIDE_TYPE" val="text"/>
  <p:tag name="KSO_WM_TAG_VERSION" val="1.0"/>
  <p:tag name="KSO_WM_TEMPLATE_CATEGORY" val="custom"/>
  <p:tag name="KSO_WM_TEMPLATE_COLOR_TYPE" val="1"/>
  <p:tag name="KSO_WM_TEMPLATE_INDEX" val="20205281"/>
  <p:tag name="KSO_WM_TEMPLATE_MASTER_TYPE" val="0"/>
  <p:tag name="KSO_WM_TEMPLATE_SUBCATEGORY" val="0"/>
</p:tagLst>
</file>

<file path=ppt/tags/tag1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1"/>
  <p:tag name="KSO_WM_BEAUTIFY_FLAG" val="#wm#"/>
  <p:tag name="KSO_WM_TAG_VERSION" val="1.0"/>
  <p:tag name="KSO_WM_TEMPLATE_CATEGORY" val="custom"/>
  <p:tag name="KSO_WM_TEMPLATE_INDEX" val="20203888"/>
  <p:tag name="KSO_WM_UNIT_COMPATIBLE" val="0"/>
  <p:tag name="KSO_WM_UNIT_DIAGRAM_ISNUMVISUAL" val="0"/>
  <p:tag name="KSO_WM_UNIT_DIAGRAM_ISREFERUNIT" val="0"/>
  <p:tag name="KSO_WM_UNIT_HIGHLIGHT" val="0"/>
  <p:tag name="KSO_WM_UNIT_ID" val="custom20203888_15*a*1"/>
  <p:tag name="KSO_WM_UNIT_INDEX" val="1"/>
  <p:tag name="KSO_WM_UNIT_ISCONTENTSTITLE" val="0"/>
  <p:tag name="KSO_WM_UNIT_LAYERLEVEL" val="1"/>
  <p:tag name="KSO_WM_UNIT_NOCLEAR" val="0"/>
  <p:tag name="KSO_WM_UNIT_PRESET_TEXT" val="单击此处添加标题"/>
  <p:tag name="KSO_WM_UNIT_TYPE" val="a"/>
  <p:tag name="KSO_WM_UNIT_VALUE" val="26"/>
</p:tagLst>
</file>

<file path=ppt/tags/tag1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2"/>
</p:tagLst>
</file>

<file path=ppt/tags/tag1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3"/>
</p:tagLst>
</file>

<file path=ppt/tags/tag1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4"/>
</p:tagLst>
</file>

<file path=ppt/tags/tag1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6"/>
</p:tagLst>
</file>

<file path=ppt/tags/tag1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157"/>
</p:tagLst>
</file>

<file path=ppt/tags/tag1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07"/>
</p:tagLst>
</file>

<file path=ppt/tags/tag1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08"/>
</p:tagLst>
</file>

<file path=ppt/tags/tag1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09"/>
</p:tagLst>
</file>

<file path=ppt/tags/tag1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9"/>
</p:tagLst>
</file>

<file path=ppt/tags/tag1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0"/>
  <p:tag name="KSO_WM_UNIT_LINE_FILL_TYPE" val="2"/>
  <p:tag name="KSO_WM_UNIT_LINE_FORE_SCHEMECOLOR_INDEX" val="13"/>
  <p:tag name="KSO_WM_UNIT_LINE_FORE_SCHEMECOLOR_INDEX_BRIGHTNESS" val="0"/>
  <p:tag name="KSO_WM_UNIT_TEXT_FILL_FORE_SCHEMECOLOR_INDEX" val="15"/>
  <p:tag name="KSO_WM_UNIT_TEXT_FILL_FORE_SCHEMECOLOR_INDEX_BRIGHTNESS" val="-0.5"/>
  <p:tag name="KSO_WM_UNIT_TEXT_FILL_TYPE" val="1"/>
</p:tagLst>
</file>

<file path=ppt/tags/tag1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1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2"/>
</p:tagLst>
</file>

<file path=ppt/tags/tag1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5"/>
</p:tagLst>
</file>

<file path=ppt/tags/tag1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8"/>
</p:tagLst>
</file>

<file path=ppt/tags/tag1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31"/>
</p:tagLst>
</file>

<file path=ppt/tags/tag1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32"/>
</p:tagLst>
</file>

<file path=ppt/tags/tag1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33"/>
</p:tagLst>
</file>

<file path=ppt/tags/tag1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9"/>
</p:tagLst>
</file>

<file path=ppt/tags/tag1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30"/>
</p:tagLst>
</file>

<file path=ppt/tags/tag1826.xml><?xml version="1.0" encoding="utf-8"?>
<p:tagLst xmlns:p="http://schemas.openxmlformats.org/presentationml/2006/main">
  <p:tag name="AS_UNIQUEID" val="2972"/>
</p:tagLst>
</file>

<file path=ppt/tags/tag1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6"/>
</p:tagLst>
</file>

<file path=ppt/tags/tag1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7"/>
</p:tagLst>
</file>

<file path=ppt/tags/tag1829.xml><?xml version="1.0" encoding="utf-8"?>
<p:tagLst xmlns:p="http://schemas.openxmlformats.org/presentationml/2006/main">
  <p:tag name="AS_UNIQUEID" val="2975"/>
</p:tagLst>
</file>

<file path=ppt/tags/tag1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3"/>
</p:tagLst>
</file>

<file path=ppt/tags/tag1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24"/>
</p:tagLst>
</file>

<file path=ppt/tags/tag1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6"/>
</p:tagLst>
</file>

<file path=ppt/tags/tag1833.xml><?xml version="1.0" encoding="utf-8"?>
<p:tagLst xmlns:p="http://schemas.openxmlformats.org/presentationml/2006/main">
  <p:tag name="AS_UNIQUEID" val="2979"/>
</p:tagLst>
</file>

<file path=ppt/tags/tag1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17"/>
</p:tagLst>
</file>

<file path=ppt/tags/tag1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35"/>
</p:tagLst>
</file>

<file path=ppt/tags/tag1837.xml><?xml version="1.0" encoding="utf-8"?>
<p:tagLst xmlns:p="http://schemas.openxmlformats.org/presentationml/2006/main">
  <p:tag name="AS_UNIQUEID" val="2983"/>
</p:tagLst>
</file>

<file path=ppt/tags/tag1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36"/>
</p:tagLst>
</file>

<file path=ppt/tags/tag1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37"/>
</p:tagLst>
</file>

<file path=ppt/tags/tag1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38"/>
</p:tagLst>
</file>

<file path=ppt/tags/tag1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39"/>
</p:tagLst>
</file>

<file path=ppt/tags/tag1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40"/>
</p:tagLst>
</file>

<file path=ppt/tags/tag1843.xml><?xml version="1.0" encoding="utf-8"?>
<p:tagLst xmlns:p="http://schemas.openxmlformats.org/presentationml/2006/main">
  <p:tag name="AS_UNIQUEID" val="2989"/>
</p:tagLst>
</file>

<file path=ppt/tags/tag1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41"/>
  <p:tag name="KSO_WM_UNIT_TEXT_FILL_FORE_SCHEMECOLOR_INDEX" val="13"/>
  <p:tag name="KSO_WM_UNIT_TEXT_FILL_FORE_SCHEMECOLOR_INDEX_BRIGHTNESS" val="0"/>
  <p:tag name="KSO_WM_UNIT_TEXT_FILL_TYPE" val="1"/>
</p:tagLst>
</file>

<file path=ppt/tags/tag1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42"/>
  <p:tag name="KSO_WM_UNIT_TEXT_FILL_FORE_SCHEMECOLOR_INDEX" val="2"/>
  <p:tag name="KSO_WM_UNIT_TEXT_FILL_FORE_SCHEMECOLOR_INDEX_BRIGHTNESS" val="0"/>
  <p:tag name="KSO_WM_UNIT_TEXT_FILL_TYPE" val="1"/>
</p:tagLst>
</file>

<file path=ppt/tags/tag1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43"/>
  <p:tag name="KSO_WM_UNIT_TEXT_FILL_FORE_SCHEMECOLOR_INDEX" val="2"/>
  <p:tag name="KSO_WM_UNIT_TEXT_FILL_FORE_SCHEMECOLOR_INDEX_BRIGHTNESS" val="0"/>
  <p:tag name="KSO_WM_UNIT_TEXT_FILL_TYPE" val="1"/>
</p:tagLst>
</file>

<file path=ppt/tags/tag1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44"/>
</p:tagLst>
</file>

<file path=ppt/tags/tag1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49"/>
</p:tagLst>
</file>

<file path=ppt/tags/tag1849.xml><?xml version="1.0" encoding="utf-8"?>
<p:tagLst xmlns:p="http://schemas.openxmlformats.org/presentationml/2006/main">
  <p:tag name="AS_UNIQUEID" val="2995"/>
</p:tagLst>
</file>

<file path=ppt/tags/tag1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52"/>
</p:tagLst>
</file>

<file path=ppt/tags/tag1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55"/>
  <p:tag name="KSO_WM_UNIT_TEXT_FILL_FORE_SCHEMECOLOR_INDEX" val="2"/>
  <p:tag name="KSO_WM_UNIT_TEXT_FILL_FORE_SCHEMECOLOR_INDEX_BRIGHTNESS" val="0"/>
  <p:tag name="KSO_WM_UNIT_TEXT_FILL_TYPE" val="1"/>
</p:tagLst>
</file>

<file path=ppt/tags/tag1852.xml><?xml version="1.0" encoding="utf-8"?>
<p:tagLst xmlns:p="http://schemas.openxmlformats.org/presentationml/2006/main">
  <p:tag name="AS_UNIQUEID" val="2998"/>
</p:tagLst>
</file>

<file path=ppt/tags/tag1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56"/>
</p:tagLst>
</file>

<file path=ppt/tags/tag1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1"/>
</p:tagLst>
</file>

<file path=ppt/tags/tag1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4"/>
</p:tagLst>
</file>

<file path=ppt/tags/tag1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9"/>
</p:tagLst>
</file>

<file path=ppt/tags/tag1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72"/>
</p:tagLst>
</file>

<file path=ppt/tags/tag1858.xml><?xml version="1.0" encoding="utf-8"?>
<p:tagLst xmlns:p="http://schemas.openxmlformats.org/presentationml/2006/main">
  <p:tag name="AS_UNIQUEID" val="3004"/>
</p:tagLst>
</file>

<file path=ppt/tags/tag1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75"/>
</p:tagLst>
</file>

<file path=ppt/tags/tag1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78"/>
  <p:tag name="KSO_WM_UNIT_TEXT_FILL_FORE_SCHEMECOLOR_INDEX" val="13"/>
  <p:tag name="KSO_WM_UNIT_TEXT_FILL_FORE_SCHEMECOLOR_INDEX_BRIGHTNESS" val="0"/>
  <p:tag name="KSO_WM_UNIT_TEXT_FILL_TYPE" val="1"/>
</p:tagLst>
</file>

<file path=ppt/tags/tag1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79"/>
</p:tagLst>
</file>

<file path=ppt/tags/tag1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84"/>
</p:tagLst>
</file>

<file path=ppt/tags/tag1863.xml><?xml version="1.0" encoding="utf-8"?>
<p:tagLst xmlns:p="http://schemas.openxmlformats.org/presentationml/2006/main">
  <p:tag name="AS_UNIQUEID" val="3009"/>
</p:tagLst>
</file>

<file path=ppt/tags/tag1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87"/>
</p:tagLst>
</file>

<file path=ppt/tags/tag1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90"/>
</p:tagLst>
</file>

<file path=ppt/tags/tag1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95"/>
</p:tagLst>
</file>

<file path=ppt/tags/tag1867.xml><?xml version="1.0" encoding="utf-8"?>
<p:tagLst xmlns:p="http://schemas.openxmlformats.org/presentationml/2006/main">
  <p:tag name="AS_UNIQUEID" val="3013"/>
</p:tagLst>
</file>

<file path=ppt/tags/tag1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98"/>
</p:tagLst>
</file>

<file path=ppt/tags/tag1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01"/>
</p:tagLst>
</file>

<file path=ppt/tags/tag1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04"/>
</p:tagLst>
</file>

<file path=ppt/tags/tag1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07"/>
</p:tagLst>
</file>

<file path=ppt/tags/tag1872.xml><?xml version="1.0" encoding="utf-8"?>
<p:tagLst xmlns:p="http://schemas.openxmlformats.org/presentationml/2006/main">
  <p:tag name="AS_UNIQUEID" val="3018"/>
</p:tagLst>
</file>

<file path=ppt/tags/tag1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10"/>
  <p:tag name="KSO_WM_UNIT_TEXT_FILL_FORE_SCHEMECOLOR_INDEX" val="2"/>
  <p:tag name="KSO_WM_UNIT_TEXT_FILL_FORE_SCHEMECOLOR_INDEX_BRIGHTNESS" val="0"/>
  <p:tag name="KSO_WM_UNIT_TEXT_FILL_TYPE" val="1"/>
</p:tagLst>
</file>

<file path=ppt/tags/tag1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11"/>
  <p:tag name="KSO_WM_UNIT_TEXT_FILL_FORE_SCHEMECOLOR_INDEX" val="2"/>
  <p:tag name="KSO_WM_UNIT_TEXT_FILL_FORE_SCHEMECOLOR_INDEX_BRIGHTNESS" val="0"/>
  <p:tag name="KSO_WM_UNIT_TEXT_FILL_TYPE" val="1"/>
</p:tagLst>
</file>

<file path=ppt/tags/tag1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12"/>
  <p:tag name="KSO_WM_UNIT_TEXT_FILL_FORE_SCHEMECOLOR_INDEX" val="13"/>
  <p:tag name="KSO_WM_UNIT_TEXT_FILL_FORE_SCHEMECOLOR_INDEX_BRIGHTNESS" val="0"/>
  <p:tag name="KSO_WM_UNIT_TEXT_FILL_TYPE" val="1"/>
</p:tagLst>
</file>

<file path=ppt/tags/tag1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13"/>
</p:tagLst>
</file>

<file path=ppt/tags/tag1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14"/>
</p:tagLst>
</file>

<file path=ppt/tags/tag1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15"/>
  <p:tag name="KSO_WM_UNIT_TEXT_FILL_FORE_SCHEMECOLOR_INDEX" val="2"/>
  <p:tag name="KSO_WM_UNIT_TEXT_FILL_FORE_SCHEMECOLOR_INDEX_BRIGHTNESS" val="0"/>
  <p:tag name="KSO_WM_UNIT_TEXT_FILL_TYPE" val="1"/>
</p:tagLst>
</file>

<file path=ppt/tags/tag1879.xml><?xml version="1.0" encoding="utf-8"?>
<p:tagLst xmlns:p="http://schemas.openxmlformats.org/presentationml/2006/main">
  <p:tag name="AS_UNIQUEID" val="3025"/>
</p:tagLst>
</file>

<file path=ppt/tags/tag1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08"/>
</p:tagLst>
</file>

<file path=ppt/tags/tag1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09"/>
</p:tagLst>
</file>

<file path=ppt/tags/tag1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05"/>
</p:tagLst>
</file>

<file path=ppt/tags/tag1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06"/>
</p:tagLst>
</file>

<file path=ppt/tags/tag1884.xml><?xml version="1.0" encoding="utf-8"?>
<p:tagLst xmlns:p="http://schemas.openxmlformats.org/presentationml/2006/main">
  <p:tag name="AS_UNIQUEID" val="3030"/>
</p:tagLst>
</file>

<file path=ppt/tags/tag1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02"/>
</p:tagLst>
</file>

<file path=ppt/tags/tag1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03"/>
</p:tagLst>
</file>

<file path=ppt/tags/tag1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99"/>
</p:tagLst>
</file>

<file path=ppt/tags/tag1888.xml><?xml version="1.0" encoding="utf-8"?>
<p:tagLst xmlns:p="http://schemas.openxmlformats.org/presentationml/2006/main">
  <p:tag name="AS_UNIQUEID" val="3034"/>
</p:tagLst>
</file>

<file path=ppt/tags/tag1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00"/>
</p:tagLst>
</file>

<file path=ppt/tags/tag1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96"/>
</p:tagLst>
</file>

<file path=ppt/tags/tag1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97"/>
</p:tagLst>
</file>

<file path=ppt/tags/tag1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91"/>
</p:tagLst>
</file>

<file path=ppt/tags/tag1893.xml><?xml version="1.0" encoding="utf-8"?>
<p:tagLst xmlns:p="http://schemas.openxmlformats.org/presentationml/2006/main">
  <p:tag name="AS_UNIQUEID" val="3039"/>
</p:tagLst>
</file>

<file path=ppt/tags/tag1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94"/>
</p:tagLst>
</file>

<file path=ppt/tags/tag1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92"/>
</p:tagLst>
</file>

<file path=ppt/tags/tag1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93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88"/>
</p:tagLst>
</file>

<file path=ppt/tags/tag1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89"/>
</p:tagLst>
</file>

<file path=ppt/tags/tag1899.xml><?xml version="1.0" encoding="utf-8"?>
<p:tagLst xmlns:p="http://schemas.openxmlformats.org/presentationml/2006/main">
  <p:tag name="AS_UNIQUEID" val="3044"/>
</p:tagLst>
</file>

<file path=ppt/tags/tag1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85"/>
</p:tagLst>
</file>

<file path=ppt/tags/tag1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86"/>
</p:tagLst>
</file>

<file path=ppt/tags/tag1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80"/>
</p:tagLst>
</file>

<file path=ppt/tags/tag1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83"/>
</p:tagLst>
</file>

<file path=ppt/tags/tag1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81"/>
</p:tagLst>
</file>

<file path=ppt/tags/tag1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82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76"/>
</p:tagLst>
</file>

<file path=ppt/tags/tag1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77"/>
</p:tagLst>
</file>

<file path=ppt/tags/tag1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73"/>
</p:tagLst>
</file>

<file path=ppt/tags/tag1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74"/>
</p:tagLst>
</file>

<file path=ppt/tags/tag1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70"/>
</p:tagLst>
</file>

<file path=ppt/tags/tag1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71"/>
</p:tagLst>
</file>

<file path=ppt/tags/tag1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5"/>
</p:tagLst>
</file>

<file path=ppt/tags/tag1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8"/>
</p:tagLst>
</file>

<file path=ppt/tags/tag1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6"/>
</p:tagLst>
</file>

<file path=ppt/tags/tag1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2"/>
</p:tagLst>
</file>

<file path=ppt/tags/tag1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3"/>
</p:tagLst>
</file>

<file path=ppt/tags/tag1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57"/>
</p:tagLst>
</file>

<file path=ppt/tags/tag1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60"/>
</p:tagLst>
</file>

<file path=ppt/tags/tag1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58"/>
</p:tagLst>
</file>

<file path=ppt/tags/tag1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5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53"/>
</p:tagLst>
</file>

<file path=ppt/tags/tag1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54"/>
</p:tagLst>
</file>

<file path=ppt/tags/tag1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50"/>
</p:tagLst>
</file>

<file path=ppt/tags/tag1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51"/>
</p:tagLst>
</file>

<file path=ppt/tags/tag1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45"/>
</p:tagLst>
</file>

<file path=ppt/tags/tag1927.xml><?xml version="1.0" encoding="utf-8"?>
<p:tagLst xmlns:p="http://schemas.openxmlformats.org/presentationml/2006/main">
  <p:tag name="AS_UNIQUEID" val="3072"/>
</p:tagLst>
</file>

<file path=ppt/tags/tag1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48"/>
</p:tagLst>
</file>

<file path=ppt/tags/tag1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46"/>
</p:tagLst>
</file>

<file path=ppt/tags/tag1930.xml><?xml version="1.0" encoding="utf-8"?>
<p:tagLst xmlns:p="http://schemas.openxmlformats.org/presentationml/2006/main">
  <p:tag name="AS_UNIQUEID" val="3075"/>
</p:tagLst>
</file>

<file path=ppt/tags/tag1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44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1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21"/>
  <p:tag name="KSO_WM_BEAUTIFY_FLAG" val="#wm#"/>
  <p:tag name="KSO_WM_TAG_VERSION" val="1.0"/>
  <p:tag name="KSO_WM_TEMPLATE_CATEGORY" val="custom"/>
  <p:tag name="KSO_WM_TEMPLATE_INDEX" val="20203888"/>
  <p:tag name="KSO_WM_UNIT_COMPATIBLE" val="0"/>
  <p:tag name="KSO_WM_UNIT_DIAGRAM_ISNUMVISUAL" val="0"/>
  <p:tag name="KSO_WM_UNIT_DIAGRAM_ISREFERUNIT" val="0"/>
  <p:tag name="KSO_WM_UNIT_HIGHLIGHT" val="0"/>
  <p:tag name="KSO_WM_UNIT_ID" val="custom20203888_15*a*1"/>
  <p:tag name="KSO_WM_UNIT_INDEX" val="1"/>
  <p:tag name="KSO_WM_UNIT_ISCONTENTSTITLE" val="0"/>
  <p:tag name="KSO_WM_UNIT_LAYERLEVEL" val="1"/>
  <p:tag name="KSO_WM_UNIT_NOCLEAR" val="0"/>
  <p:tag name="KSO_WM_UNIT_PRESET_TEXT" val="单击此处添加标题"/>
  <p:tag name="KSO_WM_UNIT_TYPE" val="a"/>
  <p:tag name="KSO_WM_UNIT_VALUE" val="26"/>
</p:tagLst>
</file>

<file path=ppt/tags/tag1934.xml><?xml version="1.0" encoding="utf-8"?>
<p:tagLst xmlns:p="http://schemas.openxmlformats.org/presentationml/2006/main">
  <p:tag name="AS_UNIQUEID" val="3079"/>
</p:tagLst>
</file>

<file path=ppt/tags/tag1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22"/>
</p:tagLst>
</file>

<file path=ppt/tags/tag1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23"/>
  <p:tag name="KSO_WM_UNIT_LINE_FILL_TYPE" val="2"/>
  <p:tag name="KSO_WM_UNIT_LINE_FORE_SCHEMECOLOR_INDEX" val="15"/>
  <p:tag name="KSO_WM_UNIT_LINE_FORE_SCHEMECOLOR_INDEX_BRIGHTNESS" val="-0.5"/>
</p:tagLst>
</file>

<file path=ppt/tags/tag1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24"/>
  <p:tag name="KSO_WM_UNIT_LINE_FILL_TYPE" val="2"/>
  <p:tag name="KSO_WM_UNIT_LINE_FORE_SCHEMECOLOR_INDEX" val="15"/>
  <p:tag name="KSO_WM_UNIT_LINE_FORE_SCHEMECOLOR_INDEX_BRIGHTNESS" val="-0.5"/>
</p:tagLst>
</file>

<file path=ppt/tags/tag1938.xml><?xml version="1.0" encoding="utf-8"?>
<p:tagLst xmlns:p="http://schemas.openxmlformats.org/presentationml/2006/main">
  <p:tag name="AS_UNIQUEID" val="3083"/>
</p:tagLst>
</file>

<file path=ppt/tags/tag1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25"/>
</p:tagLst>
</file>

<file path=ppt/tags/tag1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28"/>
</p:tagLst>
</file>

<file path=ppt/tags/tag1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31"/>
  <p:tag name="KSO_WM_UNIT_TEXT_FILL_FORE_SCHEMECOLOR_INDEX" val="2"/>
  <p:tag name="KSO_WM_UNIT_TEXT_FILL_FORE_SCHEMECOLOR_INDEX_BRIGHTNESS" val="0"/>
  <p:tag name="KSO_WM_UNIT_TEXT_FILL_TYPE" val="1"/>
</p:tagLst>
</file>

<file path=ppt/tags/tag1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29"/>
</p:tagLst>
</file>

<file path=ppt/tags/tag1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30"/>
  <p:tag name="KSO_WM_UNIT_TEXT_FILL_FORE_SCHEMECOLOR_INDEX" val="2"/>
  <p:tag name="KSO_WM_UNIT_TEXT_FILL_FORE_SCHEMECOLOR_INDEX_BRIGHTNESS" val="0"/>
  <p:tag name="KSO_WM_UNIT_TEXT_FILL_TYPE" val="1"/>
</p:tagLst>
</file>

<file path=ppt/tags/tag1944.xml><?xml version="1.0" encoding="utf-8"?>
<p:tagLst xmlns:p="http://schemas.openxmlformats.org/presentationml/2006/main">
  <p:tag name="AS_UNIQUEID" val="3089"/>
</p:tagLst>
</file>

<file path=ppt/tags/tag1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26"/>
</p:tagLst>
</file>

<file path=ppt/tags/tag1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27"/>
  <p:tag name="KSO_WM_UNIT_TEXT_FILL_FORE_SCHEMECOLOR_INDEX" val="13"/>
  <p:tag name="KSO_WM_UNIT_TEXT_FILL_FORE_SCHEMECOLOR_INDEX_BRIGHTNESS" val="0"/>
  <p:tag name="KSO_WM_UNIT_TEXT_FILL_TYPE" val="1"/>
</p:tagLst>
</file>

<file path=ppt/tags/tag1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17"/>
</p:tagLst>
</file>

<file path=ppt/tags/tag1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18"/>
</p:tagLst>
</file>

<file path=ppt/tags/tag1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19"/>
</p:tagLst>
</file>

<file path=ppt/tags/tag1950.xml><?xml version="1.0" encoding="utf-8"?>
<p:tagLst xmlns:p="http://schemas.openxmlformats.org/presentationml/2006/main">
  <p:tag name="AS_UNIQUEID" val="3095"/>
</p:tagLst>
</file>

<file path=ppt/tags/tag1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33"/>
</p:tagLst>
</file>

<file path=ppt/tags/tag1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34"/>
</p:tagLst>
</file>

<file path=ppt/tags/tag1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35"/>
</p:tagLst>
</file>

<file path=ppt/tags/tag1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36"/>
</p:tagLst>
</file>

<file path=ppt/tags/tag1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37"/>
</p:tagLst>
</file>

<file path=ppt/tags/tag1957.xml><?xml version="1.0" encoding="utf-8"?>
<p:tagLst xmlns:p="http://schemas.openxmlformats.org/presentationml/2006/main">
  <p:tag name="AS_UNIQUEID" val="3102"/>
</p:tagLst>
</file>

<file path=ppt/tags/tag1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38"/>
  <p:tag name="KSO_WM_UNIT_FILL_FORE_SCHEMECOLOR_INDEX" val="5"/>
  <p:tag name="KSO_WM_UNIT_FILL_FORE_SCHEMECOLOR_INDEX_BRIGHTNESS" val="0"/>
  <p:tag name="KSO_WM_UNIT_FILL_TYPE" val="1"/>
  <p:tag name="KSO_WM_UNIT_LINE_FILL_TYPE" val="2"/>
  <p:tag name="KSO_WM_UNIT_LINE_FORE_SCHEMECOLOR_INDEX" val="5"/>
  <p:tag name="KSO_WM_UNIT_LINE_FORE_SCHEMECOLOR_INDEX_BRIGHTNESS" val="0"/>
  <p:tag name="KSO_WM_UNIT_TEXT_FILL_FORE_SCHEMECOLOR_INDEX" val="2"/>
  <p:tag name="KSO_WM_UNIT_TEXT_FILL_FORE_SCHEMECOLOR_INDEX_BRIGHTNESS" val="0"/>
  <p:tag name="KSO_WM_UNIT_TEXT_FILL_TYPE" val="1"/>
</p:tagLst>
</file>

<file path=ppt/tags/tag1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39"/>
</p:tagLst>
</file>

<file path=ppt/tags/tag1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40"/>
</p:tagLst>
</file>

<file path=ppt/tags/tag1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41"/>
</p:tagLst>
</file>

<file path=ppt/tags/tag1962.xml><?xml version="1.0" encoding="utf-8"?>
<p:tagLst xmlns:p="http://schemas.openxmlformats.org/presentationml/2006/main">
  <p:tag name="AS_UNIQUEID" val="3107"/>
</p:tagLst>
</file>

<file path=ppt/tags/tag1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1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43"/>
</p:tagLst>
</file>

<file path=ppt/tags/tag1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44"/>
</p:tagLst>
</file>

<file path=ppt/tags/tag1966.xml><?xml version="1.0" encoding="utf-8"?>
<p:tagLst xmlns:p="http://schemas.openxmlformats.org/presentationml/2006/main">
  <p:tag name="AS_UNIQUEID" val="3111"/>
</p:tagLst>
</file>

<file path=ppt/tags/tag1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45"/>
  <p:tag name="KSO_WM_UNIT_TEXT_FILL_FORE_SCHEMECOLOR_INDEX" val="2"/>
  <p:tag name="KSO_WM_UNIT_TEXT_FILL_FORE_SCHEMECOLOR_INDEX_BRIGHTNESS" val="0"/>
  <p:tag name="KSO_WM_UNIT_TEXT_FILL_TYPE" val="1"/>
</p:tagLst>
</file>

<file path=ppt/tags/tag1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46"/>
</p:tagLst>
</file>

<file path=ppt/tags/tag1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1"/>
</p:tagLst>
</file>

<file path=ppt/tags/tag1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4"/>
</p:tagLst>
</file>

<file path=ppt/tags/tag1971.xml><?xml version="1.0" encoding="utf-8"?>
<p:tagLst xmlns:p="http://schemas.openxmlformats.org/presentationml/2006/main">
  <p:tag name="AS_UNIQUEID" val="3116"/>
</p:tagLst>
</file>

<file path=ppt/tags/tag1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7"/>
</p:tagLst>
</file>

<file path=ppt/tags/tag1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0"/>
  <p:tag name="KSO_WM_UNIT_TEXT_FILL_FORE_SCHEMECOLOR_INDEX" val="2"/>
  <p:tag name="KSO_WM_UNIT_TEXT_FILL_FORE_SCHEMECOLOR_INDEX_BRIGHTNESS" val="0"/>
  <p:tag name="KSO_WM_UNIT_TEXT_FILL_TYPE" val="1"/>
</p:tagLst>
</file>

<file path=ppt/tags/tag1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1"/>
</p:tagLst>
</file>

<file path=ppt/tags/tag1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6"/>
</p:tagLst>
</file>

<file path=ppt/tags/tag1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9"/>
</p:tagLst>
</file>

<file path=ppt/tags/tag1977.xml><?xml version="1.0" encoding="utf-8"?>
<p:tagLst xmlns:p="http://schemas.openxmlformats.org/presentationml/2006/main">
  <p:tag name="AS_UNIQUEID" val="3122"/>
</p:tagLst>
</file>

<file path=ppt/tags/tag1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2"/>
</p:tagLst>
</file>

<file path=ppt/tags/tag1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5"/>
  <p:tag name="KSO_WM_UNIT_TEXT_FILL_FORE_SCHEMECOLOR_INDEX" val="2"/>
  <p:tag name="KSO_WM_UNIT_TEXT_FILL_FORE_SCHEMECOLOR_INDEX_BRIGHTNESS" val="0"/>
  <p:tag name="KSO_WM_UNIT_TEXT_FILL_TYPE" val="1"/>
</p:tagLst>
</file>

<file path=ppt/tags/tag1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6"/>
</p:tagLst>
</file>

<file path=ppt/tags/tag1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81"/>
</p:tagLst>
</file>

<file path=ppt/tags/tag1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84"/>
</p:tagLst>
</file>

<file path=ppt/tags/tag1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87"/>
</p:tagLst>
</file>

<file path=ppt/tags/tag1984.xml><?xml version="1.0" encoding="utf-8"?>
<p:tagLst xmlns:p="http://schemas.openxmlformats.org/presentationml/2006/main">
  <p:tag name="AS_UNIQUEID" val="3129"/>
</p:tagLst>
</file>

<file path=ppt/tags/tag1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90"/>
</p:tagLst>
</file>

<file path=ppt/tags/tag1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93"/>
  <p:tag name="KSO_WM_UNIT_TEXT_FILL_FORE_SCHEMECOLOR_INDEX" val="2"/>
  <p:tag name="KSO_WM_UNIT_TEXT_FILL_FORE_SCHEMECOLOR_INDEX_BRIGHTNESS" val="0"/>
  <p:tag name="KSO_WM_UNIT_TEXT_FILL_TYPE" val="1"/>
</p:tagLst>
</file>

<file path=ppt/tags/tag1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94"/>
</p:tagLst>
</file>

<file path=ppt/tags/tag1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99"/>
</p:tagLst>
</file>

<file path=ppt/tags/tag1989.xml><?xml version="1.0" encoding="utf-8"?>
<p:tagLst xmlns:p="http://schemas.openxmlformats.org/presentationml/2006/main">
  <p:tag name="AS_UNIQUEID" val="3134"/>
</p:tagLst>
</file>

<file path=ppt/tags/tag1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2"/>
</p:tagLst>
</file>

<file path=ppt/tags/tag1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5"/>
  <p:tag name="KSO_WM_UNIT_TEXT_FILL_FORE_SCHEMECOLOR_INDEX" val="2"/>
  <p:tag name="KSO_WM_UNIT_TEXT_FILL_FORE_SCHEMECOLOR_INDEX_BRIGHTNESS" val="0"/>
  <p:tag name="KSO_WM_UNIT_TEXT_FILL_TYPE" val="1"/>
</p:tagLst>
</file>

<file path=ppt/tags/tag1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6"/>
</p:tagLst>
</file>

<file path=ppt/tags/tag1993.xml><?xml version="1.0" encoding="utf-8"?>
<p:tagLst xmlns:p="http://schemas.openxmlformats.org/presentationml/2006/main">
  <p:tag name="AS_UNIQUEID" val="3138"/>
</p:tagLst>
</file>

<file path=ppt/tags/tag1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1"/>
</p:tagLst>
</file>

<file path=ppt/tags/tag1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4"/>
</p:tagLst>
</file>

<file path=ppt/tags/tag1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7"/>
</p:tagLst>
</file>

<file path=ppt/tags/tag1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0"/>
</p:tagLst>
</file>

<file path=ppt/tags/tag1998.xml><?xml version="1.0" encoding="utf-8"?>
<p:tagLst xmlns:p="http://schemas.openxmlformats.org/presentationml/2006/main">
  <p:tag name="AS_UNIQUEID" val="3143"/>
</p:tagLst>
</file>

<file path=ppt/tags/tag1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1"/>
</p:tagLst>
</file>

<file path=ppt/tags/tag2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2"/>
</p:tagLst>
</file>

<file path=ppt/tags/tag2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3"/>
</p:tagLst>
</file>

<file path=ppt/tags/tag2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8"/>
</p:tagLst>
</file>

<file path=ppt/tags/tag2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004.xml><?xml version="1.0" encoding="utf-8"?>
<p:tagLst xmlns:p="http://schemas.openxmlformats.org/presentationml/2006/main">
  <p:tag name="AS_UNIQUEID" val="3149"/>
</p:tagLst>
</file>

<file path=ppt/tags/tag2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5"/>
</p:tagLst>
</file>

<file path=ppt/tags/tag2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6"/>
</p:tagLst>
</file>

<file path=ppt/tags/tag2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2"/>
</p:tagLst>
</file>

<file path=ppt/tags/tag2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3"/>
</p:tagLst>
</file>

<file path=ppt/tags/tag2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7"/>
</p:tagLst>
</file>

<file path=ppt/tags/tag2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10"/>
</p:tagLst>
</file>

<file path=ppt/tags/tag2011.xml><?xml version="1.0" encoding="utf-8"?>
<p:tagLst xmlns:p="http://schemas.openxmlformats.org/presentationml/2006/main">
  <p:tag name="AS_UNIQUEID" val="3156"/>
</p:tagLst>
</file>

<file path=ppt/tags/tag2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8"/>
</p:tagLst>
</file>

<file path=ppt/tags/tag2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3"/>
</p:tagLst>
</file>

<file path=ppt/tags/tag2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4"/>
</p:tagLst>
</file>

<file path=ppt/tags/tag2016.xml><?xml version="1.0" encoding="utf-8"?>
<p:tagLst xmlns:p="http://schemas.openxmlformats.org/presentationml/2006/main">
  <p:tag name="AS_UNIQUEID" val="3161"/>
</p:tagLst>
</file>

<file path=ppt/tags/tag2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0"/>
</p:tagLst>
</file>

<file path=ppt/tags/tag2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01"/>
</p:tagLst>
</file>

<file path=ppt/tags/tag2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95"/>
</p:tagLst>
</file>

<file path=ppt/tags/tag2020.xml><?xml version="1.0" encoding="utf-8"?>
<p:tagLst xmlns:p="http://schemas.openxmlformats.org/presentationml/2006/main">
  <p:tag name="AS_UNIQUEID" val="3165"/>
</p:tagLst>
</file>

<file path=ppt/tags/tag2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98"/>
</p:tagLst>
</file>

<file path=ppt/tags/tag2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96"/>
</p:tagLst>
</file>

<file path=ppt/tags/tag2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97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024.xml><?xml version="1.0" encoding="utf-8"?>
<p:tagLst xmlns:p="http://schemas.openxmlformats.org/presentationml/2006/main">
  <p:tag name="AS_UNIQUEID" val="3169"/>
</p:tagLst>
</file>

<file path=ppt/tags/tag2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91"/>
</p:tagLst>
</file>

<file path=ppt/tags/tag2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92"/>
</p:tagLst>
</file>

<file path=ppt/tags/tag2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88"/>
</p:tagLst>
</file>

<file path=ppt/tags/tag2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89"/>
</p:tagLst>
</file>

<file path=ppt/tags/tag2029.xml><?xml version="1.0" encoding="utf-8"?>
<p:tagLst xmlns:p="http://schemas.openxmlformats.org/presentationml/2006/main">
  <p:tag name="AS_UNIQUEID" val="3174"/>
</p:tagLst>
</file>

<file path=ppt/tags/tag2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85"/>
</p:tagLst>
</file>

<file path=ppt/tags/tag2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86"/>
</p:tagLst>
</file>

<file path=ppt/tags/tag2032.xml><?xml version="1.0" encoding="utf-8"?>
<p:tagLst xmlns:p="http://schemas.openxmlformats.org/presentationml/2006/main">
  <p:tag name="AS_UNIQUEID" val="3177"/>
</p:tagLst>
</file>

<file path=ppt/tags/tag2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82"/>
</p:tagLst>
</file>

<file path=ppt/tags/tag2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83"/>
</p:tagLst>
</file>

<file path=ppt/tags/tag2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7"/>
</p:tagLst>
</file>

<file path=ppt/tags/tag2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80"/>
</p:tagLst>
</file>

<file path=ppt/tags/tag2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8"/>
</p:tagLst>
</file>

<file path=ppt/tags/tag2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3"/>
</p:tagLst>
</file>

<file path=ppt/tags/tag2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4"/>
</p:tagLst>
</file>

<file path=ppt/tags/tag2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0"/>
</p:tagLst>
</file>

<file path=ppt/tags/tag2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71"/>
</p:tagLst>
</file>

<file path=ppt/tags/tag2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7"/>
</p:tagLst>
</file>

<file path=ppt/tags/tag2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8"/>
</p:tagLst>
</file>

<file path=ppt/tags/tag2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2"/>
</p:tagLst>
</file>

<file path=ppt/tags/tag2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5"/>
</p:tagLst>
</file>

<file path=ppt/tags/tag2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3"/>
</p:tagLst>
</file>

<file path=ppt/tags/tag2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64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8"/>
</p:tagLst>
</file>

<file path=ppt/tags/tag2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9"/>
</p:tagLst>
</file>

<file path=ppt/tags/tag2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5"/>
</p:tagLst>
</file>

<file path=ppt/tags/tag2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6"/>
</p:tagLst>
</file>

<file path=ppt/tags/tag2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2"/>
</p:tagLst>
</file>

<file path=ppt/tags/tag2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3"/>
</p:tagLst>
</file>

<file path=ppt/tags/tag2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47"/>
</p:tagLst>
</file>

<file path=ppt/tags/tag2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50"/>
</p:tagLst>
</file>

<file path=ppt/tags/tag2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48"/>
</p:tagLst>
</file>

<file path=ppt/tags/tag2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549"/>
  <p:tag name="KSO_WM_UNIT_FILL_FORE_SCHEMECOLOR_INDEX" val="13"/>
  <p:tag name="KSO_WM_UNIT_FILL_FORE_SCHEMECOLOR_INDEX_BRIGHTNESS" val="0"/>
  <p:tag name="KSO_WM_UNIT_FILL_TYPE" val="1"/>
  <p:tag name="KSO_WM_UNIT_TEXT_FILL_FORE_SCHEMECOLOR_INDEX" val="2"/>
  <p:tag name="KSO_WM_UNIT_TEXT_FILL_FORE_SCHEMECOLOR_INDEX_BRIGHTNESS" val="0"/>
  <p:tag name="KSO_WM_UNIT_TEXT_FILL_TYPE" val="1"/>
</p:tagLst>
</file>

<file path=ppt/tags/tag2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TEMPLATE_CATEGORY" val="custom"/>
  <p:tag name="KSO_WM_TEMPLATE_INDEX" val="20205281"/>
</p:tagLst>
</file>

<file path=ppt/tags/tag2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9"/>
  <p:tag name="KSO_WM_BEAUTIFY_FLAG" val="#wm#"/>
  <p:tag name="KSO_WM_TAG_VERSION" val="1.0"/>
  <p:tag name="KSO_WM_TEMPLATE_CATEGORY" val="custom"/>
  <p:tag name="KSO_WM_TEMPLATE_INDEX" val="20203888"/>
  <p:tag name="KSO_WM_UNIT_COMPATIBLE" val="0"/>
  <p:tag name="KSO_WM_UNIT_DIAGRAM_ISNUMVISUAL" val="0"/>
  <p:tag name="KSO_WM_UNIT_DIAGRAM_ISREFERUNIT" val="0"/>
  <p:tag name="KSO_WM_UNIT_HIGHLIGHT" val="0"/>
  <p:tag name="KSO_WM_UNIT_ID" val="custom20203888_15*a*1"/>
  <p:tag name="KSO_WM_UNIT_INDEX" val="1"/>
  <p:tag name="KSO_WM_UNIT_ISCONTENTSTITLE" val="0"/>
  <p:tag name="KSO_WM_UNIT_LAYERLEVEL" val="1"/>
  <p:tag name="KSO_WM_UNIT_NOCLEAR" val="0"/>
  <p:tag name="KSO_WM_UNIT_PRESET_TEXT" val="单击此处添加标题"/>
  <p:tag name="KSO_WM_UNIT_TYPE" val="a"/>
  <p:tag name="KSO_WM_UNIT_VALUE" val="26"/>
</p:tagLst>
</file>

<file path=ppt/tags/tag2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5"/>
</p:tagLst>
</file>

<file path=ppt/tags/tag2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6"/>
</p:tagLst>
</file>

<file path=ppt/tags/tag2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627"/>
</p:tagLst>
</file>

<file path=ppt/tags/tag2480.xml><?xml version="1.0" encoding="utf-8"?>
<p:tagLst xmlns:p="http://schemas.openxmlformats.org/presentationml/2006/main">
  <p:tag name="AS_UNIQUEID" val="1439"/>
</p:tagLst>
</file>

<file path=ppt/tags/tag2540.xml><?xml version="1.0" encoding="utf-8"?>
<p:tagLst xmlns:p="http://schemas.openxmlformats.org/presentationml/2006/main">
  <p:tag name="AS_UNIQUEID" val="1445"/>
</p:tagLst>
</file>

<file path=ppt/tags/tag2750.xml><?xml version="1.0" encoding="utf-8"?>
<p:tagLst xmlns:p="http://schemas.openxmlformats.org/presentationml/2006/main">
  <p:tag name="AS_UNIQUEID" val="1466"/>
</p:tagLst>
</file>

<file path=ppt/tags/tag2810.xml><?xml version="1.0" encoding="utf-8"?>
<p:tagLst xmlns:p="http://schemas.openxmlformats.org/presentationml/2006/main">
  <p:tag name="AS_UNIQUEID" val="1472"/>
</p:tagLst>
</file>

<file path=ppt/tags/tag3690.xml><?xml version="1.0" encoding="utf-8"?>
<p:tagLst xmlns:p="http://schemas.openxmlformats.org/presentationml/2006/main">
  <p:tag name="AS_UNIQUEID" val="1557"/>
</p:tagLst>
</file>

<file path=ppt/tags/tag3750.xml><?xml version="1.0" encoding="utf-8"?>
<p:tagLst xmlns:p="http://schemas.openxmlformats.org/presentationml/2006/main">
  <p:tag name="AS_UNIQUEID" val="1563"/>
</p:tagLst>
</file>

<file path=ppt/tags/tag3810.xml><?xml version="1.0" encoding="utf-8"?>
<p:tagLst xmlns:p="http://schemas.openxmlformats.org/presentationml/2006/main">
  <p:tag name="AS_UNIQUEID" val="1569"/>
</p:tagLst>
</file>

<file path=ppt/tags/tag3970.xml><?xml version="1.0" encoding="utf-8"?>
<p:tagLst xmlns:p="http://schemas.openxmlformats.org/presentationml/2006/main">
  <p:tag name="AS_UNIQUEID" val="1585"/>
</p:tagLst>
</file>

<file path=ppt/tags/tag6830.xml><?xml version="1.0" encoding="utf-8"?>
<p:tagLst xmlns:p="http://schemas.openxmlformats.org/presentationml/2006/main">
  <p:tag name="AS_UNIQUEID" val="1858"/>
</p:tagLst>
</file>

<file path=ppt/tags/tag7730.xml><?xml version="1.0" encoding="utf-8"?>
<p:tagLst xmlns:p="http://schemas.openxmlformats.org/presentationml/2006/main">
  <p:tag name="AS_UNIQUEID" val="1945"/>
</p:tagLst>
</file>

<file path=ppt/tags/tag7780.xml><?xml version="1.0" encoding="utf-8"?>
<p:tagLst xmlns:p="http://schemas.openxmlformats.org/presentationml/2006/main">
  <p:tag name="AS_UNIQUEID" val="1950"/>
</p:tagLst>
</file>

<file path=ppt/tags/tag7840.xml><?xml version="1.0" encoding="utf-8"?>
<p:tagLst xmlns:p="http://schemas.openxmlformats.org/presentationml/2006/main">
  <p:tag name="AS_UNIQUEID" val="1956"/>
</p:tagLst>
</file>

<file path=ppt/tags/tag7900.xml><?xml version="1.0" encoding="utf-8"?>
<p:tagLst xmlns:p="http://schemas.openxmlformats.org/presentationml/2006/main">
  <p:tag name="AS_UNIQUEID" val="1962"/>
</p:tagLst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2F2F2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BBE0E3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sym typeface="微软雅黑" panose="020B0503020204020204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BBE0E3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Defaul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rgbClr val="BBE0E3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微软雅黑" panose="020B0503020204020204" charset="-122"/>
            <a:ea typeface="微软雅黑" panose="020B0503020204020204" charset="-122"/>
            <a:cs typeface="微软雅黑" panose="020B0503020204020204" charset="-122"/>
            <a:sym typeface="微软雅黑" panose="020B0503020204020204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BBE0E3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 panose="020B0604020202020204"/>
            <a:ea typeface="Arial" panose="020B0604020202020204"/>
            <a:cs typeface="Arial" panose="020B0604020202020204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1247</Words>
  <Application>Microsoft Office PowerPoint</Application>
  <PresentationFormat>自定义</PresentationFormat>
  <Paragraphs>401</Paragraphs>
  <Slides>32</Slides>
  <Notes>7</Notes>
  <HiddenSlides>12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32</vt:i4>
      </vt:variant>
    </vt:vector>
  </HeadingPairs>
  <TitlesOfParts>
    <vt:vector size="51" baseType="lpstr">
      <vt:lpstr>Helvetica Neue</vt:lpstr>
      <vt:lpstr>等线</vt:lpstr>
      <vt:lpstr>方正姚体</vt:lpstr>
      <vt:lpstr>黑体</vt:lpstr>
      <vt:lpstr>华文楷体</vt:lpstr>
      <vt:lpstr>楷体</vt:lpstr>
      <vt:lpstr>隶书</vt:lpstr>
      <vt:lpstr>三极准柔宋</vt:lpstr>
      <vt:lpstr>宋体</vt:lpstr>
      <vt:lpstr>微软雅黑</vt:lpstr>
      <vt:lpstr>Arial</vt:lpstr>
      <vt:lpstr>Calibri</vt:lpstr>
      <vt:lpstr>Cambria Math</vt:lpstr>
      <vt:lpstr>Times New Roman</vt:lpstr>
      <vt:lpstr>Wingdings</vt:lpstr>
      <vt:lpstr>Default</vt:lpstr>
      <vt:lpstr>Microsoft Word Document</vt:lpstr>
      <vt:lpstr>Microsoft Word 97 - 2003 Document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cp:lastPrinted>2022-09-21T16:57:06Z</cp:lastPrinted>
  <dcterms:created xsi:type="dcterms:W3CDTF">2022-09-21T16:57:06Z</dcterms:created>
  <dcterms:modified xsi:type="dcterms:W3CDTF">2024-11-06T01:46:19Z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