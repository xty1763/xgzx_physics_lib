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Default Extension="gif" ContentType="image/gif"/>
  <Default Extension="svg" ContentType="image/svg"/>
  <Default Extension="mp4" ContentType="video/mp4"/>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0.11-->
<p:presentation xmlns:r="http://schemas.openxmlformats.org/officeDocument/2006/relationships" xmlns:a="http://schemas.openxmlformats.org/drawingml/2006/main" xmlns:p="http://schemas.openxmlformats.org/presentationml/2006/main" removePersonalInfoOnSave="1">
  <p:sldMasterIdLst>
    <p:sldMasterId id="2147483648" r:id="rId2"/>
  </p:sldMasterIdLst>
  <p:notesMasterIdLst>
    <p:notesMasterId r:id="rId3"/>
  </p:notesMasterIdLst>
  <p:handoutMasterIdLst>
    <p:handoutMasterId r:id="rId4"/>
  </p:handoutMasterIdLst>
  <p:sldIdLst>
    <p:sldId id="286" r:id="rId5"/>
    <p:sldId id="2394" r:id="rId6"/>
    <p:sldId id="2681" r:id="rId7"/>
    <p:sldId id="2682" r:id="rId8"/>
    <p:sldId id="2684" r:id="rId9"/>
    <p:sldId id="2685" r:id="rId10"/>
    <p:sldId id="2690" r:id="rId11"/>
    <p:sldId id="2691" r:id="rId12"/>
    <p:sldId id="2693" r:id="rId13"/>
    <p:sldId id="2714" r:id="rId14"/>
    <p:sldId id="2719" r:id="rId15"/>
    <p:sldId id="2720" r:id="rId16"/>
    <p:sldId id="2696" r:id="rId17"/>
    <p:sldId id="2697" r:id="rId18"/>
    <p:sldId id="2722" r:id="rId19"/>
    <p:sldId id="2724" r:id="rId20"/>
    <p:sldId id="2726" r:id="rId21"/>
    <p:sldId id="2723" r:id="rId22"/>
    <p:sldId id="2716" r:id="rId23"/>
    <p:sldId id="2725" r:id="rId24"/>
    <p:sldId id="2717" r:id="rId25"/>
    <p:sldId id="2023" r:id="rId26"/>
    <p:sldId id="2541" r:id="rId27"/>
    <p:sldId id="2735" r:id="rId28"/>
    <p:sldId id="2736" r:id="rId29"/>
    <p:sldId id="2737" r:id="rId30"/>
    <p:sldId id="2738" r:id="rId31"/>
    <p:sldId id="265" r:id="rId32"/>
  </p:sldIdLst>
  <p:sldSz cx="9144000" cy="5130800"/>
  <p:notesSz cx="6858000" cy="9144000"/>
  <p:custDataLst>
    <p:tags r:id="rId33"/>
  </p:custDataLst>
  <p:defaultTextStyle>
    <a:lvl1pPr>
      <a:defRPr>
        <a:latin typeface="Arial"/>
        <a:ea typeface="Arial"/>
        <a:cs typeface="Arial"/>
        <a:sym typeface="Arial"/>
      </a:defRPr>
    </a:lvl1pPr>
    <a:lvl2pPr indent="457200">
      <a:defRPr>
        <a:latin typeface="Arial"/>
        <a:ea typeface="Arial"/>
        <a:cs typeface="Arial"/>
        <a:sym typeface="Arial"/>
      </a:defRPr>
    </a:lvl2pPr>
    <a:lvl3pPr indent="914400">
      <a:defRPr>
        <a:latin typeface="Arial"/>
        <a:ea typeface="Arial"/>
        <a:cs typeface="Arial"/>
        <a:sym typeface="Arial"/>
      </a:defRPr>
    </a:lvl3pPr>
    <a:lvl4pPr indent="1371600">
      <a:defRPr>
        <a:latin typeface="Arial"/>
        <a:ea typeface="Arial"/>
        <a:cs typeface="Arial"/>
        <a:sym typeface="Arial"/>
      </a:defRPr>
    </a:lvl4pPr>
    <a:lvl5pPr indent="1828800">
      <a:defRPr>
        <a:latin typeface="Arial"/>
        <a:ea typeface="Arial"/>
        <a:cs typeface="Arial"/>
        <a:sym typeface="Arial"/>
      </a:defRPr>
    </a:lvl5pPr>
    <a:lvl6pPr indent="2286000">
      <a:defRPr>
        <a:latin typeface="Arial"/>
        <a:ea typeface="Arial"/>
        <a:cs typeface="Arial"/>
        <a:sym typeface="Arial"/>
      </a:defRPr>
    </a:lvl6pPr>
    <a:lvl7pPr indent="2743200">
      <a:defRPr>
        <a:latin typeface="Arial"/>
        <a:ea typeface="Arial"/>
        <a:cs typeface="Arial"/>
        <a:sym typeface="Arial"/>
      </a:defRPr>
    </a:lvl7pPr>
    <a:lvl8pPr indent="3200400">
      <a:defRPr>
        <a:latin typeface="Arial"/>
        <a:ea typeface="Arial"/>
        <a:cs typeface="Arial"/>
        <a:sym typeface="Arial"/>
      </a:defRPr>
    </a:lvl8pPr>
    <a:lvl9pPr indent="3657600">
      <a:defRPr>
        <a:latin typeface="Arial"/>
        <a:ea typeface="Arial"/>
        <a:cs typeface="Arial"/>
        <a:sym typeface="Arial"/>
      </a:defRPr>
    </a:lvl9pPr>
  </p:defaultTextStyle>
  <p:extLst>
    <p:ext uri="{EFAFB233-063F-42B5-8137-9DF3F51BA10A}">
      <p15:sldGuideLst xmlns:p15="http://schemas.microsoft.com/office/powerpoint/2012/main">
        <p15:guide id="1" orient="horz" pos="1897">
          <p15:clr>
            <a:srgbClr val="A4A3A4"/>
          </p15:clr>
        </p15:guide>
        <p15:guide id="2" pos="2542">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p="http://schemas.openxmlformats.org/presentationml/2006/main">
  <p:cmAuthor id="2" name="作者" initials="A" lastIdx="0" clrIdx="1"/>
</p:cmAuthorLst>
</file>

<file path=ppt/presProps.xml><?xml version="1.0" encoding="utf-8"?>
<p:presentationPr xmlns:r="http://schemas.openxmlformats.org/officeDocument/2006/relationships" xmlns:a="http://schemas.openxmlformats.org/drawingml/2006/main"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9338" autoAdjust="0"/>
    <p:restoredTop sz="94660"/>
  </p:normalViewPr>
  <p:slideViewPr>
    <p:cSldViewPr snapToGrid="0">
      <p:cViewPr varScale="1">
        <p:scale>
          <a:sx n="99" d="100"/>
          <a:sy n="99" d="100"/>
        </p:scale>
        <p:origin x="72" y="72"/>
      </p:cViewPr>
      <p:guideLst>
        <p:guide orient="horz" pos="1897"/>
        <p:guide pos="2542"/>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commentAuthors" Target="commentAuthors.xml" /><Relationship Id="rId10" Type="http://schemas.openxmlformats.org/officeDocument/2006/relationships/slide" Target="slides/slide6.xml" /><Relationship Id="rId11" Type="http://schemas.openxmlformats.org/officeDocument/2006/relationships/slide" Target="slides/slide7.xml" /><Relationship Id="rId12" Type="http://schemas.openxmlformats.org/officeDocument/2006/relationships/slide" Target="slides/slide8.xml" /><Relationship Id="rId13" Type="http://schemas.openxmlformats.org/officeDocument/2006/relationships/slide" Target="slides/slide9.xml" /><Relationship Id="rId14" Type="http://schemas.openxmlformats.org/officeDocument/2006/relationships/slide" Target="slides/slide10.xml" /><Relationship Id="rId15" Type="http://schemas.openxmlformats.org/officeDocument/2006/relationships/slide" Target="slides/slide11.xml" /><Relationship Id="rId16" Type="http://schemas.openxmlformats.org/officeDocument/2006/relationships/slide" Target="slides/slide12.xml" /><Relationship Id="rId17" Type="http://schemas.openxmlformats.org/officeDocument/2006/relationships/slide" Target="slides/slide13.xml" /><Relationship Id="rId18" Type="http://schemas.openxmlformats.org/officeDocument/2006/relationships/slide" Target="slides/slide14.xml" /><Relationship Id="rId19" Type="http://schemas.openxmlformats.org/officeDocument/2006/relationships/slide" Target="slides/slide15.xml" /><Relationship Id="rId2" Type="http://schemas.openxmlformats.org/officeDocument/2006/relationships/slideMaster" Target="slideMasters/slideMaster1.xml" /><Relationship Id="rId20" Type="http://schemas.openxmlformats.org/officeDocument/2006/relationships/slide" Target="slides/slide16.xml" /><Relationship Id="rId21" Type="http://schemas.openxmlformats.org/officeDocument/2006/relationships/slide" Target="slides/slide17.xml" /><Relationship Id="rId22" Type="http://schemas.openxmlformats.org/officeDocument/2006/relationships/slide" Target="slides/slide18.xml" /><Relationship Id="rId23" Type="http://schemas.openxmlformats.org/officeDocument/2006/relationships/slide" Target="slides/slide19.xml" /><Relationship Id="rId24" Type="http://schemas.openxmlformats.org/officeDocument/2006/relationships/slide" Target="slides/slide20.xml" /><Relationship Id="rId25" Type="http://schemas.openxmlformats.org/officeDocument/2006/relationships/slide" Target="slides/slide21.xml" /><Relationship Id="rId26" Type="http://schemas.openxmlformats.org/officeDocument/2006/relationships/slide" Target="slides/slide22.xml" /><Relationship Id="rId27" Type="http://schemas.openxmlformats.org/officeDocument/2006/relationships/slide" Target="slides/slide23.xml" /><Relationship Id="rId28" Type="http://schemas.openxmlformats.org/officeDocument/2006/relationships/slide" Target="slides/slide24.xml" /><Relationship Id="rId29" Type="http://schemas.openxmlformats.org/officeDocument/2006/relationships/slide" Target="slides/slide25.xml" /><Relationship Id="rId3" Type="http://schemas.openxmlformats.org/officeDocument/2006/relationships/notesMaster" Target="notesMasters/notesMaster1.xml" /><Relationship Id="rId30" Type="http://schemas.openxmlformats.org/officeDocument/2006/relationships/slide" Target="slides/slide26.xml" /><Relationship Id="rId31" Type="http://schemas.openxmlformats.org/officeDocument/2006/relationships/slide" Target="slides/slide27.xml" /><Relationship Id="rId32" Type="http://schemas.openxmlformats.org/officeDocument/2006/relationships/slide" Target="slides/slide28.xml" /><Relationship Id="rId33" Type="http://schemas.openxmlformats.org/officeDocument/2006/relationships/tags" Target="tags/tag642.xml" /><Relationship Id="rId34" Type="http://schemas.openxmlformats.org/officeDocument/2006/relationships/presProps" Target="presProps.xml" /><Relationship Id="rId35" Type="http://schemas.openxmlformats.org/officeDocument/2006/relationships/viewProps" Target="viewProps.xml" /><Relationship Id="rId36" Type="http://schemas.openxmlformats.org/officeDocument/2006/relationships/theme" Target="theme/theme1.xml" /><Relationship Id="rId37" Type="http://schemas.openxmlformats.org/officeDocument/2006/relationships/tableStyles" Target="tableStyles.xml" /><Relationship Id="rId4" Type="http://schemas.openxmlformats.org/officeDocument/2006/relationships/handoutMaster" Target="handoutMasters/handoutMaster1.xml" /><Relationship Id="rId5" Type="http://schemas.openxmlformats.org/officeDocument/2006/relationships/slide" Target="slides/slide1.xml" /><Relationship Id="rId6" Type="http://schemas.openxmlformats.org/officeDocument/2006/relationships/slide" Target="slides/slide2.xml" /><Relationship Id="rId7" Type="http://schemas.openxmlformats.org/officeDocument/2006/relationships/slide" Target="slides/slide3.xml" /><Relationship Id="rId8" Type="http://schemas.openxmlformats.org/officeDocument/2006/relationships/slide" Target="slides/slide4.xml" /><Relationship Id="rId9" Type="http://schemas.openxmlformats.org/officeDocument/2006/relationships/slide" Target="slides/slide5.xml" /></Relationships>
</file>

<file path=ppt/handoutMasters/_rels/handoutMaster1.xml.rels>&#65279;<?xml version="1.0" encoding="utf-8" standalone="yes"?><Relationships xmlns="http://schemas.openxmlformats.org/package/2006/relationships"><Relationship Id="rId1" Type="http://schemas.openxmlformats.org/officeDocument/2006/relationships/tags" Target="../tags/tag162.xml" /><Relationship Id="rId2" Type="http://schemas.openxmlformats.org/officeDocument/2006/relationships/tags" Target="../tags/tag163.xml" /><Relationship Id="rId3" Type="http://schemas.openxmlformats.org/officeDocument/2006/relationships/tags" Target="../tags/tag164.xml" /><Relationship Id="rId4" Type="http://schemas.openxmlformats.org/officeDocument/2006/relationships/tags" Target="../tags/tag165.xml" /><Relationship Id="rId5" Type="http://schemas.openxmlformats.org/officeDocument/2006/relationships/tags" Target="../tags/tag166.xml" /><Relationship Id="rId6"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p:bg>
      <p:bgRef idx="1001">
        <a:schemeClr val="bg1"/>
      </p:bgRef>
    </p:bg>
    <p:spTree>
      <p:nvGrpSpPr>
        <p:cNvPr id="1" name=""/>
        <p:cNvGrpSpPr/>
        <p:nvPr>
          <p:custDataLst>
            <p:tags r:id="rId1"/>
          </p:custDataLst>
        </p:nvPr>
      </p:nvGrpSpPr>
      <p:grpSpPr>
        <a:xfrm>
          <a:off x="0" y="0"/>
          <a: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2022/9/6</a:t>
            </a:fld>
            <a:endParaRPr lang="zh-CN" altLang="en-US"/>
          </a:p>
        </p:txBody>
      </p:sp>
      <p:sp>
        <p:nvSpPr>
          <p:cNvPr id="4" name="页脚占位符 3"/>
          <p:cNvSpPr>
            <a:spLocks noGrp="1"/>
          </p:cNvSpPr>
          <p:nvPr>
            <p:ph type="ftr" sz="quarter" idx="2"/>
            <p:custDataLst>
              <p:tags r:id="rId4"/>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custDataLst>
              <p:tags r:id="rId5"/>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4005028980"/>
      </p:ext>
    </p:extLst>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ags" Target="../tags/tag159.xml" /><Relationship Id="rId2" Type="http://schemas.openxmlformats.org/officeDocument/2006/relationships/tags" Target="../tags/tag160.xml" /><Relationship Id="rId3" Type="http://schemas.openxmlformats.org/officeDocument/2006/relationships/tags" Target="../tags/tag161.xml" /><Relationship Id="rId4"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p:bg>
      <p:bgRef idx="1001">
        <a:schemeClr val="bg1"/>
      </p:bgRef>
    </p:bg>
    <p:spTree>
      <p:nvGrpSpPr>
        <p:cNvPr id="1" name=""/>
        <p:cNvGrpSpPr/>
        <p:nvPr>
          <p:custDataLst>
            <p:tags r:id="rId1"/>
          </p:custDataLst>
        </p:nvPr>
      </p:nvGrpSpPr>
      <p:grpSpPr>
        <a:xfrm>
          <a:off x="0" y="0"/>
          <a:ext cx="0" cy="0"/>
        </a:xfrm>
      </p:grpSpPr>
      <p:sp>
        <p:nvSpPr>
          <p:cNvPr id="35" name="Shape 35"/>
          <p:cNvSpPr>
            <a:spLocks noGrp="1" noRot="1" noChangeAspect="1"/>
          </p:cNvSpPr>
          <p:nvPr>
            <p:ph type="sldImg"/>
            <p:custDataLst>
              <p:tags r:id="rId2"/>
            </p:custDataLst>
          </p:nvPr>
        </p:nvSpPr>
        <p:spPr>
          <a:xfrm>
            <a:off x="1143000" y="685800"/>
            <a:ext cx="4572000" cy="3429000"/>
          </a:xfrm>
          <a:prstGeom prst="rect">
            <a:avLst/>
          </a:prstGeom>
        </p:spPr>
      </p:sp>
      <p:sp>
        <p:nvSpPr>
          <p:cNvPr id="36" name="Shape 36"/>
          <p:cNvSpPr>
            <a:spLocks noGrp="1"/>
          </p:cNvSpPr>
          <p:nvPr>
            <p:ph type="body" sz="quarter" idx="1"/>
            <p:custDataLst>
              <p:tags r:id="rId3"/>
            </p:custDataLst>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2665427148"/>
      </p:ext>
    </p:extLst>
  </p:cSld>
  <p:clrMap bg1="lt1" tx1="dk1" bg2="lt2" tx2="dk2" accent1="accent1" accent2="accent2" accent3="accent3" accent4="accent4" accent5="accent5" accent6="accent6" hlink="hlink" folHlink="folHlink"/>
  <p:notesStyle>
    <a:lvl1pPr defTabSz="457200">
      <a:lnSpc>
        <a:spcPct val="118000"/>
      </a:lnSpc>
      <a:defRPr sz="2200">
        <a:latin typeface="+mj-lt"/>
        <a:ea typeface="+mj-ea"/>
        <a:cs typeface="+mj-cs"/>
        <a:sym typeface="Helvetica Neue"/>
      </a:defRPr>
    </a:lvl1pPr>
    <a:lvl2pPr indent="228600" defTabSz="457200">
      <a:lnSpc>
        <a:spcPct val="118000"/>
      </a:lnSpc>
      <a:defRPr sz="2200">
        <a:latin typeface="+mj-lt"/>
        <a:ea typeface="+mj-ea"/>
        <a:cs typeface="+mj-cs"/>
        <a:sym typeface="Helvetica Neue"/>
      </a:defRPr>
    </a:lvl2pPr>
    <a:lvl3pPr indent="457200" defTabSz="457200">
      <a:lnSpc>
        <a:spcPct val="118000"/>
      </a:lnSpc>
      <a:defRPr sz="2200">
        <a:latin typeface="+mj-lt"/>
        <a:ea typeface="+mj-ea"/>
        <a:cs typeface="+mj-cs"/>
        <a:sym typeface="Helvetica Neue"/>
      </a:defRPr>
    </a:lvl3pPr>
    <a:lvl4pPr indent="685800" defTabSz="457200">
      <a:lnSpc>
        <a:spcPct val="118000"/>
      </a:lnSpc>
      <a:defRPr sz="2200">
        <a:latin typeface="+mj-lt"/>
        <a:ea typeface="+mj-ea"/>
        <a:cs typeface="+mj-cs"/>
        <a:sym typeface="Helvetica Neue"/>
      </a:defRPr>
    </a:lvl4pPr>
    <a:lvl5pPr indent="914400" defTabSz="457200">
      <a:lnSpc>
        <a:spcPct val="118000"/>
      </a:lnSpc>
      <a:defRPr sz="2200">
        <a:latin typeface="+mj-lt"/>
        <a:ea typeface="+mj-ea"/>
        <a:cs typeface="+mj-cs"/>
        <a:sym typeface="Helvetica Neue"/>
      </a:defRPr>
    </a:lvl5pPr>
    <a:lvl6pPr indent="1143000" defTabSz="457200">
      <a:lnSpc>
        <a:spcPct val="118000"/>
      </a:lnSpc>
      <a:defRPr sz="2200">
        <a:latin typeface="+mj-lt"/>
        <a:ea typeface="+mj-ea"/>
        <a:cs typeface="+mj-cs"/>
        <a:sym typeface="Helvetica Neue"/>
      </a:defRPr>
    </a:lvl6pPr>
    <a:lvl7pPr indent="1371600" defTabSz="457200">
      <a:lnSpc>
        <a:spcPct val="118000"/>
      </a:lnSpc>
      <a:defRPr sz="2200">
        <a:latin typeface="+mj-lt"/>
        <a:ea typeface="+mj-ea"/>
        <a:cs typeface="+mj-cs"/>
        <a:sym typeface="Helvetica Neue"/>
      </a:defRPr>
    </a:lvl7pPr>
    <a:lvl8pPr indent="1600200" defTabSz="457200">
      <a:lnSpc>
        <a:spcPct val="118000"/>
      </a:lnSpc>
      <a:defRPr sz="2200">
        <a:latin typeface="+mj-lt"/>
        <a:ea typeface="+mj-ea"/>
        <a:cs typeface="+mj-cs"/>
        <a:sym typeface="Helvetica Neue"/>
      </a:defRPr>
    </a:lvl8pPr>
    <a:lvl9pPr indent="1828800" defTabSz="457200">
      <a:lnSpc>
        <a:spcPct val="118000"/>
      </a:lnSpc>
      <a:defRPr sz="2200">
        <a:latin typeface="+mj-lt"/>
        <a:ea typeface="+mj-ea"/>
        <a:cs typeface="+mj-cs"/>
        <a:sym typeface="Helvetica Neue"/>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 Id="rId3" Type="http://schemas.openxmlformats.org/officeDocument/2006/relationships/tags" Target="../tags/tag174.xml" /><Relationship Id="rId4" Type="http://schemas.openxmlformats.org/officeDocument/2006/relationships/tags" Target="../tags/tag175.xml" /><Relationship Id="rId5" Type="http://schemas.openxmlformats.org/officeDocument/2006/relationships/tags" Target="../tags/tag176.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 Id="rId3" Type="http://schemas.openxmlformats.org/officeDocument/2006/relationships/tags" Target="../tags/tag404.xml" /><Relationship Id="rId4" Type="http://schemas.openxmlformats.org/officeDocument/2006/relationships/tags" Target="../tags/tag405.xml" /><Relationship Id="rId5" Type="http://schemas.openxmlformats.org/officeDocument/2006/relationships/tags" Target="../tags/tag406.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p:spTree>
      <p:nvGrpSpPr>
        <p:cNvPr id="1" name=""/>
        <p:cNvGrpSpPr/>
        <p:nvPr>
          <p:custDataLst>
            <p:tags r:id="rId3"/>
          </p:custDataLst>
        </p:nvPr>
      </p:nvGrpSpPr>
      <p:grpSpPr>
        <a:xfrm>
          <a:off x="0" y="0"/>
          <a:ext cx="0" cy="0"/>
        </a:xfrm>
      </p:grpSpPr>
      <p:sp>
        <p:nvSpPr>
          <p:cNvPr id="2" name="幻灯片图像占位符 1"/>
          <p:cNvSpPr>
            <a:spLocks noGrp="1" noRot="1" noChangeAspect="1"/>
          </p:cNvSpPr>
          <p:nvPr>
            <p:ph type="sldImg"/>
            <p:custDataLst>
              <p:tags r:id="rId4"/>
            </p:custDataLst>
          </p:nvPr>
        </p:nvSpPr>
        <p:spPr>
          <a:xfrm>
            <a:off x="381000" y="685800"/>
            <a:ext cx="6096000" cy="3429000"/>
          </a:xfrm>
        </p:spPr>
      </p:sp>
      <p:sp>
        <p:nvSpPr>
          <p:cNvPr id="3" name="备注占位符 2"/>
          <p:cNvSpPr>
            <a:spLocks noGrp="1"/>
          </p:cNvSpPr>
          <p:nvPr>
            <p:ph type="body" idx="1"/>
            <p:custDataLst>
              <p:tags r:id="rId5"/>
            </p:custDataLst>
          </p:nvPr>
        </p:nvSpPr>
        <p:spPr/>
        <p:txBody>
          <a:bodyPr/>
          <a:lstStyle/>
          <a:p>
            <a:endParaRPr lang="zh-CN" altLang="en-US"/>
          </a:p>
        </p:txBody>
      </p:sp>
    </p:spTree>
    <p:extLst>
      <p:ext uri="{BB962C8B-B14F-4D97-AF65-F5344CB8AC3E}">
        <p14:creationId xmlns:p14="http://schemas.microsoft.com/office/powerpoint/2010/main" val="1492566465"/>
      </p:ext>
    </p:extLst>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p:cSld>
    <p:bg>
      <p:bgPr>
        <a:solidFill>
          <a:schemeClr val="bg1"/>
        </a:solidFill>
        <a:effectLst/>
      </p:bgPr>
    </p:bg>
    <p:spTree>
      <p:nvGrpSpPr>
        <p:cNvPr id="1" name=""/>
        <p:cNvGrpSpPr/>
        <p:nvPr>
          <p:custDataLst>
            <p:tags r:id="rId3"/>
          </p:custDataLst>
        </p:nvPr>
      </p:nvGrpSpPr>
      <p:grpSpPr>
        <a:xfrm>
          <a:off x="0" y="0"/>
          <a:ext cx="0" cy="0"/>
        </a:xfrm>
      </p:grpSpPr>
      <p:sp>
        <p:nvSpPr>
          <p:cNvPr id="24578" name="幻灯片图像占位符 24577"/>
          <p:cNvSpPr>
            <a:spLocks noGrp="1" noRot="1" noChangeAspect="1" noTextEdit="1"/>
          </p:cNvSpPr>
          <p:nvPr>
            <p:ph type="sldImg"/>
            <p:custDataLst>
              <p:tags r:id="rId4"/>
            </p:custDataLst>
          </p:nvPr>
        </p:nvSpPr>
        <p:spPr>
          <a:xfrm>
            <a:off x="1139825" y="684213"/>
            <a:ext cx="4573588" cy="3429000"/>
          </a:xfrm>
        </p:spPr>
      </p:sp>
      <p:sp>
        <p:nvSpPr>
          <p:cNvPr id="24579" name="文本占位符 24578"/>
          <p:cNvSpPr>
            <a:spLocks noGrp="1" noRot="1"/>
          </p:cNvSpPr>
          <p:nvPr>
            <p:ph type="body" idx="1"/>
            <p:custDataLst>
              <p:tags r:id="rId5"/>
            </p:custDataLst>
          </p:nvPr>
        </p:nvSpPr>
        <p:spPr>
          <a:xfrm>
            <a:off x="684213" y="4341813"/>
            <a:ext cx="5486400" cy="4114800"/>
          </a:xfrm>
        </p:spPr>
        <p:txBody>
          <a:bodyPr/>
          <a:lstStyle/>
          <a:p>
            <a:pPr lvl="0"/>
            <a:r>
              <a:rPr lang="zh-CN" altLang="en-US"/>
              <a:t>本资料来自于资源最齐全的２１世纪教育网</a:t>
            </a:r>
            <a:r>
              <a:rPr lang="en-US" altLang="zh-CN"/>
              <a:t>www.21cnjy.com</a:t>
            </a:r>
          </a:p>
        </p:txBody>
      </p:sp>
    </p:spTree>
    <p:extLst>
      <p:ext uri="{BB962C8B-B14F-4D97-AF65-F5344CB8AC3E}">
        <p14:creationId xmlns:p14="http://schemas.microsoft.com/office/powerpoint/2010/main" val="1971881623"/>
      </p:ext>
    </p:extLst>
  </p:cSld>
  <p:clrMapOvr>
    <a:overrideClrMapping bg1="lt1" tx1="dk1" bg2="lt2" tx2="dk2" accent1="accent1" accent2="accent2" accent3="accent3" accent4="accent4" accent5="accent5" accent6="accent6" hlink="hlink" folHlink="folHlink"/>
  </p:clrMapOvr>
</p:notes>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4.xml" /><Relationship Id="rId2" Type="http://schemas.openxmlformats.org/officeDocument/2006/relationships/tags" Target="../tags/tag5.xml" /><Relationship Id="rId3" Type="http://schemas.openxmlformats.org/officeDocument/2006/relationships/tags" Target="../tags/tag6.xml" /><Relationship Id="rId4"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7.xml" /><Relationship Id="rId2" Type="http://schemas.openxmlformats.org/officeDocument/2006/relationships/tags" Target="../tags/tag8.xml" /><Relationship Id="rId3" Type="http://schemas.openxmlformats.org/officeDocument/2006/relationships/tags" Target="../tags/tag9.xml" /><Relationship Id="rId4"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tags" Target="../tags/tag10.xml" /><Relationship Id="rId2" Type="http://schemas.openxmlformats.org/officeDocument/2006/relationships/tags" Target="../tags/tag11.xml" /><Relationship Id="rId3" Type="http://schemas.openxmlformats.org/officeDocument/2006/relationships/tags" Target="../tags/tag12.xml" /><Relationship Id="rId4"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tags" Target="../tags/tag13.xml" /><Relationship Id="rId2" Type="http://schemas.openxmlformats.org/officeDocument/2006/relationships/tags" Target="../tags/tag14.xml" /><Relationship Id="rId3"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tags" Target="../tags/tag15.xml" /><Relationship Id="rId2"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tags" Target="../tags/tag16.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tags" Target="../tags/tag19.xml" /><Relationship Id="rId2" Type="http://schemas.openxmlformats.org/officeDocument/2006/relationships/tags" Target="../tags/tag20.xml" /><Relationship Id="rId3" Type="http://schemas.openxmlformats.org/officeDocument/2006/relationships/tags" Target="../tags/tag21.xml" /><Relationship Id="rId4"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tags" Target="../tags/tag22.xml" /><Relationship Id="rId2" Type="http://schemas.openxmlformats.org/officeDocument/2006/relationships/tags" Target="../tags/tag23.xml" /><Relationship Id="rId3" Type="http://schemas.openxmlformats.org/officeDocument/2006/relationships/tags" Target="../tags/tag24.xml" /><Relationship Id="rId4"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tags" Target="../tags/tag25.xml" /><Relationship Id="rId2" Type="http://schemas.openxmlformats.org/officeDocument/2006/relationships/tags" Target="../tags/tag26.xml" /><Relationship Id="rId3" Type="http://schemas.openxmlformats.org/officeDocument/2006/relationships/tags" Target="../tags/tag27.xml" /><Relationship Id="rId4"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tags" Target="../tags/tag28.xml" /><Relationship Id="rId2"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tags" Target="../tags/tag29.xml" /><Relationship Id="rId2" Type="http://schemas.openxmlformats.org/officeDocument/2006/relationships/tags" Target="../tags/tag30.xml" /><Relationship Id="rId3" Type="http://schemas.openxmlformats.org/officeDocument/2006/relationships/tags" Target="../tags/tag31.xml" /><Relationship Id="rId4" Type="http://schemas.openxmlformats.org/officeDocument/2006/relationships/tags" Target="../tags/tag32.xml" /><Relationship Id="rId5" Type="http://schemas.openxmlformats.org/officeDocument/2006/relationships/tags" Target="../tags/tag33.xml" /><Relationship Id="rId6" Type="http://schemas.openxmlformats.org/officeDocument/2006/relationships/slideMaster" Target="../slideMasters/slideMaster1.xml" /></Relationships>
</file>

<file path=ppt/slideLayouts/_rels/slideLayout13.xml.rels>&#65279;<?xml version="1.0" encoding="utf-8" standalone="yes"?><Relationships xmlns="http://schemas.openxmlformats.org/package/2006/relationships"><Relationship Id="rId1" Type="http://schemas.openxmlformats.org/officeDocument/2006/relationships/tags" Target="../tags/tag34.xml" /><Relationship Id="rId2" Type="http://schemas.openxmlformats.org/officeDocument/2006/relationships/tags" Target="../tags/tag35.xml" /><Relationship Id="rId3" Type="http://schemas.openxmlformats.org/officeDocument/2006/relationships/tags" Target="../tags/tag36.xml" /><Relationship Id="rId4" Type="http://schemas.openxmlformats.org/officeDocument/2006/relationships/tags" Target="../tags/tag37.xml" /><Relationship Id="rId5" Type="http://schemas.openxmlformats.org/officeDocument/2006/relationships/tags" Target="../tags/tag38.xml" /><Relationship Id="rId6" Type="http://schemas.openxmlformats.org/officeDocument/2006/relationships/tags" Target="../tags/tag39.xml" /><Relationship Id="rId7" Type="http://schemas.openxmlformats.org/officeDocument/2006/relationships/slideMaster" Target="../slideMasters/slideMaster1.xml" /></Relationships>
</file>

<file path=ppt/slideLayouts/_rels/slideLayout14.xml.rels>&#65279;<?xml version="1.0" encoding="utf-8" standalone="yes"?><Relationships xmlns="http://schemas.openxmlformats.org/package/2006/relationships"><Relationship Id="rId1" Type="http://schemas.openxmlformats.org/officeDocument/2006/relationships/tags" Target="../tags/tag40.xml" /><Relationship Id="rId2" Type="http://schemas.openxmlformats.org/officeDocument/2006/relationships/tags" Target="../tags/tag41.xml" /><Relationship Id="rId3" Type="http://schemas.openxmlformats.org/officeDocument/2006/relationships/tags" Target="../tags/tag42.xml" /><Relationship Id="rId4" Type="http://schemas.openxmlformats.org/officeDocument/2006/relationships/tags" Target="../tags/tag43.xml" /><Relationship Id="rId5" Type="http://schemas.openxmlformats.org/officeDocument/2006/relationships/tags" Target="../tags/tag44.xml" /><Relationship Id="rId6" Type="http://schemas.openxmlformats.org/officeDocument/2006/relationships/slideMaster" Target="../slideMasters/slideMaster1.xml" /></Relationships>
</file>

<file path=ppt/slideLayouts/_rels/slideLayout15.xml.rels>&#65279;<?xml version="1.0" encoding="utf-8" standalone="yes"?><Relationships xmlns="http://schemas.openxmlformats.org/package/2006/relationships"><Relationship Id="rId1" Type="http://schemas.openxmlformats.org/officeDocument/2006/relationships/tags" Target="../tags/tag45.xml" /><Relationship Id="rId2" Type="http://schemas.openxmlformats.org/officeDocument/2006/relationships/tags" Target="../tags/tag46.xml" /><Relationship Id="rId3" Type="http://schemas.openxmlformats.org/officeDocument/2006/relationships/slideMaster" Target="../slideMasters/slideMaster1.xml" /></Relationships>
</file>

<file path=ppt/slideLayouts/_rels/slideLayout16.xml.rels>&#65279;<?xml version="1.0" encoding="utf-8" standalone="yes"?><Relationships xmlns="http://schemas.openxmlformats.org/package/2006/relationships"><Relationship Id="rId1" Type="http://schemas.openxmlformats.org/officeDocument/2006/relationships/tags" Target="../tags/tag47.xml" /><Relationship Id="rId2" Type="http://schemas.openxmlformats.org/officeDocument/2006/relationships/tags" Target="../tags/tag48.xml" /><Relationship Id="rId3" Type="http://schemas.openxmlformats.org/officeDocument/2006/relationships/slideMaster" Target="../slideMasters/slideMaster1.xml" /></Relationships>
</file>

<file path=ppt/slideLayouts/_rels/slideLayout17.xml.rels>&#65279;<?xml version="1.0" encoding="utf-8" standalone="yes"?><Relationships xmlns="http://schemas.openxmlformats.org/package/2006/relationships"><Relationship Id="rId1" Type="http://schemas.openxmlformats.org/officeDocument/2006/relationships/tags" Target="../tags/tag49.xml" /><Relationship Id="rId2" Type="http://schemas.openxmlformats.org/officeDocument/2006/relationships/tags" Target="../tags/tag50.xml" /><Relationship Id="rId3" Type="http://schemas.openxmlformats.org/officeDocument/2006/relationships/tags" Target="../tags/tag51.xml" /><Relationship Id="rId4" Type="http://schemas.openxmlformats.org/officeDocument/2006/relationships/tags" Target="../tags/tag52.xml" /><Relationship Id="rId5" Type="http://schemas.openxmlformats.org/officeDocument/2006/relationships/tags" Target="../tags/tag53.xml" /><Relationship Id="rId6" Type="http://schemas.openxmlformats.org/officeDocument/2006/relationships/tags" Target="../tags/tag54.xml" /><Relationship Id="rId7" Type="http://schemas.openxmlformats.org/officeDocument/2006/relationships/slideMaster" Target="../slideMasters/slideMaster1.xml" /></Relationships>
</file>

<file path=ppt/slideLayouts/_rels/slideLayout18.xml.rels>&#65279;<?xml version="1.0" encoding="utf-8" standalone="yes"?><Relationships xmlns="http://schemas.openxmlformats.org/package/2006/relationships"><Relationship Id="rId1" Type="http://schemas.openxmlformats.org/officeDocument/2006/relationships/tags" Target="../tags/tag55.xml" /><Relationship Id="rId10" Type="http://schemas.openxmlformats.org/officeDocument/2006/relationships/tags" Target="../tags/tag63.xml" /><Relationship Id="rId11" Type="http://schemas.openxmlformats.org/officeDocument/2006/relationships/tags" Target="../tags/tag64.xml" /><Relationship Id="rId12" Type="http://schemas.openxmlformats.org/officeDocument/2006/relationships/image" Target="../media/image2.png" /><Relationship Id="rId13" Type="http://schemas.openxmlformats.org/officeDocument/2006/relationships/tags" Target="../tags/tag65.xml" /><Relationship Id="rId14" Type="http://schemas.openxmlformats.org/officeDocument/2006/relationships/slideMaster" Target="../slideMasters/slideMaster1.xml" /><Relationship Id="rId2" Type="http://schemas.openxmlformats.org/officeDocument/2006/relationships/image" Target="../media/image1.jpeg" /><Relationship Id="rId3" Type="http://schemas.openxmlformats.org/officeDocument/2006/relationships/tags" Target="../tags/tag56.xml" /><Relationship Id="rId4" Type="http://schemas.openxmlformats.org/officeDocument/2006/relationships/tags" Target="../tags/tag57.xml" /><Relationship Id="rId5" Type="http://schemas.openxmlformats.org/officeDocument/2006/relationships/tags" Target="../tags/tag58.xml" /><Relationship Id="rId6" Type="http://schemas.openxmlformats.org/officeDocument/2006/relationships/tags" Target="../tags/tag59.xml" /><Relationship Id="rId7" Type="http://schemas.openxmlformats.org/officeDocument/2006/relationships/tags" Target="../tags/tag60.xml" /><Relationship Id="rId8" Type="http://schemas.openxmlformats.org/officeDocument/2006/relationships/tags" Target="../tags/tag61.xml" /><Relationship Id="rId9" Type="http://schemas.openxmlformats.org/officeDocument/2006/relationships/tags" Target="../tags/tag62.xml" /></Relationships>
</file>

<file path=ppt/slideLayouts/_rels/slideLayout19.xml.rels>&#65279;<?xml version="1.0" encoding="utf-8" standalone="yes"?><Relationships xmlns="http://schemas.openxmlformats.org/package/2006/relationships"><Relationship Id="rId1" Type="http://schemas.openxmlformats.org/officeDocument/2006/relationships/tags" Target="../tags/tag66.xml" /><Relationship Id="rId2" Type="http://schemas.openxmlformats.org/officeDocument/2006/relationships/tags" Target="../tags/tag67.xml" /><Relationship Id="rId3" Type="http://schemas.openxmlformats.org/officeDocument/2006/relationships/tags" Target="../tags/tag68.xml" /><Relationship Id="rId4" Type="http://schemas.openxmlformats.org/officeDocument/2006/relationships/tags" Target="../tags/tag69.xml" /><Relationship Id="rId5" Type="http://schemas.openxmlformats.org/officeDocument/2006/relationships/slideMaster" Target="../slideMasters/slideMaster1.xml" /></Relationships>
</file>

<file path=ppt/slideLayouts/_rels/slideLayout20.xml.rels>&#65279;<?xml version="1.0" encoding="utf-8" standalone="yes"?><Relationships xmlns="http://schemas.openxmlformats.org/package/2006/relationships"><Relationship Id="rId1" Type="http://schemas.openxmlformats.org/officeDocument/2006/relationships/tags" Target="../tags/tag70.xml" /><Relationship Id="rId2" Type="http://schemas.openxmlformats.org/officeDocument/2006/relationships/tags" Target="../tags/tag71.xml" /><Relationship Id="rId3" Type="http://schemas.openxmlformats.org/officeDocument/2006/relationships/image" Target="../media/image3.png" /><Relationship Id="rId4" Type="http://schemas.openxmlformats.org/officeDocument/2006/relationships/tags" Target="../tags/tag72.xml" /><Relationship Id="rId5" Type="http://schemas.openxmlformats.org/officeDocument/2006/relationships/tags" Target="../tags/tag73.xml" /><Relationship Id="rId6" Type="http://schemas.openxmlformats.org/officeDocument/2006/relationships/slideMaster" Target="../slideMasters/slideMaster1.xml" /></Relationships>
</file>

<file path=ppt/slideLayouts/_rels/slideLayout21.xml.rels>&#65279;<?xml version="1.0" encoding="utf-8" standalone="yes"?><Relationships xmlns="http://schemas.openxmlformats.org/package/2006/relationships"><Relationship Id="rId1" Type="http://schemas.openxmlformats.org/officeDocument/2006/relationships/tags" Target="../tags/tag74.xml" /><Relationship Id="rId2" Type="http://schemas.openxmlformats.org/officeDocument/2006/relationships/tags" Target="../tags/tag75.xml" /><Relationship Id="rId3" Type="http://schemas.openxmlformats.org/officeDocument/2006/relationships/tags" Target="../tags/tag76.xml" /><Relationship Id="rId4" Type="http://schemas.openxmlformats.org/officeDocument/2006/relationships/tags" Target="../tags/tag77.xml" /><Relationship Id="rId5" Type="http://schemas.openxmlformats.org/officeDocument/2006/relationships/slideMaster" Target="../slideMasters/slideMaster1.xml" /></Relationships>
</file>

<file path=ppt/slideLayouts/_rels/slideLayout22.xml.rels>&#65279;<?xml version="1.0" encoding="utf-8" standalone="yes"?><Relationships xmlns="http://schemas.openxmlformats.org/package/2006/relationships"><Relationship Id="rId1" Type="http://schemas.openxmlformats.org/officeDocument/2006/relationships/tags" Target="../tags/tag78.xml" /><Relationship Id="rId2" Type="http://schemas.openxmlformats.org/officeDocument/2006/relationships/tags" Target="../tags/tag79.xml" /><Relationship Id="rId3" Type="http://schemas.openxmlformats.org/officeDocument/2006/relationships/slideMaster" Target="../slideMasters/slideMaster1.xml" /></Relationships>
</file>

<file path=ppt/slideLayouts/_rels/slideLayout23.xml.rels>&#65279;<?xml version="1.0" encoding="utf-8" standalone="yes"?><Relationships xmlns="http://schemas.openxmlformats.org/package/2006/relationships"><Relationship Id="rId1" Type="http://schemas.openxmlformats.org/officeDocument/2006/relationships/tags" Target="../tags/tag80.xml" /><Relationship Id="rId2" Type="http://schemas.openxmlformats.org/officeDocument/2006/relationships/tags" Target="../tags/tag81.xml" /><Relationship Id="rId3" Type="http://schemas.openxmlformats.org/officeDocument/2006/relationships/slideMaster" Target="../slideMasters/slideMaster1.xml" /></Relationships>
</file>

<file path=ppt/slideLayouts/_rels/slideLayout24.xml.rels>&#65279;<?xml version="1.0" encoding="utf-8" standalone="yes"?><Relationships xmlns="http://schemas.openxmlformats.org/package/2006/relationships"><Relationship Id="rId1" Type="http://schemas.openxmlformats.org/officeDocument/2006/relationships/tags" Target="../tags/tag82.xml" /><Relationship Id="rId2" Type="http://schemas.openxmlformats.org/officeDocument/2006/relationships/tags" Target="../tags/tag83.xml" /><Relationship Id="rId3" Type="http://schemas.openxmlformats.org/officeDocument/2006/relationships/tags" Target="../tags/tag84.xml" /><Relationship Id="rId4" Type="http://schemas.openxmlformats.org/officeDocument/2006/relationships/tags" Target="../tags/tag85.xml" /><Relationship Id="rId5" Type="http://schemas.openxmlformats.org/officeDocument/2006/relationships/tags" Target="../tags/tag86.xml" /><Relationship Id="rId6" Type="http://schemas.openxmlformats.org/officeDocument/2006/relationships/tags" Target="../tags/tag87.xml" /><Relationship Id="rId7" Type="http://schemas.openxmlformats.org/officeDocument/2006/relationships/tags" Target="../tags/tag88.xml" /><Relationship Id="rId8" Type="http://schemas.openxmlformats.org/officeDocument/2006/relationships/tags" Target="../tags/tag89.xml" /><Relationship Id="rId9" Type="http://schemas.openxmlformats.org/officeDocument/2006/relationships/slideMaster" Target="../slideMasters/slideMaster1.xml" /></Relationships>
</file>

<file path=ppt/slideLayouts/_rels/slideLayout25.xml.rels>&#65279;<?xml version="1.0" encoding="utf-8" standalone="yes"?><Relationships xmlns="http://schemas.openxmlformats.org/package/2006/relationships"><Relationship Id="rId1" Type="http://schemas.openxmlformats.org/officeDocument/2006/relationships/tags" Target="../tags/tag90.xml" /><Relationship Id="rId2" Type="http://schemas.openxmlformats.org/officeDocument/2006/relationships/tags" Target="../tags/tag91.xml" /><Relationship Id="rId3" Type="http://schemas.openxmlformats.org/officeDocument/2006/relationships/tags" Target="../tags/tag92.xml" /><Relationship Id="rId4" Type="http://schemas.openxmlformats.org/officeDocument/2006/relationships/tags" Target="../tags/tag93.xml" /><Relationship Id="rId5" Type="http://schemas.openxmlformats.org/officeDocument/2006/relationships/tags" Target="../tags/tag94.xml" /><Relationship Id="rId6" Type="http://schemas.openxmlformats.org/officeDocument/2006/relationships/slideMaster" Target="../slideMasters/slideMaster1.xml" /></Relationships>
</file>

<file path=ppt/slideLayouts/_rels/slideLayout26.xml.rels>&#65279;<?xml version="1.0" encoding="utf-8" standalone="yes"?><Relationships xmlns="http://schemas.openxmlformats.org/package/2006/relationships"><Relationship Id="rId1" Type="http://schemas.openxmlformats.org/officeDocument/2006/relationships/tags" Target="../tags/tag95.xml" /><Relationship Id="rId10" Type="http://schemas.openxmlformats.org/officeDocument/2006/relationships/tags" Target="../tags/tag104.xml" /><Relationship Id="rId11" Type="http://schemas.openxmlformats.org/officeDocument/2006/relationships/slideMaster" Target="../slideMasters/slideMaster1.xml" /><Relationship Id="rId2" Type="http://schemas.openxmlformats.org/officeDocument/2006/relationships/tags" Target="../tags/tag96.xml" /><Relationship Id="rId3" Type="http://schemas.openxmlformats.org/officeDocument/2006/relationships/tags" Target="../tags/tag97.xml" /><Relationship Id="rId4" Type="http://schemas.openxmlformats.org/officeDocument/2006/relationships/tags" Target="../tags/tag98.xml" /><Relationship Id="rId5" Type="http://schemas.openxmlformats.org/officeDocument/2006/relationships/tags" Target="../tags/tag99.xml" /><Relationship Id="rId6" Type="http://schemas.openxmlformats.org/officeDocument/2006/relationships/tags" Target="../tags/tag100.xml" /><Relationship Id="rId7" Type="http://schemas.openxmlformats.org/officeDocument/2006/relationships/tags" Target="../tags/tag101.xml" /><Relationship Id="rId8" Type="http://schemas.openxmlformats.org/officeDocument/2006/relationships/tags" Target="../tags/tag102.xml" /><Relationship Id="rId9" Type="http://schemas.openxmlformats.org/officeDocument/2006/relationships/tags" Target="../tags/tag103.xml" /></Relationships>
</file>

<file path=ppt/slideLayouts/_rels/slideLayout27.xml.rels>&#65279;<?xml version="1.0" encoding="utf-8" standalone="yes"?><Relationships xmlns="http://schemas.openxmlformats.org/package/2006/relationships"><Relationship Id="rId1" Type="http://schemas.openxmlformats.org/officeDocument/2006/relationships/tags" Target="../tags/tag105.xml" /><Relationship Id="rId2" Type="http://schemas.openxmlformats.org/officeDocument/2006/relationships/tags" Target="../tags/tag106.xml" /><Relationship Id="rId3" Type="http://schemas.openxmlformats.org/officeDocument/2006/relationships/tags" Target="../tags/tag107.xml" /><Relationship Id="rId4" Type="http://schemas.openxmlformats.org/officeDocument/2006/relationships/image" Target="../media/image4.png" /><Relationship Id="rId5" Type="http://schemas.openxmlformats.org/officeDocument/2006/relationships/tags" Target="../tags/tag108.xml" /><Relationship Id="rId6" Type="http://schemas.openxmlformats.org/officeDocument/2006/relationships/slideMaster" Target="../slideMasters/slideMaster1.xml" /></Relationships>
</file>

<file path=ppt/slideLayouts/_rels/slideLayout28.xml.rels>&#65279;<?xml version="1.0" encoding="utf-8" standalone="yes"?><Relationships xmlns="http://schemas.openxmlformats.org/package/2006/relationships"><Relationship Id="rId1" Type="http://schemas.openxmlformats.org/officeDocument/2006/relationships/tags" Target="../tags/tag109.xml" /><Relationship Id="rId2" Type="http://schemas.openxmlformats.org/officeDocument/2006/relationships/slideMaster" Target="../slideMasters/slideMaster1.xml" /></Relationships>
</file>

<file path=ppt/slideLayouts/_rels/slideLayout29.xml.rels>&#65279;<?xml version="1.0" encoding="utf-8" standalone="yes"?><Relationships xmlns="http://schemas.openxmlformats.org/package/2006/relationships"><Relationship Id="rId1" Type="http://schemas.openxmlformats.org/officeDocument/2006/relationships/tags" Target="../tags/tag110.xml" /><Relationship Id="rId2" Type="http://schemas.openxmlformats.org/officeDocument/2006/relationships/tags" Target="../tags/tag111.xml" /><Relationship Id="rId3" Type="http://schemas.openxmlformats.org/officeDocument/2006/relationships/tags" Target="../tags/tag112.xml" /><Relationship Id="rId4" Type="http://schemas.openxmlformats.org/officeDocument/2006/relationships/tags" Target="../tags/tag113.xml" /><Relationship Id="rId5" Type="http://schemas.openxmlformats.org/officeDocument/2006/relationships/slideMaster" Target="../slideMasters/slideMaster1.xml" /></Relationships>
</file>

<file path=ppt/slideLayouts/_rels/slideLayout30.xml.rels>&#65279;<?xml version="1.0" encoding="utf-8" standalone="yes"?><Relationships xmlns="http://schemas.openxmlformats.org/package/2006/relationships"><Relationship Id="rId1" Type="http://schemas.openxmlformats.org/officeDocument/2006/relationships/tags" Target="../tags/tag114.xml" /><Relationship Id="rId2" Type="http://schemas.openxmlformats.org/officeDocument/2006/relationships/tags" Target="../tags/tag115.xml" /><Relationship Id="rId3" Type="http://schemas.openxmlformats.org/officeDocument/2006/relationships/tags" Target="../tags/tag116.xml" /><Relationship Id="rId4" Type="http://schemas.openxmlformats.org/officeDocument/2006/relationships/tags" Target="../tags/tag117.xml" /><Relationship Id="rId5" Type="http://schemas.openxmlformats.org/officeDocument/2006/relationships/tags" Target="../tags/tag118.xml" /><Relationship Id="rId6" Type="http://schemas.openxmlformats.org/officeDocument/2006/relationships/slideMaster" Target="../slideMasters/slideMaster1.xml" /></Relationships>
</file>

<file path=ppt/slideLayouts/_rels/slideLayout31.xml.rels>&#65279;<?xml version="1.0" encoding="utf-8" standalone="yes"?><Relationships xmlns="http://schemas.openxmlformats.org/package/2006/relationships"><Relationship Id="rId1" Type="http://schemas.openxmlformats.org/officeDocument/2006/relationships/tags" Target="../tags/tag119.xml" /><Relationship Id="rId10" Type="http://schemas.openxmlformats.org/officeDocument/2006/relationships/slideMaster" Target="../slideMasters/slideMaster1.xml" /><Relationship Id="rId2" Type="http://schemas.openxmlformats.org/officeDocument/2006/relationships/tags" Target="../tags/tag120.xml" /><Relationship Id="rId3" Type="http://schemas.openxmlformats.org/officeDocument/2006/relationships/tags" Target="../tags/tag121.xml" /><Relationship Id="rId4" Type="http://schemas.openxmlformats.org/officeDocument/2006/relationships/tags" Target="../tags/tag122.xml" /><Relationship Id="rId5" Type="http://schemas.openxmlformats.org/officeDocument/2006/relationships/tags" Target="../tags/tag123.xml" /><Relationship Id="rId6" Type="http://schemas.openxmlformats.org/officeDocument/2006/relationships/tags" Target="../tags/tag124.xml" /><Relationship Id="rId7" Type="http://schemas.openxmlformats.org/officeDocument/2006/relationships/tags" Target="../tags/tag125.xml" /><Relationship Id="rId8" Type="http://schemas.openxmlformats.org/officeDocument/2006/relationships/tags" Target="../tags/tag126.xml" /><Relationship Id="rId9" Type="http://schemas.openxmlformats.org/officeDocument/2006/relationships/tags" Target="../tags/tag127.xml" /></Relationships>
</file>

<file path=ppt/slideLayouts/_rels/slideLayout32.xml.rels>&#65279;<?xml version="1.0" encoding="utf-8" standalone="yes"?><Relationships xmlns="http://schemas.openxmlformats.org/package/2006/relationships"><Relationship Id="rId1" Type="http://schemas.openxmlformats.org/officeDocument/2006/relationships/tags" Target="../tags/tag128.xml" /><Relationship Id="rId2" Type="http://schemas.openxmlformats.org/officeDocument/2006/relationships/tags" Target="../tags/tag129.xml" /><Relationship Id="rId3" Type="http://schemas.openxmlformats.org/officeDocument/2006/relationships/tags" Target="../tags/tag130.xml" /><Relationship Id="rId4" Type="http://schemas.openxmlformats.org/officeDocument/2006/relationships/tags" Target="../tags/tag131.xml" /><Relationship Id="rId5" Type="http://schemas.openxmlformats.org/officeDocument/2006/relationships/slideMaster" Target="../slideMasters/slideMaster1.xml" /></Relationships>
</file>

<file path=ppt/slideLayouts/_rels/slideLayout33.xml.rels>&#65279;<?xml version="1.0" encoding="utf-8" standalone="yes"?><Relationships xmlns="http://schemas.openxmlformats.org/package/2006/relationships"><Relationship Id="rId1" Type="http://schemas.openxmlformats.org/officeDocument/2006/relationships/tags" Target="../tags/tag132.xml" /><Relationship Id="rId2" Type="http://schemas.openxmlformats.org/officeDocument/2006/relationships/tags" Target="../tags/tag133.xml" /><Relationship Id="rId3" Type="http://schemas.openxmlformats.org/officeDocument/2006/relationships/tags" Target="../tags/tag134.xml" /><Relationship Id="rId4" Type="http://schemas.openxmlformats.org/officeDocument/2006/relationships/tags" Target="../tags/tag135.xml" /><Relationship Id="rId5" Type="http://schemas.openxmlformats.org/officeDocument/2006/relationships/tags" Target="../tags/tag136.xml" /><Relationship Id="rId6" Type="http://schemas.openxmlformats.org/officeDocument/2006/relationships/tags" Target="../tags/tag137.xml" /><Relationship Id="rId7" Type="http://schemas.openxmlformats.org/officeDocument/2006/relationships/tags" Target="../tags/tag138.xml" /><Relationship Id="rId8" Type="http://schemas.openxmlformats.org/officeDocument/2006/relationships/slideMaster" Target="../slideMasters/slideMaster1.xml" /></Relationships>
</file>

<file path=ppt/slideLayouts/_rels/slideLayout34.xml.rels>&#65279;<?xml version="1.0" encoding="utf-8" standalone="yes"?><Relationships xmlns="http://schemas.openxmlformats.org/package/2006/relationships"><Relationship Id="rId1" Type="http://schemas.openxmlformats.org/officeDocument/2006/relationships/tags" Target="../tags/tag139.xml" /><Relationship Id="rId10" Type="http://schemas.openxmlformats.org/officeDocument/2006/relationships/tags" Target="../tags/tag148.xml" /><Relationship Id="rId11" Type="http://schemas.openxmlformats.org/officeDocument/2006/relationships/tags" Target="../tags/tag149.xml" /><Relationship Id="rId12" Type="http://schemas.openxmlformats.org/officeDocument/2006/relationships/tags" Target="../tags/tag150.xml" /><Relationship Id="rId13" Type="http://schemas.openxmlformats.org/officeDocument/2006/relationships/slideMaster" Target="../slideMasters/slideMaster1.xml" /><Relationship Id="rId2" Type="http://schemas.openxmlformats.org/officeDocument/2006/relationships/tags" Target="../tags/tag140.xml" /><Relationship Id="rId3" Type="http://schemas.openxmlformats.org/officeDocument/2006/relationships/tags" Target="../tags/tag141.xml" /><Relationship Id="rId4" Type="http://schemas.openxmlformats.org/officeDocument/2006/relationships/tags" Target="../tags/tag142.xml" /><Relationship Id="rId5" Type="http://schemas.openxmlformats.org/officeDocument/2006/relationships/tags" Target="../tags/tag143.xml" /><Relationship Id="rId6" Type="http://schemas.openxmlformats.org/officeDocument/2006/relationships/tags" Target="../tags/tag144.xml" /><Relationship Id="rId7" Type="http://schemas.openxmlformats.org/officeDocument/2006/relationships/tags" Target="../tags/tag145.xml" /><Relationship Id="rId8" Type="http://schemas.openxmlformats.org/officeDocument/2006/relationships/tags" Target="../tags/tag146.xml" /><Relationship Id="rId9" Type="http://schemas.openxmlformats.org/officeDocument/2006/relationships/tags" Target="../tags/tag147.xml" /></Relationships>
</file>

<file path=ppt/slideLayouts/_rels/slideLayout35.xml.rels>&#65279;<?xml version="1.0" encoding="utf-8" standalone="yes"?><Relationships xmlns="http://schemas.openxmlformats.org/package/2006/relationships"><Relationship Id="rId1" Type="http://schemas.openxmlformats.org/officeDocument/2006/relationships/tags" Target="../tags/tag151.xml" /><Relationship Id="rId2"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
  <p:cSld name="标题和内容">
    <p:spTree>
      <p:nvGrpSpPr>
        <p:cNvPr id="1" name=""/>
        <p:cNvGrpSpPr/>
        <p:nvPr>
          <p:custDataLst>
            <p:tags r:id="rId1"/>
          </p:custDataLst>
        </p:nvPr>
      </p:nvGrpSpPr>
      <p:grpSpPr>
        <a:xfrm>
          <a:off x="0" y="0"/>
          <a:ext cx="0" cy="0"/>
        </a:xfrm>
      </p:grpSpPr>
      <p:sp>
        <p:nvSpPr>
          <p:cNvPr id="8" name="Shape 8"/>
          <p:cNvSpPr>
            <a:spLocks noGrp="1"/>
          </p:cNvSpPr>
          <p:nvPr>
            <p:ph type="title" hasCustomPrompt="1"/>
            <p:custDataLst>
              <p:tags r:id="rId2"/>
            </p:custDataLst>
          </p:nvPr>
        </p:nvSpPr>
        <p:spPr>
          <a:prstGeom prst="rect">
            <a:avLst/>
          </a:prstGeom>
        </p:spPr>
        <p:txBody>
          <a:bodyPr/>
          <a:lstStyle/>
          <a:p>
            <a:pPr lvl="0">
              <a:defRPr sz="1800"/>
            </a:pPr>
            <a:r>
              <a:rPr sz="4400"/>
              <a:t>标题文本</a:t>
            </a:r>
          </a:p>
        </p:txBody>
      </p:sp>
      <p:sp>
        <p:nvSpPr>
          <p:cNvPr id="9" name="Shape 9"/>
          <p:cNvSpPr>
            <a:spLocks noGrp="1"/>
          </p:cNvSpPr>
          <p:nvPr>
            <p:ph type="body" idx="1" hasCustomPrompt="1"/>
            <p:custDataLst>
              <p:tags r:id="rId3"/>
            </p:custDataLst>
          </p:nvPr>
        </p:nvSpPr>
        <p:spPr>
          <a:prstGeom prst="rect">
            <a:avLst/>
          </a:prstGeom>
        </p:spPr>
        <p:txBody>
          <a:body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p:transition spd="med"/>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
  <p:cSld name="节标题">
    <p:spTree>
      <p:nvGrpSpPr>
        <p:cNvPr id="1" name=""/>
        <p:cNvGrpSpPr/>
        <p:nvPr>
          <p:custDataLst>
            <p:tags r:id="rId1"/>
          </p:custDataLst>
        </p:nvPr>
      </p:nvGrpSpPr>
      <p:grpSpPr>
        <a:xfrm>
          <a:off x="0" y="0"/>
          <a:ext cx="0" cy="0"/>
        </a:xfrm>
      </p:grpSpPr>
      <p:sp>
        <p:nvSpPr>
          <p:cNvPr id="11" name="Shape 11"/>
          <p:cNvSpPr>
            <a:spLocks noGrp="1"/>
          </p:cNvSpPr>
          <p:nvPr>
            <p:ph type="title" hasCustomPrompt="1"/>
            <p:custDataLst>
              <p:tags r:id="rId2"/>
            </p:custDataLst>
          </p:nvPr>
        </p:nvSpPr>
        <p:spPr>
          <a:xfrm>
            <a:off x="623887" y="0"/>
            <a:ext cx="7886701" cy="3421064"/>
          </a:xfrm>
          <a:prstGeom prst="rect">
            <a:avLst/>
          </a:prstGeom>
        </p:spPr>
        <p:txBody>
          <a:bodyPr anchor="b"/>
          <a:lstStyle>
            <a:lvl1pPr>
              <a:defRPr sz="6000"/>
            </a:lvl1pPr>
          </a:lstStyle>
          <a:p>
            <a:pPr lvl="0">
              <a:defRPr sz="1800"/>
            </a:pPr>
            <a:r>
              <a:rPr sz="6000"/>
              <a:t>标题文本</a:t>
            </a:r>
          </a:p>
        </p:txBody>
      </p:sp>
      <p:sp>
        <p:nvSpPr>
          <p:cNvPr id="12" name="Shape 12"/>
          <p:cNvSpPr>
            <a:spLocks noGrp="1"/>
          </p:cNvSpPr>
          <p:nvPr>
            <p:ph type="body" idx="1" hasCustomPrompt="1"/>
            <p:custDataLst>
              <p:tags r:id="rId3"/>
            </p:custDataLst>
          </p:nvPr>
        </p:nvSpPr>
        <p:spPr>
          <a:xfrm>
            <a:off x="623887" y="3441700"/>
            <a:ext cx="7886701" cy="1689100"/>
          </a:xfrm>
          <a:prstGeom prst="rect">
            <a:avLst/>
          </a:prstGeom>
        </p:spPr>
        <p:txBody>
          <a:bodyPr/>
          <a:lstStyle>
            <a:lvl1pPr marL="0" indent="0">
              <a:spcBef>
                <a:spcPts val="500"/>
              </a:spcBef>
              <a:buSzTx/>
              <a:buNone/>
              <a:defRPr sz="2400"/>
            </a:lvl1pPr>
            <a:lvl2pPr marL="0" indent="457200">
              <a:spcBef>
                <a:spcPts val="500"/>
              </a:spcBef>
              <a:buSzTx/>
              <a:buNone/>
              <a:defRPr sz="2400"/>
            </a:lvl2pPr>
            <a:lvl3pPr marL="0" indent="914400">
              <a:spcBef>
                <a:spcPts val="500"/>
              </a:spcBef>
              <a:buSzTx/>
              <a:buNone/>
              <a:defRPr sz="2400"/>
            </a:lvl3pPr>
            <a:lvl4pPr marL="0" indent="1371600">
              <a:spcBef>
                <a:spcPts val="500"/>
              </a:spcBef>
              <a:buSzTx/>
              <a:buNone/>
              <a:defRPr sz="2400"/>
            </a:lvl4pPr>
            <a:lvl5pPr marL="0" indent="1828800">
              <a:spcBef>
                <a:spcPts val="500"/>
              </a:spcBef>
              <a:buSzTx/>
              <a:buNone/>
              <a:defRPr sz="2400"/>
            </a:lvl5pPr>
          </a:lstStyle>
          <a:p>
            <a:pPr lvl="0">
              <a:defRPr sz="1800"/>
            </a:pPr>
            <a:r>
              <a:rPr sz="2400"/>
              <a:t>正文级别 1</a:t>
            </a:r>
          </a:p>
          <a:p>
            <a:pPr lvl="1">
              <a:defRPr sz="1800"/>
            </a:pPr>
            <a:r>
              <a:rPr sz="2400"/>
              <a:t>正文级别 2</a:t>
            </a:r>
          </a:p>
          <a:p>
            <a:pPr lvl="2">
              <a:defRPr sz="1800"/>
            </a:pPr>
            <a:r>
              <a:rPr sz="2400"/>
              <a:t>正文级别 3</a:t>
            </a:r>
          </a:p>
          <a:p>
            <a:pPr lvl="3">
              <a:defRPr sz="1800"/>
            </a:pPr>
            <a:r>
              <a:rPr sz="2400"/>
              <a:t>正文级别 4</a:t>
            </a:r>
          </a:p>
          <a:p>
            <a:pPr lvl="4">
              <a:defRPr sz="1800"/>
            </a:pPr>
            <a:r>
              <a:rPr sz="2400"/>
              <a:t>正文级别 5</a:t>
            </a:r>
          </a:p>
        </p:txBody>
      </p:sp>
    </p:spTree>
  </p:cSld>
  <p:clrMapOvr>
    <a:masterClrMapping/>
  </p:clrMapOvr>
  <p:transition spd="med"/>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
  <p:cSld name="两栏内容">
    <p:spTree>
      <p:nvGrpSpPr>
        <p:cNvPr id="1" name=""/>
        <p:cNvGrpSpPr/>
        <p:nvPr>
          <p:custDataLst>
            <p:tags r:id="rId1"/>
          </p:custDataLst>
        </p:nvPr>
      </p:nvGrpSpPr>
      <p:grpSpPr>
        <a:xfrm>
          <a:off x="0" y="0"/>
          <a:ext cx="0" cy="0"/>
        </a:xfrm>
      </p:grpSpPr>
      <p:sp>
        <p:nvSpPr>
          <p:cNvPr id="14" name="Shape 14"/>
          <p:cNvSpPr>
            <a:spLocks noGrp="1"/>
          </p:cNvSpPr>
          <p:nvPr>
            <p:ph type="title" hasCustomPrompt="1"/>
            <p:custDataLst>
              <p:tags r:id="rId2"/>
            </p:custDataLst>
          </p:nvPr>
        </p:nvSpPr>
        <p:spPr>
          <a:prstGeom prst="rect">
            <a:avLst/>
          </a:prstGeom>
        </p:spPr>
        <p:txBody>
          <a:bodyPr/>
          <a:lstStyle/>
          <a:p>
            <a:pPr lvl="0">
              <a:defRPr sz="1800"/>
            </a:pPr>
            <a:r>
              <a:rPr sz="4400"/>
              <a:t>标题文本</a:t>
            </a:r>
          </a:p>
        </p:txBody>
      </p:sp>
      <p:sp>
        <p:nvSpPr>
          <p:cNvPr id="15" name="Shape 15"/>
          <p:cNvSpPr>
            <a:spLocks noGrp="1"/>
          </p:cNvSpPr>
          <p:nvPr>
            <p:ph type="body" idx="1" hasCustomPrompt="1"/>
            <p:custDataLst>
              <p:tags r:id="rId3"/>
            </p:custDataLst>
          </p:nvPr>
        </p:nvSpPr>
        <p:spPr>
          <a:xfrm>
            <a:off x="628650" y="1368425"/>
            <a:ext cx="3867150" cy="3762375"/>
          </a:xfrm>
          <a:prstGeom prst="rect">
            <a:avLst/>
          </a:prstGeom>
        </p:spPr>
        <p:txBody>
          <a:body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p:transition spd="med"/>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
  <p:cSld name="比较">
    <p:spTree>
      <p:nvGrpSpPr>
        <p:cNvPr id="1" name=""/>
        <p:cNvGrpSpPr/>
        <p:nvPr>
          <p:custDataLst>
            <p:tags r:id="rId1"/>
          </p:custDataLst>
        </p:nvPr>
      </p:nvGrpSpPr>
      <p:grpSpPr>
        <a:xfrm>
          <a:off x="0" y="0"/>
          <a:ext cx="0" cy="0"/>
        </a:xfrm>
      </p:grpSpPr>
      <p:sp>
        <p:nvSpPr>
          <p:cNvPr id="17" name="Shape 17"/>
          <p:cNvSpPr>
            <a:spLocks noGrp="1"/>
          </p:cNvSpPr>
          <p:nvPr>
            <p:ph type="title" hasCustomPrompt="1"/>
            <p:custDataLst>
              <p:tags r:id="rId2"/>
            </p:custDataLst>
          </p:nvPr>
        </p:nvSpPr>
        <p:spPr>
          <a:xfrm>
            <a:off x="630237" y="273050"/>
            <a:ext cx="7886701" cy="995363"/>
          </a:xfrm>
          <a:prstGeom prst="rect">
            <a:avLst/>
          </a:prstGeom>
        </p:spPr>
        <p:txBody>
          <a:bodyPr/>
          <a:lstStyle/>
          <a:p>
            <a:pPr lvl="0">
              <a:defRPr sz="1800"/>
            </a:pPr>
            <a:r>
              <a:rPr sz="4400"/>
              <a:t>标题文本</a:t>
            </a:r>
          </a:p>
        </p:txBody>
      </p:sp>
      <p:sp>
        <p:nvSpPr>
          <p:cNvPr id="18" name="Shape 18"/>
          <p:cNvSpPr>
            <a:spLocks noGrp="1"/>
          </p:cNvSpPr>
          <p:nvPr>
            <p:ph type="body" idx="1" hasCustomPrompt="1"/>
            <p:custDataLst>
              <p:tags r:id="rId3"/>
            </p:custDataLst>
          </p:nvPr>
        </p:nvSpPr>
        <p:spPr>
          <a:xfrm>
            <a:off x="630237" y="1260475"/>
            <a:ext cx="3868739" cy="617538"/>
          </a:xfrm>
          <a:prstGeom prst="rect">
            <a:avLst/>
          </a:prstGeom>
        </p:spPr>
        <p:txBody>
          <a:bodyPr anchor="b"/>
          <a:lstStyle>
            <a:lvl1pPr marL="0" indent="0">
              <a:spcBef>
                <a:spcPts val="500"/>
              </a:spcBef>
              <a:buSzTx/>
              <a:buNone/>
              <a:defRPr sz="2400" b="1"/>
            </a:lvl1pPr>
            <a:lvl2pPr marL="0" indent="457200">
              <a:spcBef>
                <a:spcPts val="500"/>
              </a:spcBef>
              <a:buSzTx/>
              <a:buNone/>
              <a:defRPr sz="2400" b="1"/>
            </a:lvl2pPr>
            <a:lvl3pPr marL="0" indent="914400">
              <a:spcBef>
                <a:spcPts val="500"/>
              </a:spcBef>
              <a:buSzTx/>
              <a:buNone/>
              <a:defRPr sz="2400" b="1"/>
            </a:lvl3pPr>
            <a:lvl4pPr marL="0" indent="1371600">
              <a:spcBef>
                <a:spcPts val="500"/>
              </a:spcBef>
              <a:buSzTx/>
              <a:buNone/>
              <a:defRPr sz="2400" b="1"/>
            </a:lvl4pPr>
            <a:lvl5pPr marL="0" indent="1828800">
              <a:spcBef>
                <a:spcPts val="500"/>
              </a:spcBef>
              <a:buSzTx/>
              <a:buNone/>
              <a:defRPr sz="2400" b="1"/>
            </a:lvl5pPr>
          </a:lstStyle>
          <a:p>
            <a:pPr lvl="0">
              <a:defRPr sz="1800" b="0"/>
            </a:pPr>
            <a:r>
              <a:rPr sz="2400" b="1"/>
              <a:t>正文级别 1</a:t>
            </a:r>
          </a:p>
          <a:p>
            <a:pPr lvl="1">
              <a:defRPr sz="1800" b="0"/>
            </a:pPr>
            <a:r>
              <a:rPr sz="2400" b="1"/>
              <a:t>正文级别 2</a:t>
            </a:r>
          </a:p>
          <a:p>
            <a:pPr lvl="2">
              <a:defRPr sz="1800" b="0"/>
            </a:pPr>
            <a:r>
              <a:rPr sz="2400" b="1"/>
              <a:t>正文级别 3</a:t>
            </a:r>
          </a:p>
          <a:p>
            <a:pPr lvl="3">
              <a:defRPr sz="1800" b="0"/>
            </a:pPr>
            <a:r>
              <a:rPr sz="2400" b="1"/>
              <a:t>正文级别 4</a:t>
            </a:r>
          </a:p>
          <a:p>
            <a:pPr lvl="4">
              <a:defRPr sz="1800" b="0"/>
            </a:pPr>
            <a:r>
              <a:rPr sz="2400" b="1"/>
              <a:t>正文级别 5</a:t>
            </a:r>
          </a:p>
        </p:txBody>
      </p:sp>
    </p:spTree>
  </p:cSld>
  <p:clrMapOvr>
    <a:masterClrMapping/>
  </p:clrMapOvr>
  <p:transition spd="med"/>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
  <p:cSld name="仅标题">
    <p:spTree>
      <p:nvGrpSpPr>
        <p:cNvPr id="1" name=""/>
        <p:cNvGrpSpPr/>
        <p:nvPr>
          <p:custDataLst>
            <p:tags r:id="rId1"/>
          </p:custDataLst>
        </p:nvPr>
      </p:nvGrpSpPr>
      <p:grpSpPr>
        <a:xfrm>
          <a:off x="0" y="0"/>
          <a:ext cx="0" cy="0"/>
        </a:xfrm>
      </p:grpSpPr>
      <p:sp>
        <p:nvSpPr>
          <p:cNvPr id="20" name="Shape 20"/>
          <p:cNvSpPr>
            <a:spLocks noGrp="1"/>
          </p:cNvSpPr>
          <p:nvPr>
            <p:ph type="title" hasCustomPrompt="1"/>
            <p:custDataLst>
              <p:tags r:id="rId2"/>
            </p:custDataLst>
          </p:nvPr>
        </p:nvSpPr>
        <p:spPr>
          <a:xfrm>
            <a:off x="628650" y="273050"/>
            <a:ext cx="7886700" cy="995363"/>
          </a:xfrm>
          <a:prstGeom prst="rect">
            <a:avLst/>
          </a:prstGeom>
        </p:spPr>
        <p:txBody>
          <a:bodyPr/>
          <a:lstStyle/>
          <a:p>
            <a:pPr lvl="0">
              <a:defRPr sz="1800"/>
            </a:pPr>
            <a:r>
              <a:rPr sz="4400"/>
              <a:t>标题文本</a:t>
            </a:r>
          </a:p>
        </p:txBody>
      </p:sp>
    </p:spTree>
  </p:cSld>
  <p:clrMapOvr>
    <a:masterClrMapping/>
  </p:clrMapOvr>
  <p:transition spd="med"/>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
  <p:cSld name="空白">
    <p:spTree>
      <p:nvGrpSpPr>
        <p:cNvPr id="1" name=""/>
        <p:cNvGrpSpPr/>
        <p:nvPr>
          <p:custDataLst>
            <p:tags r:id="rId1"/>
          </p:custDataLst>
        </p:nvPr>
      </p:nvGrpSpPr>
      <p:grpSpPr>
        <a:xfrm>
          <a:off x="0" y="0"/>
          <a:ext cx="0" cy="0"/>
        </a:xfrm>
      </p:grpSpPr>
    </p:spTree>
  </p:cSld>
  <p:clrMapOvr>
    <a:masterClrMapping/>
  </p:clrMapOvr>
  <p:transition spd="med"/>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
  <p:cSld name="内容与标题">
    <p:spTree>
      <p:nvGrpSpPr>
        <p:cNvPr id="1" name=""/>
        <p:cNvGrpSpPr/>
        <p:nvPr>
          <p:custDataLst>
            <p:tags r:id="rId1"/>
          </p:custDataLst>
        </p:nvPr>
      </p:nvGrpSpPr>
      <p:grpSpPr>
        <a:xfrm>
          <a:off x="0" y="0"/>
          <a:ext cx="0" cy="0"/>
        </a:xfrm>
      </p:grpSpPr>
      <p:sp>
        <p:nvSpPr>
          <p:cNvPr id="23" name="Shape 23"/>
          <p:cNvSpPr>
            <a:spLocks noGrp="1"/>
          </p:cNvSpPr>
          <p:nvPr>
            <p:ph type="title" hasCustomPrompt="1"/>
            <p:custDataLst>
              <p:tags r:id="rId2"/>
            </p:custDataLst>
          </p:nvPr>
        </p:nvSpPr>
        <p:spPr>
          <a:xfrm>
            <a:off x="630237" y="0"/>
            <a:ext cx="2949576" cy="1543050"/>
          </a:xfrm>
          <a:prstGeom prst="rect">
            <a:avLst/>
          </a:prstGeom>
        </p:spPr>
        <p:txBody>
          <a:bodyPr anchor="b"/>
          <a:lstStyle>
            <a:lvl1pPr>
              <a:defRPr sz="3200"/>
            </a:lvl1pPr>
          </a:lstStyle>
          <a:p>
            <a:pPr lvl="0">
              <a:defRPr sz="1800"/>
            </a:pPr>
            <a:r>
              <a:rPr sz="3200"/>
              <a:t>标题文本</a:t>
            </a:r>
          </a:p>
        </p:txBody>
      </p:sp>
      <p:sp>
        <p:nvSpPr>
          <p:cNvPr id="24" name="Shape 24"/>
          <p:cNvSpPr>
            <a:spLocks noGrp="1"/>
          </p:cNvSpPr>
          <p:nvPr>
            <p:ph type="body" idx="1" hasCustomPrompt="1"/>
            <p:custDataLst>
              <p:tags r:id="rId3"/>
            </p:custDataLst>
          </p:nvPr>
        </p:nvSpPr>
        <p:spPr>
          <a:xfrm>
            <a:off x="3887787" y="739775"/>
            <a:ext cx="4629151" cy="4391025"/>
          </a:xfrm>
          <a:prstGeom prst="rect">
            <a:avLst/>
          </a:prstGeom>
        </p:spPr>
        <p:txBody>
          <a:body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p:transition spd="med"/>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
  <p:cSld name="图片与标题">
    <p:spTree>
      <p:nvGrpSpPr>
        <p:cNvPr id="1" name=""/>
        <p:cNvGrpSpPr/>
        <p:nvPr>
          <p:custDataLst>
            <p:tags r:id="rId1"/>
          </p:custDataLst>
        </p:nvPr>
      </p:nvGrpSpPr>
      <p:grpSpPr>
        <a:xfrm>
          <a:off x="0" y="0"/>
          <a:ext cx="0" cy="0"/>
        </a:xfrm>
      </p:grpSpPr>
      <p:sp>
        <p:nvSpPr>
          <p:cNvPr id="26" name="Shape 26"/>
          <p:cNvSpPr>
            <a:spLocks noGrp="1"/>
          </p:cNvSpPr>
          <p:nvPr>
            <p:ph type="title" hasCustomPrompt="1"/>
            <p:custDataLst>
              <p:tags r:id="rId2"/>
            </p:custDataLst>
          </p:nvPr>
        </p:nvSpPr>
        <p:spPr>
          <a:xfrm>
            <a:off x="630237" y="0"/>
            <a:ext cx="2949576" cy="1543050"/>
          </a:xfrm>
          <a:prstGeom prst="rect">
            <a:avLst/>
          </a:prstGeom>
        </p:spPr>
        <p:txBody>
          <a:bodyPr anchor="b"/>
          <a:lstStyle>
            <a:lvl1pPr>
              <a:defRPr sz="3200"/>
            </a:lvl1pPr>
          </a:lstStyle>
          <a:p>
            <a:pPr lvl="0">
              <a:defRPr sz="1800"/>
            </a:pPr>
            <a:r>
              <a:rPr sz="3200"/>
              <a:t>标题文本</a:t>
            </a:r>
          </a:p>
        </p:txBody>
      </p:sp>
      <p:sp>
        <p:nvSpPr>
          <p:cNvPr id="27" name="Shape 27"/>
          <p:cNvSpPr>
            <a:spLocks noGrp="1"/>
          </p:cNvSpPr>
          <p:nvPr>
            <p:ph type="body" idx="1" hasCustomPrompt="1"/>
            <p:custDataLst>
              <p:tags r:id="rId3"/>
            </p:custDataLst>
          </p:nvPr>
        </p:nvSpPr>
        <p:spPr>
          <a:xfrm>
            <a:off x="630237" y="1543050"/>
            <a:ext cx="2949576" cy="3587750"/>
          </a:xfrm>
          <a:prstGeom prst="rect">
            <a:avLst/>
          </a:prstGeom>
        </p:spPr>
        <p:txBody>
          <a:bodyPr/>
          <a:lstStyle>
            <a:lvl1pPr marL="0" indent="0">
              <a:spcBef>
                <a:spcPts val="300"/>
              </a:spcBef>
              <a:buSzTx/>
              <a:buNone/>
              <a:defRPr sz="1600"/>
            </a:lvl1pPr>
            <a:lvl2pPr marL="0" indent="457200">
              <a:spcBef>
                <a:spcPts val="300"/>
              </a:spcBef>
              <a:buSzTx/>
              <a:buNone/>
              <a:defRPr sz="1600"/>
            </a:lvl2pPr>
            <a:lvl3pPr marL="0" indent="914400">
              <a:spcBef>
                <a:spcPts val="300"/>
              </a:spcBef>
              <a:buSzTx/>
              <a:buNone/>
              <a:defRPr sz="1600"/>
            </a:lvl3pPr>
            <a:lvl4pPr marL="0" indent="1371600">
              <a:spcBef>
                <a:spcPts val="300"/>
              </a:spcBef>
              <a:buSzTx/>
              <a:buNone/>
              <a:defRPr sz="1600"/>
            </a:lvl4pPr>
            <a:lvl5pPr marL="0" indent="1828800">
              <a:spcBef>
                <a:spcPts val="300"/>
              </a:spcBef>
              <a:buSzTx/>
              <a:buNone/>
              <a:defRPr sz="1600"/>
            </a:lvl5pPr>
          </a:lstStyle>
          <a:p>
            <a:pPr lvl="0">
              <a:defRPr sz="1800"/>
            </a:pPr>
            <a:r>
              <a:rPr sz="1600"/>
              <a:t>正文级别 1</a:t>
            </a:r>
          </a:p>
          <a:p>
            <a:pPr lvl="1">
              <a:defRPr sz="1800"/>
            </a:pPr>
            <a:r>
              <a:rPr sz="1600"/>
              <a:t>正文级别 2</a:t>
            </a:r>
          </a:p>
          <a:p>
            <a:pPr lvl="2">
              <a:defRPr sz="1800"/>
            </a:pPr>
            <a:r>
              <a:rPr sz="1600"/>
              <a:t>正文级别 3</a:t>
            </a:r>
          </a:p>
          <a:p>
            <a:pPr lvl="3">
              <a:defRPr sz="1800"/>
            </a:pPr>
            <a:r>
              <a:rPr sz="1600"/>
              <a:t>正文级别 4</a:t>
            </a:r>
          </a:p>
          <a:p>
            <a:pPr lvl="4">
              <a:defRPr sz="1800"/>
            </a:pPr>
            <a:r>
              <a:rPr sz="1600"/>
              <a:t>正文级别 5</a:t>
            </a:r>
          </a:p>
        </p:txBody>
      </p:sp>
    </p:spTree>
  </p:cSld>
  <p:clrMapOvr>
    <a:masterClrMapping/>
  </p:clrMapOvr>
  <p:transition spd="med"/>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
  <p:cSld name="标题和竖排文字">
    <p:spTree>
      <p:nvGrpSpPr>
        <p:cNvPr id="1" name=""/>
        <p:cNvGrpSpPr/>
        <p:nvPr>
          <p:custDataLst>
            <p:tags r:id="rId1"/>
          </p:custDataLst>
        </p:nvPr>
      </p:nvGrpSpPr>
      <p:grpSpPr>
        <a:xfrm>
          <a:off x="0" y="0"/>
          <a:ext cx="0" cy="0"/>
        </a:xfrm>
      </p:grpSpPr>
      <p:sp>
        <p:nvSpPr>
          <p:cNvPr id="29" name="Shape 29"/>
          <p:cNvSpPr>
            <a:spLocks noGrp="1"/>
          </p:cNvSpPr>
          <p:nvPr>
            <p:ph type="title" hasCustomPrompt="1"/>
            <p:custDataLst>
              <p:tags r:id="rId2"/>
            </p:custDataLst>
          </p:nvPr>
        </p:nvSpPr>
        <p:spPr>
          <a:prstGeom prst="rect">
            <a:avLst/>
          </a:prstGeom>
        </p:spPr>
        <p:txBody>
          <a:bodyPr/>
          <a:lstStyle/>
          <a:p>
            <a:pPr lvl="0">
              <a:defRPr sz="1800"/>
            </a:pPr>
            <a:r>
              <a:rPr sz="4400"/>
              <a:t>标题文本</a:t>
            </a:r>
          </a:p>
        </p:txBody>
      </p:sp>
      <p:sp>
        <p:nvSpPr>
          <p:cNvPr id="30" name="Shape 30"/>
          <p:cNvSpPr>
            <a:spLocks noGrp="1"/>
          </p:cNvSpPr>
          <p:nvPr>
            <p:ph type="body" idx="1" hasCustomPrompt="1"/>
            <p:custDataLst>
              <p:tags r:id="rId3"/>
            </p:custDataLst>
          </p:nvPr>
        </p:nvSpPr>
        <p:spPr>
          <a:prstGeom prst="rect">
            <a:avLst/>
          </a:prstGeom>
        </p:spPr>
        <p:txBody>
          <a:body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p:transition spd="med"/>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
  <p:cSld name="垂直排列标题与&#10;文本">
    <p:spTree>
      <p:nvGrpSpPr>
        <p:cNvPr id="1" name=""/>
        <p:cNvGrpSpPr/>
        <p:nvPr>
          <p:custDataLst>
            <p:tags r:id="rId1"/>
          </p:custDataLst>
        </p:nvPr>
      </p:nvGrpSpPr>
      <p:grpSpPr>
        <a:xfrm>
          <a:off x="0" y="0"/>
          <a:ext cx="0" cy="0"/>
        </a:xfrm>
      </p:grpSpPr>
      <p:sp>
        <p:nvSpPr>
          <p:cNvPr id="32" name="Shape 32"/>
          <p:cNvSpPr>
            <a:spLocks noGrp="1"/>
          </p:cNvSpPr>
          <p:nvPr>
            <p:ph type="title" hasCustomPrompt="1"/>
            <p:custDataLst>
              <p:tags r:id="rId2"/>
            </p:custDataLst>
          </p:nvPr>
        </p:nvSpPr>
        <p:spPr>
          <a:xfrm>
            <a:off x="6543675" y="273050"/>
            <a:ext cx="1971675" cy="4857750"/>
          </a:xfrm>
          <a:prstGeom prst="rect">
            <a:avLst/>
          </a:prstGeom>
        </p:spPr>
        <p:txBody>
          <a:bodyPr/>
          <a:lstStyle/>
          <a:p>
            <a:pPr lvl="0">
              <a:defRPr sz="1800"/>
            </a:pPr>
            <a:r>
              <a:rPr sz="4400"/>
              <a:t>标题文本</a:t>
            </a:r>
          </a:p>
        </p:txBody>
      </p:sp>
      <p:sp>
        <p:nvSpPr>
          <p:cNvPr id="33" name="Shape 33"/>
          <p:cNvSpPr>
            <a:spLocks noGrp="1"/>
          </p:cNvSpPr>
          <p:nvPr>
            <p:ph type="body" idx="1" hasCustomPrompt="1"/>
            <p:custDataLst>
              <p:tags r:id="rId3"/>
            </p:custDataLst>
          </p:nvPr>
        </p:nvSpPr>
        <p:spPr>
          <a:xfrm>
            <a:off x="628650" y="273050"/>
            <a:ext cx="5762625" cy="4857750"/>
          </a:xfrm>
          <a:prstGeom prst="rect">
            <a:avLst/>
          </a:prstGeom>
        </p:spPr>
        <p:txBody>
          <a:body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p:transition spd="med"/>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
  <p:cSld name="1_标题幻灯片">
    <p:spTree>
      <p:nvGrpSpPr>
        <p:cNvPr id="1" name=""/>
        <p:cNvGrpSpPr/>
        <p:nvPr>
          <p:custDataLst>
            <p:tags r:id="rId1"/>
          </p:custDataLst>
        </p:nvPr>
      </p:nvGrpSpPr>
      <p:grpSpPr>
        <a:xfrm>
          <a:off x="0" y="0"/>
          <a:ext cx="0" cy="0"/>
        </a:xfrm>
      </p:grpSpPr>
    </p:spTree>
  </p:cSld>
  <p:clrMapOvr>
    <a:masterClrMapping/>
  </p:clrMapOvr>
  <p:transition spd="med"/>
  <p:timing/>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Only" preserve="1">
  <p:cSld name="内容">
    <p:spTree>
      <p:nvGrpSpPr>
        <p:cNvPr id="1" name=""/>
        <p:cNvGrpSpPr/>
        <p:nvPr>
          <p:custDataLst>
            <p:tags r:id="rId1"/>
          </p:custDataLst>
        </p:nvPr>
      </p:nvGrpSpPr>
      <p:grpSpPr>
        <a:xfrm>
          <a:off x="0" y="0"/>
          <a:ext cx="0" cy="0"/>
        </a:xfrm>
      </p:grpSpPr>
      <p:sp>
        <p:nvSpPr>
          <p:cNvPr id="2" name="内容占位符 1"/>
          <p:cNvSpPr>
            <a:spLocks noGrp="1"/>
          </p:cNvSpPr>
          <p:nvPr>
            <p:ph/>
            <p:custDataLst>
              <p:tags r:id="rId2"/>
            </p:custDataLst>
          </p:nvPr>
        </p:nvSpPr>
        <p:spPr>
          <a:xfrm>
            <a:off x="457200" y="205470"/>
            <a:ext cx="8229600" cy="437780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custDataLst>
              <p:tags r:id="rId3"/>
            </p:custDataLst>
          </p:nvPr>
        </p:nvSpPr>
        <p:spPr>
          <a:xfrm>
            <a:off x="457200" y="4672354"/>
            <a:ext cx="2133600" cy="356306"/>
          </a:xfrm>
        </p:spPr>
        <p:txBody>
          <a:bodyPr/>
          <a:lstStyle/>
          <a:p>
            <a:pPr lvl="0"/>
            <a:endParaRPr lang="zh-CN" altLang="en-US">
              <a:latin typeface="Arial" panose="020b0604020202020204" pitchFamily="34" charset="0"/>
            </a:endParaRPr>
          </a:p>
        </p:txBody>
      </p:sp>
      <p:sp>
        <p:nvSpPr>
          <p:cNvPr id="4" name="页脚占位符 3"/>
          <p:cNvSpPr>
            <a:spLocks noGrp="1"/>
          </p:cNvSpPr>
          <p:nvPr>
            <p:ph type="ftr" sz="quarter" idx="11"/>
            <p:custDataLst>
              <p:tags r:id="rId4"/>
            </p:custDataLst>
          </p:nvPr>
        </p:nvSpPr>
        <p:spPr>
          <a:xfrm>
            <a:off x="3124200" y="4672354"/>
            <a:ext cx="2895600" cy="356306"/>
          </a:xfrm>
        </p:spPr>
        <p:txBody>
          <a:bodyPr/>
          <a:lstStyle/>
          <a:p>
            <a:pPr lvl="0"/>
            <a:endParaRPr lang="zh-CN" altLang="en-US">
              <a:latin typeface="Arial" panose="020b0604020202020204" pitchFamily="34" charset="0"/>
            </a:endParaRPr>
          </a:p>
        </p:txBody>
      </p:sp>
      <p:sp>
        <p:nvSpPr>
          <p:cNvPr id="5" name="灯片编号占位符 4"/>
          <p:cNvSpPr>
            <a:spLocks noGrp="1"/>
          </p:cNvSpPr>
          <p:nvPr>
            <p:ph type="sldNum" sz="quarter" idx="12"/>
            <p:custDataLst>
              <p:tags r:id="rId5"/>
            </p:custDataLst>
          </p:nvPr>
        </p:nvSpPr>
        <p:spPr>
          <a:xfrm>
            <a:off x="6553200" y="4672354"/>
            <a:ext cx="2133600" cy="356306"/>
          </a:xfrm>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transition spd="med"/>
  <p:timing/>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type="title">
  <p:cSld name="标题幻灯片">
    <p:spTree>
      <p:nvGrpSpPr>
        <p:cNvPr id="1" name=""/>
        <p:cNvGrpSpPr/>
        <p:nvPr>
          <p:custDataLst>
            <p:tags r:id="rId1"/>
          </p:custDataLst>
        </p:nvPr>
      </p:nvGrpSpPr>
      <p:grpSpPr>
        <a:xfrm>
          <a:off x="0" y="0"/>
          <a:ext cx="0" cy="0"/>
        </a:xfrm>
      </p:grpSpPr>
      <p:sp>
        <p:nvSpPr>
          <p:cNvPr id="32770" name="Rectangle 2"/>
          <p:cNvSpPr>
            <a:spLocks noGrp="1" noRot="1" noChangeArrowheads="1"/>
          </p:cNvSpPr>
          <p:nvPr>
            <p:ph type="ctrTitle"/>
            <p:custDataLst>
              <p:tags r:id="rId2"/>
            </p:custDataLst>
          </p:nvPr>
        </p:nvSpPr>
        <p:spPr>
          <a:xfrm>
            <a:off x="685818" y="1710346"/>
            <a:ext cx="7772603" cy="855173"/>
          </a:xfrm>
          <a:prstGeom prst="rect">
            <a:avLst/>
          </a:prstGeom>
        </p:spPr>
        <p:txBody>
          <a:bodyPr lIns="108896" tIns="54448" rIns="108896" bIns="54448"/>
          <a:lstStyle>
            <a:lvl1pPr>
              <a:defRPr/>
            </a:lvl1pPr>
          </a:lstStyle>
          <a:p>
            <a:pPr lvl="0"/>
            <a:r>
              <a:rPr lang="zh-CN" altLang="en-US" noProof="0" smtClean="0"/>
              <a:t>单击此处编辑母版标题样式</a:t>
            </a:r>
          </a:p>
        </p:txBody>
      </p:sp>
      <p:sp>
        <p:nvSpPr>
          <p:cNvPr id="32771" name="Rectangle 3"/>
          <p:cNvSpPr>
            <a:spLocks noGrp="1" noRot="1" noChangeArrowheads="1"/>
          </p:cNvSpPr>
          <p:nvPr>
            <p:ph type="subTitle" idx="1"/>
            <p:custDataLst>
              <p:tags r:id="rId3"/>
            </p:custDataLst>
          </p:nvPr>
        </p:nvSpPr>
        <p:spPr>
          <a:xfrm>
            <a:off x="1371636" y="2907589"/>
            <a:ext cx="6400966" cy="1311266"/>
          </a:xfrm>
          <a:prstGeom prst="rect">
            <a:avLst/>
          </a:prstGeom>
        </p:spPr>
        <p:txBody>
          <a:bodyPr lIns="108896" tIns="54448" rIns="108896" bIns="54448"/>
          <a:lstStyle>
            <a:lvl1pPr marL="0" indent="0" algn="ctr">
              <a:buFont typeface="Wingdings" panose="05000000000000000000" pitchFamily="2" charset="2"/>
              <a:buNone/>
              <a:defRPr/>
            </a:lvl1pPr>
          </a:lstStyle>
          <a:p>
            <a:pPr lvl="0"/>
            <a:r>
              <a:rPr lang="zh-CN" altLang="en-US" noProof="0" smtClean="0"/>
              <a:t>单击此处编辑母版副标题样式</a:t>
            </a:r>
          </a:p>
        </p:txBody>
      </p:sp>
      <p:sp>
        <p:nvSpPr>
          <p:cNvPr id="32772" name="Rectangle 4"/>
          <p:cNvSpPr>
            <a:spLocks noGrp="1" noChangeArrowheads="1"/>
          </p:cNvSpPr>
          <p:nvPr>
            <p:ph type="dt" sz="half" idx="2"/>
            <p:custDataLst>
              <p:tags r:id="rId4"/>
            </p:custDataLst>
          </p:nvPr>
        </p:nvSpPr>
        <p:spPr>
          <a:xfrm>
            <a:off x="301634" y="4672571"/>
            <a:ext cx="2289235" cy="356322"/>
          </a:xfrm>
          <a:prstGeom prst="rect">
            <a:avLst/>
          </a:prstGeom>
        </p:spPr>
        <p:txBody>
          <a:bodyPr lIns="108896" tIns="54448" rIns="108896" bIns="54448"/>
          <a:lstStyle>
            <a:lvl1pPr>
              <a:defRPr/>
            </a:lvl1pPr>
          </a:lstStyle>
          <a:p>
            <a:endParaRPr lang="en-US" altLang="zh-CN"/>
          </a:p>
        </p:txBody>
      </p:sp>
      <p:sp>
        <p:nvSpPr>
          <p:cNvPr id="32773" name="Rectangle 5"/>
          <p:cNvSpPr>
            <a:spLocks noGrp="1" noChangeArrowheads="1"/>
          </p:cNvSpPr>
          <p:nvPr>
            <p:ph type="ftr" sz="quarter" idx="3"/>
            <p:custDataLst>
              <p:tags r:id="rId5"/>
            </p:custDataLst>
          </p:nvPr>
        </p:nvSpPr>
        <p:spPr>
          <a:xfrm>
            <a:off x="3124282" y="4672571"/>
            <a:ext cx="2895675" cy="356322"/>
          </a:xfrm>
          <a:prstGeom prst="rect">
            <a:avLst/>
          </a:prstGeom>
        </p:spPr>
        <p:txBody>
          <a:bodyPr lIns="108896" tIns="54448" rIns="108896" bIns="54448"/>
          <a:lstStyle>
            <a:lvl1pPr>
              <a:defRPr/>
            </a:lvl1pPr>
          </a:lstStyle>
          <a:p>
            <a:endParaRPr lang="en-US" altLang="zh-CN"/>
          </a:p>
        </p:txBody>
      </p:sp>
      <p:sp>
        <p:nvSpPr>
          <p:cNvPr id="32774" name="Rectangle 6"/>
          <p:cNvSpPr>
            <a:spLocks noGrp="1" noChangeArrowheads="1"/>
          </p:cNvSpPr>
          <p:nvPr>
            <p:ph type="sldNum" sz="quarter" idx="4"/>
            <p:custDataLst>
              <p:tags r:id="rId6"/>
            </p:custDataLst>
          </p:nvPr>
        </p:nvSpPr>
        <p:spPr>
          <a:xfrm>
            <a:off x="6553371" y="4672571"/>
            <a:ext cx="2289235" cy="356322"/>
          </a:xfrm>
          <a:prstGeom prst="rect">
            <a:avLst/>
          </a:prstGeom>
        </p:spPr>
        <p:txBody>
          <a:bodyPr lIns="108896" tIns="54448" rIns="108896" bIns="54448"/>
          <a:lstStyle>
            <a:lvl1pPr>
              <a:defRPr/>
            </a:lvl1pPr>
          </a:lstStyle>
          <a:p>
            <a:fld id="{3C85F09C-F9A0-42F5-8710-87E38E718472}" type="slidenum">
              <a:rPr lang="en-US" altLang="zh-CN"/>
              <a:t>‹#›</a:t>
            </a:fld>
            <a:endParaRPr lang="en-US" altLang="zh-CN"/>
          </a:p>
        </p:txBody>
      </p:sp>
    </p:spTree>
  </p:cSld>
  <p:clrMapOvr>
    <a:masterClrMapping/>
  </p:clrMapOvr>
  <mc:AlternateContent>
    <mc:Choice xmlns:p14="http://schemas.microsoft.com/office/powerpoint/2010/main" Requires="p14">
      <p:transition p14:dur="0"/>
    </mc:Choice>
    <mc:Fallback>
      <p:transition/>
    </mc:Fallback>
  </mc:AlternateContent>
  <p:timing/>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type="objAndTwoObj">
  <p:cSld name="标题，一项大型内容和两项小型内容">
    <p:spTree>
      <p:nvGrpSpPr>
        <p:cNvPr id="1" name=""/>
        <p:cNvGrpSpPr/>
        <p:nvPr>
          <p:custDataLst>
            <p:tags r:id="rId1"/>
          </p:custDataLst>
        </p:nvPr>
      </p:nvGrpSpPr>
      <p:grpSpPr>
        <a:xfrm>
          <a:off x="0" y="0"/>
          <a:ext cx="0" cy="0"/>
        </a:xfrm>
      </p:grpSpPr>
      <p:sp>
        <p:nvSpPr>
          <p:cNvPr id="2" name="标题 1"/>
          <p:cNvSpPr>
            <a:spLocks noGrp="1"/>
          </p:cNvSpPr>
          <p:nvPr>
            <p:ph type="title"/>
            <p:custDataLst>
              <p:tags r:id="rId2"/>
            </p:custDataLst>
          </p:nvPr>
        </p:nvSpPr>
        <p:spPr>
          <a:xfrm>
            <a:off x="628667" y="273181"/>
            <a:ext cx="7886905" cy="991764"/>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custDataLst>
              <p:tags r:id="rId3"/>
            </p:custDataLst>
          </p:nvPr>
        </p:nvSpPr>
        <p:spPr>
          <a:xfrm>
            <a:off x="628666" y="1365901"/>
            <a:ext cx="3867250" cy="3255597"/>
          </a:xfrm>
          <a:prstGeom prst="rect">
            <a:avLst/>
          </a:prstGeo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quarter" idx="2"/>
            <p:custDataLst>
              <p:tags r:id="rId4"/>
            </p:custDataLst>
          </p:nvPr>
        </p:nvSpPr>
        <p:spPr>
          <a:xfrm>
            <a:off x="4648321" y="1365902"/>
            <a:ext cx="3867250" cy="1570193"/>
          </a:xfrm>
          <a:prstGeom prst="rect">
            <a:avLst/>
          </a:prstGeo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内容占位符 4"/>
          <p:cNvSpPr>
            <a:spLocks noGrp="1"/>
          </p:cNvSpPr>
          <p:nvPr>
            <p:ph sz="quarter" idx="3"/>
            <p:custDataLst>
              <p:tags r:id="rId5"/>
            </p:custDataLst>
          </p:nvPr>
        </p:nvSpPr>
        <p:spPr>
          <a:xfrm>
            <a:off x="4648321" y="3050117"/>
            <a:ext cx="3867250" cy="1571381"/>
          </a:xfrm>
          <a:prstGeom prst="rect">
            <a:avLst/>
          </a:prstGeo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Tree>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userDrawn="1">
  <p:cSld name="自定义版式">
    <p:spTree>
      <p:nvGrpSpPr>
        <p:cNvPr id="1" name=""/>
        <p:cNvGrpSpPr/>
        <p:nvPr>
          <p:custDataLst>
            <p:tags r:id="rId1"/>
          </p:custDataLst>
        </p:nvPr>
      </p:nvGrpSpPr>
      <p:grpSpPr>
        <a:xfrm>
          <a:off x="0" y="0"/>
          <a:ext cx="0" cy="0"/>
        </a:xfrm>
      </p:grpSpPr>
      <p:sp>
        <p:nvSpPr>
          <p:cNvPr id="3" name="矩形 2"/>
          <p:cNvSpPr/>
          <p:nvPr userDrawn="1">
            <p:custDataLst>
              <p:tags r:id="rId2"/>
            </p:custDataLst>
          </p:nvPr>
        </p:nvSpPr>
        <p:spPr>
          <a:xfrm>
            <a:off x="285757" y="0"/>
            <a:ext cx="247657" cy="6461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ct val="0"/>
              </a:spcBef>
              <a:spcAft>
                <a:spcPct val="0"/>
              </a:spcAft>
            </a:pPr>
            <a:endParaRPr lang="zh-CN" altLang="en-US" sz="1345" i="0">
              <a:solidFill>
                <a:prstClr val="white"/>
              </a:solidFill>
            </a:endParaRPr>
          </a:p>
        </p:txBody>
      </p:sp>
    </p:spTree>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学习目标">
    <p:bg>
      <p:bgPr>
        <a:solidFill>
          <a:schemeClr val="bg1"/>
        </a:solidFill>
        <a:effectLst/>
      </p:bgPr>
    </p:bg>
    <p:spTree>
      <p:nvGrpSpPr>
        <p:cNvPr id="1" name=""/>
        <p:cNvGrpSpPr/>
        <p:nvPr>
          <p:custDataLst>
            <p:tags r:id="rId1"/>
          </p:custDataLst>
        </p:nvPr>
      </p:nvGrpSpPr>
      <p:grpSpPr>
        <a:xfrm>
          <a:off x="0" y="0"/>
          <a:ext cx="0" cy="0"/>
        </a:xfrm>
      </p:grpSpPr>
      <p:sp>
        <p:nvSpPr>
          <p:cNvPr id="314" name="矩形 313" hidden="1"/>
          <p:cNvSpPr/>
          <p:nvPr userDrawn="1">
            <p:custDataLst>
              <p:tags r:id="rId2"/>
            </p:custDataLst>
          </p:nvPr>
        </p:nvSpPr>
        <p:spPr>
          <a:xfrm>
            <a:off x="92596" y="259231"/>
            <a:ext cx="8964809" cy="47851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cSld name="1_标题和内容">
    <p:spTree>
      <p:nvGrpSpPr>
        <p:cNvPr id="1" name=""/>
        <p:cNvGrpSpPr/>
        <p:nvPr>
          <p:custDataLst>
            <p:tags r:id="rId1"/>
          </p:custDataLst>
        </p:nvPr>
      </p:nvGrpSpPr>
      <p:grpSpPr>
        <a:xfrm>
          <a:off x="0" y="0"/>
          <a:ext cx="0" cy="0"/>
        </a:xfrm>
      </p:grpSpPr>
      <p:sp>
        <p:nvSpPr>
          <p:cNvPr id="2" name="标题 1"/>
          <p:cNvSpPr>
            <a:spLocks noGrp="1"/>
          </p:cNvSpPr>
          <p:nvPr>
            <p:ph type="title"/>
            <p:custDataLst>
              <p:tags r:id="rId2"/>
            </p:custDataLst>
          </p:nvPr>
        </p:nvSpPr>
        <p:spPr/>
        <p:txBody>
          <a:bodyPr/>
          <a:lstStyle/>
          <a:p>
            <a:r>
              <a:rPr lang="zh-CN" altLang="en-US" noProof="1"/>
              <a:t>单击此处编辑母版标题样式</a:t>
            </a:r>
          </a:p>
        </p:txBody>
      </p:sp>
      <p:sp>
        <p:nvSpPr>
          <p:cNvPr id="3" name="内容占位符 2"/>
          <p:cNvSpPr>
            <a:spLocks noGrp="1"/>
          </p:cNvSpPr>
          <p:nvPr>
            <p:ph idx="1"/>
            <p:custDataLst>
              <p:tags r:id="rId3"/>
            </p:custDataLst>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4819"/>
          <p:cNvSpPr>
            <a:spLocks noGrp="1"/>
          </p:cNvSpPr>
          <p:nvPr>
            <p:ph type="dt" sz="half" idx="10"/>
            <p:custDataLst>
              <p:tags r:id="rId4"/>
            </p:custDataLst>
          </p:nvPr>
        </p:nvSpPr>
        <p:spPr>
          <a:xfrm>
            <a:off x="628650" y="4755491"/>
            <a:ext cx="2057400" cy="273168"/>
          </a:xfrm>
        </p:spPr>
        <p:txBody>
          <a:bodyPr/>
          <a:lstStyle>
            <a:lvl1pPr>
              <a:defRPr/>
            </a:lvl1pPr>
          </a:lstStyle>
          <a:p>
            <a:pPr>
              <a:defRPr/>
            </a:pPr>
            <a:endParaRPr lang="zh-CN" altLang="en-US"/>
          </a:p>
        </p:txBody>
      </p:sp>
      <p:sp>
        <p:nvSpPr>
          <p:cNvPr id="5" name="页脚占位符 34820"/>
          <p:cNvSpPr>
            <a:spLocks noGrp="1"/>
          </p:cNvSpPr>
          <p:nvPr>
            <p:ph type="ftr" sz="quarter" idx="11"/>
            <p:custDataLst>
              <p:tags r:id="rId5"/>
            </p:custDataLst>
          </p:nvPr>
        </p:nvSpPr>
        <p:spPr>
          <a:xfrm>
            <a:off x="3028950" y="4755491"/>
            <a:ext cx="3086100" cy="273168"/>
          </a:xfrm>
        </p:spPr>
        <p:txBody>
          <a:bodyPr/>
          <a:lstStyle>
            <a:lvl1pPr>
              <a:defRPr/>
            </a:lvl1pPr>
          </a:lstStyle>
          <a:p>
            <a:pPr>
              <a:defRPr/>
            </a:pPr>
            <a:endParaRPr lang="zh-CN" altLang="en-US"/>
          </a:p>
        </p:txBody>
      </p:sp>
      <p:sp>
        <p:nvSpPr>
          <p:cNvPr id="6" name="灯片编号占位符 34821"/>
          <p:cNvSpPr>
            <a:spLocks noGrp="1"/>
          </p:cNvSpPr>
          <p:nvPr>
            <p:ph type="sldNum" sz="quarter" idx="12"/>
            <p:custDataLst>
              <p:tags r:id="rId6"/>
            </p:custDataLst>
          </p:nvPr>
        </p:nvSpPr>
        <p:spPr>
          <a:xfrm>
            <a:off x="6457950" y="4755491"/>
            <a:ext cx="2057400" cy="273168"/>
          </a:xfrm>
        </p:spPr>
        <p:txBody>
          <a:bodyPr/>
          <a:lstStyle>
            <a:lvl1pPr>
              <a:defRPr/>
            </a:lvl1pPr>
          </a:lstStyle>
          <a:p>
            <a:pPr>
              <a:defRPr/>
            </a:pPr>
            <a:fld id="{AA29D6F5-B6C1-4A30-87E3-5080000A68FD}" type="slidenum">
              <a:rPr lang="zh-CN" altLang="en-US"/>
              <a:t>‹#›</a:t>
            </a:fld>
            <a:endParaRPr lang="zh-CN" altLang="en-US"/>
          </a:p>
        </p:txBody>
      </p:sp>
    </p:spTree>
  </p:cSld>
  <p:clrMapOvr>
    <a:masterClrMapping/>
  </p:clrMapOvr>
  <p:transition spd="med"/>
  <p:timing/>
</p:sldLayout>
</file>

<file path=ppt/slideLayouts/slideLayout1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教学分析">
    <p:spTree>
      <p:nvGrpSpPr>
        <p:cNvPr id="1" name=""/>
        <p:cNvGrpSpPr/>
        <p:nvPr>
          <p:custDataLst>
            <p:tags r:id="rId1"/>
          </p:custDataLst>
        </p:nvPr>
      </p:nvGrpSpPr>
      <p:grpSpPr>
        <a:xfrm>
          <a:off x="0" y="0"/>
          <a:ext cx="0" cy="0"/>
        </a:xfrm>
      </p:grpSpPr>
      <p:pic>
        <p:nvPicPr>
          <p:cNvPr id="2" name="Picture 4" descr="F:\0PPT素材\背景及图片\白麻子.jpg"/>
          <p:cNvPicPr>
            <a:picLocks noChangeAspect="1" noChangeArrowheads="1"/>
          </p:cNvPicPr>
          <p:nvPr userDrawn="1">
            <p:custDataLst>
              <p:tags r:id="rId3"/>
            </p:custDataLst>
          </p:nvPr>
        </p:nvPicPr>
        <p:blipFill>
          <a:blip r:embed="rId2">
            <a:extLst>
              <a:ext uri="{28A0092B-C50C-407E-A947-70E740481C1C}">
                <a14:useLocalDpi xmlns:a14="http://schemas.microsoft.com/office/drawing/2010/main" val="0"/>
              </a:ext>
            </a:extLst>
          </a:blip>
          <a:srcRect r="23479"/>
          <a:stretch>
            <a:fillRect/>
          </a:stretch>
        </p:blipFill>
        <p:spPr bwMode="auto">
          <a:xfrm>
            <a:off x="0" y="0"/>
            <a:ext cx="9144000" cy="5130800"/>
          </a:xfrm>
          <a:prstGeom prst="rect">
            <a:avLst/>
          </a:prstGeom>
          <a:noFill/>
          <a:ln w="9525">
            <a:solidFill>
              <a:srgbClr val="1F497D"/>
            </a:solidFill>
            <a:miter lim="800000"/>
          </a:ln>
          <a:extLst>
            <a:ext uri="{909E8E84-426E-40DD-AFC4-6F175D3DCCD1}">
              <a14:hiddenFill xmlns:a14="http://schemas.microsoft.com/office/drawing/2010/main">
                <a:solidFill>
                  <a:srgbClr val="FFFFFF"/>
                </a:solidFill>
              </a14:hiddenFill>
            </a:ext>
          </a:extLst>
        </p:spPr>
      </p:pic>
      <p:cxnSp>
        <p:nvCxnSpPr>
          <p:cNvPr id="3" name="直接连接符 2"/>
          <p:cNvCxnSpPr>
            <a:cxnSpLocks noChangeShapeType="1"/>
          </p:cNvCxnSpPr>
          <p:nvPr userDrawn="1">
            <p:custDataLst>
              <p:tags r:id="rId4"/>
            </p:custDataLst>
          </p:nvPr>
        </p:nvCxnSpPr>
        <p:spPr bwMode="auto">
          <a:xfrm flipV="1">
            <a:off x="952501" y="652040"/>
            <a:ext cx="7148513" cy="0"/>
          </a:xfrm>
          <a:prstGeom prst="line">
            <a:avLst/>
          </a:prstGeom>
          <a:noFill/>
          <a:ln w="15875" algn="ctr">
            <a:solidFill>
              <a:srgbClr val="118C3B"/>
            </a:solidFill>
            <a:round/>
          </a:ln>
          <a:extLst>
            <a:ext uri="{909E8E84-426E-40DD-AFC4-6F175D3DCCD1}">
              <a14:hiddenFill xmlns:a14="http://schemas.microsoft.com/office/drawing/2010/main">
                <a:noFill/>
              </a14:hiddenFill>
            </a:ext>
          </a:extLst>
        </p:spPr>
      </p:cxnSp>
      <p:sp>
        <p:nvSpPr>
          <p:cNvPr id="4" name="KSO_Shape"/>
          <p:cNvSpPr/>
          <p:nvPr userDrawn="1">
            <p:custDataLst>
              <p:tags r:id="rId5"/>
            </p:custDataLst>
          </p:nvPr>
        </p:nvSpPr>
        <p:spPr bwMode="auto">
          <a:xfrm>
            <a:off x="8205789" y="299297"/>
            <a:ext cx="219075" cy="402626"/>
          </a:xfrm>
          <a:custGeom>
            <a:gdLst>
              <a:gd name="T0" fmla="*/ 2147483646 w 2361"/>
              <a:gd name="T1" fmla="*/ 2147483646 h 4328"/>
              <a:gd name="T2" fmla="*/ 2147483646 w 2361"/>
              <a:gd name="T3" fmla="*/ 2147483646 h 4328"/>
              <a:gd name="T4" fmla="*/ 2147483646 w 2361"/>
              <a:gd name="T5" fmla="*/ 2147483646 h 4328"/>
              <a:gd name="T6" fmla="*/ 2147483646 w 2361"/>
              <a:gd name="T7" fmla="*/ 2147483646 h 4328"/>
              <a:gd name="T8" fmla="*/ 2147483646 w 2361"/>
              <a:gd name="T9" fmla="*/ 2147483646 h 4328"/>
              <a:gd name="T10" fmla="*/ 2147483646 w 2361"/>
              <a:gd name="T11" fmla="*/ 2147483646 h 4328"/>
              <a:gd name="T12" fmla="*/ 2147483646 w 2361"/>
              <a:gd name="T13" fmla="*/ 2147483646 h 4328"/>
              <a:gd name="T14" fmla="*/ 2147483646 w 2361"/>
              <a:gd name="T15" fmla="*/ 2147483646 h 4328"/>
              <a:gd name="T16" fmla="*/ 0 w 2361"/>
              <a:gd name="T17" fmla="*/ 2147483646 h 4328"/>
              <a:gd name="T18" fmla="*/ 2147483646 w 2361"/>
              <a:gd name="T19" fmla="*/ 2147483646 h 4328"/>
              <a:gd name="T20" fmla="*/ 2147483646 w 2361"/>
              <a:gd name="T21" fmla="*/ 2147483646 h 4328"/>
              <a:gd name="T22" fmla="*/ 2147483646 w 2361"/>
              <a:gd name="T23" fmla="*/ 2147483646 h 4328"/>
              <a:gd name="T24" fmla="*/ 2147483646 w 2361"/>
              <a:gd name="T25" fmla="*/ 2147483646 h 4328"/>
              <a:gd name="T26" fmla="*/ 2147483646 w 2361"/>
              <a:gd name="T27" fmla="*/ 2147483646 h 4328"/>
              <a:gd name="T28" fmla="*/ 2147483646 w 2361"/>
              <a:gd name="T29" fmla="*/ 2147483646 h 4328"/>
              <a:gd name="T30" fmla="*/ 2147483646 w 2361"/>
              <a:gd name="T31" fmla="*/ 2147483646 h 4328"/>
              <a:gd name="T32" fmla="*/ 2147483646 w 2361"/>
              <a:gd name="T33" fmla="*/ 2147483646 h 4328"/>
              <a:gd name="T34" fmla="*/ 2147483646 w 2361"/>
              <a:gd name="T35" fmla="*/ 2147483646 h 4328"/>
              <a:gd name="T36" fmla="*/ 2147483646 w 2361"/>
              <a:gd name="T37" fmla="*/ 2147483646 h 4328"/>
              <a:gd name="T38" fmla="*/ 2147483646 w 2361"/>
              <a:gd name="T39" fmla="*/ 2147483646 h 4328"/>
              <a:gd name="T40" fmla="*/ 2147483646 w 2361"/>
              <a:gd name="T41" fmla="*/ 2147483646 h 4328"/>
              <a:gd name="T42" fmla="*/ 2147483646 w 2361"/>
              <a:gd name="T43" fmla="*/ 2147483646 h 4328"/>
              <a:gd name="T44" fmla="*/ 2147483646 w 2361"/>
              <a:gd name="T45" fmla="*/ 2147483646 h 4328"/>
              <a:gd name="T46" fmla="*/ 2147483646 w 2361"/>
              <a:gd name="T47" fmla="*/ 2147483646 h 4328"/>
              <a:gd name="T48" fmla="*/ 2147483646 w 2361"/>
              <a:gd name="T49" fmla="*/ 2147483646 h 4328"/>
              <a:gd name="T50" fmla="*/ 2147483646 w 2361"/>
              <a:gd name="T51" fmla="*/ 2147483646 h 4328"/>
              <a:gd name="T52" fmla="*/ 2147483646 w 2361"/>
              <a:gd name="T53" fmla="*/ 2147483646 h 4328"/>
              <a:gd name="T54" fmla="*/ 2147483646 w 2361"/>
              <a:gd name="T55" fmla="*/ 2147483646 h 4328"/>
              <a:gd name="T56" fmla="*/ 2147483646 w 2361"/>
              <a:gd name="T57" fmla="*/ 2147483646 h 4328"/>
              <a:gd name="T58" fmla="*/ 2147483646 w 2361"/>
              <a:gd name="T59" fmla="*/ 2147483646 h 4328"/>
              <a:gd name="T60" fmla="*/ 2147483646 w 2361"/>
              <a:gd name="T61" fmla="*/ 2147483646 h 4328"/>
              <a:gd name="T62" fmla="*/ 2147483646 w 2361"/>
              <a:gd name="T63" fmla="*/ 2147483646 h 432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361" h="4328">
                <a:moveTo>
                  <a:pt x="2361" y="252"/>
                </a:moveTo>
                <a:cubicBezTo>
                  <a:pt x="2361" y="200"/>
                  <a:pt x="2361" y="200"/>
                  <a:pt x="2361" y="200"/>
                </a:cubicBezTo>
                <a:cubicBezTo>
                  <a:pt x="2293" y="156"/>
                  <a:pt x="2293" y="156"/>
                  <a:pt x="2293" y="156"/>
                </a:cubicBezTo>
                <a:cubicBezTo>
                  <a:pt x="2197" y="100"/>
                  <a:pt x="2197" y="100"/>
                  <a:pt x="2197" y="100"/>
                </a:cubicBezTo>
                <a:cubicBezTo>
                  <a:pt x="2103" y="55"/>
                  <a:pt x="2024" y="21"/>
                  <a:pt x="1960" y="0"/>
                </a:cubicBezTo>
                <a:cubicBezTo>
                  <a:pt x="1646" y="616"/>
                  <a:pt x="1646" y="616"/>
                  <a:pt x="1646" y="616"/>
                </a:cubicBezTo>
                <a:cubicBezTo>
                  <a:pt x="1621" y="661"/>
                  <a:pt x="1621" y="661"/>
                  <a:pt x="1621" y="661"/>
                </a:cubicBezTo>
                <a:cubicBezTo>
                  <a:pt x="1491" y="921"/>
                  <a:pt x="1491" y="921"/>
                  <a:pt x="1491" y="921"/>
                </a:cubicBezTo>
                <a:cubicBezTo>
                  <a:pt x="1375" y="1143"/>
                  <a:pt x="1375" y="1143"/>
                  <a:pt x="1375" y="1143"/>
                </a:cubicBezTo>
                <a:cubicBezTo>
                  <a:pt x="1393" y="1152"/>
                  <a:pt x="1393" y="1152"/>
                  <a:pt x="1393" y="1152"/>
                </a:cubicBezTo>
                <a:cubicBezTo>
                  <a:pt x="1375" y="1186"/>
                  <a:pt x="1375" y="1186"/>
                  <a:pt x="1375" y="1186"/>
                </a:cubicBezTo>
                <a:cubicBezTo>
                  <a:pt x="136" y="3609"/>
                  <a:pt x="136" y="3609"/>
                  <a:pt x="136" y="3609"/>
                </a:cubicBezTo>
                <a:cubicBezTo>
                  <a:pt x="187" y="3632"/>
                  <a:pt x="187" y="3632"/>
                  <a:pt x="187" y="3632"/>
                </a:cubicBezTo>
                <a:cubicBezTo>
                  <a:pt x="79" y="3850"/>
                  <a:pt x="79" y="3850"/>
                  <a:pt x="79" y="3850"/>
                </a:cubicBezTo>
                <a:cubicBezTo>
                  <a:pt x="121" y="3886"/>
                  <a:pt x="121" y="3886"/>
                  <a:pt x="121" y="3886"/>
                </a:cubicBezTo>
                <a:cubicBezTo>
                  <a:pt x="49" y="4029"/>
                  <a:pt x="49" y="4029"/>
                  <a:pt x="49" y="4029"/>
                </a:cubicBezTo>
                <a:cubicBezTo>
                  <a:pt x="115" y="4078"/>
                  <a:pt x="115" y="4078"/>
                  <a:pt x="115" y="4078"/>
                </a:cubicBezTo>
                <a:cubicBezTo>
                  <a:pt x="0" y="4309"/>
                  <a:pt x="0" y="4309"/>
                  <a:pt x="0" y="4309"/>
                </a:cubicBezTo>
                <a:cubicBezTo>
                  <a:pt x="0" y="4309"/>
                  <a:pt x="0" y="4309"/>
                  <a:pt x="0" y="4309"/>
                </a:cubicBezTo>
                <a:cubicBezTo>
                  <a:pt x="19" y="4328"/>
                  <a:pt x="19" y="4328"/>
                  <a:pt x="19" y="4328"/>
                </a:cubicBezTo>
                <a:cubicBezTo>
                  <a:pt x="25" y="4321"/>
                  <a:pt x="25" y="4321"/>
                  <a:pt x="25" y="4321"/>
                </a:cubicBezTo>
                <a:cubicBezTo>
                  <a:pt x="140" y="4089"/>
                  <a:pt x="140" y="4089"/>
                  <a:pt x="140" y="4089"/>
                </a:cubicBezTo>
                <a:cubicBezTo>
                  <a:pt x="140" y="4095"/>
                  <a:pt x="167" y="4103"/>
                  <a:pt x="221" y="4114"/>
                </a:cubicBezTo>
                <a:cubicBezTo>
                  <a:pt x="234" y="4096"/>
                  <a:pt x="257" y="4050"/>
                  <a:pt x="290" y="3978"/>
                </a:cubicBezTo>
                <a:cubicBezTo>
                  <a:pt x="352" y="3989"/>
                  <a:pt x="352" y="3989"/>
                  <a:pt x="352" y="3989"/>
                </a:cubicBezTo>
                <a:cubicBezTo>
                  <a:pt x="461" y="3773"/>
                  <a:pt x="461" y="3773"/>
                  <a:pt x="461" y="3773"/>
                </a:cubicBezTo>
                <a:cubicBezTo>
                  <a:pt x="520" y="3805"/>
                  <a:pt x="520" y="3805"/>
                  <a:pt x="520" y="3805"/>
                </a:cubicBezTo>
                <a:cubicBezTo>
                  <a:pt x="1747" y="1401"/>
                  <a:pt x="1747" y="1401"/>
                  <a:pt x="1747" y="1401"/>
                </a:cubicBezTo>
                <a:cubicBezTo>
                  <a:pt x="1779" y="1346"/>
                  <a:pt x="1779" y="1346"/>
                  <a:pt x="1779" y="1346"/>
                </a:cubicBezTo>
                <a:cubicBezTo>
                  <a:pt x="1796" y="1354"/>
                  <a:pt x="1796" y="1354"/>
                  <a:pt x="1796" y="1354"/>
                </a:cubicBezTo>
                <a:cubicBezTo>
                  <a:pt x="2169" y="621"/>
                  <a:pt x="2169" y="621"/>
                  <a:pt x="2169" y="621"/>
                </a:cubicBezTo>
                <a:cubicBezTo>
                  <a:pt x="2250" y="471"/>
                  <a:pt x="2250" y="471"/>
                  <a:pt x="2250" y="471"/>
                </a:cubicBezTo>
                <a:cubicBezTo>
                  <a:pt x="2263" y="480"/>
                  <a:pt x="2263" y="480"/>
                  <a:pt x="2263" y="480"/>
                </a:cubicBezTo>
                <a:cubicBezTo>
                  <a:pt x="1922" y="1143"/>
                  <a:pt x="1922" y="1143"/>
                  <a:pt x="1922" y="1143"/>
                </a:cubicBezTo>
                <a:cubicBezTo>
                  <a:pt x="1904" y="1173"/>
                  <a:pt x="1899" y="1192"/>
                  <a:pt x="1904" y="1201"/>
                </a:cubicBezTo>
                <a:cubicBezTo>
                  <a:pt x="1904" y="1207"/>
                  <a:pt x="1912" y="1208"/>
                  <a:pt x="1928" y="1205"/>
                </a:cubicBezTo>
                <a:cubicBezTo>
                  <a:pt x="1939" y="1196"/>
                  <a:pt x="1939" y="1196"/>
                  <a:pt x="1939" y="1196"/>
                </a:cubicBezTo>
                <a:cubicBezTo>
                  <a:pt x="2355" y="382"/>
                  <a:pt x="2355" y="382"/>
                  <a:pt x="2355" y="382"/>
                </a:cubicBezTo>
                <a:cubicBezTo>
                  <a:pt x="2360" y="368"/>
                  <a:pt x="2359" y="357"/>
                  <a:pt x="2350" y="350"/>
                </a:cubicBezTo>
                <a:cubicBezTo>
                  <a:pt x="2335" y="350"/>
                  <a:pt x="2323" y="347"/>
                  <a:pt x="2316" y="341"/>
                </a:cubicBezTo>
                <a:cubicBezTo>
                  <a:pt x="2316" y="333"/>
                  <a:pt x="2316" y="333"/>
                  <a:pt x="2316" y="333"/>
                </a:cubicBezTo>
                <a:cubicBezTo>
                  <a:pt x="2361" y="252"/>
                  <a:pt x="2361" y="252"/>
                  <a:pt x="2361" y="252"/>
                </a:cubicBezTo>
                <a:close/>
                <a:moveTo>
                  <a:pt x="1672" y="1438"/>
                </a:moveTo>
                <a:cubicBezTo>
                  <a:pt x="505" y="3724"/>
                  <a:pt x="505" y="3724"/>
                  <a:pt x="505" y="3724"/>
                </a:cubicBezTo>
                <a:cubicBezTo>
                  <a:pt x="504" y="3736"/>
                  <a:pt x="500" y="3740"/>
                  <a:pt x="492" y="3737"/>
                </a:cubicBezTo>
                <a:cubicBezTo>
                  <a:pt x="488" y="3728"/>
                  <a:pt x="392" y="3679"/>
                  <a:pt x="204" y="3590"/>
                </a:cubicBezTo>
                <a:cubicBezTo>
                  <a:pt x="204" y="3583"/>
                  <a:pt x="204" y="3583"/>
                  <a:pt x="204" y="3583"/>
                </a:cubicBezTo>
                <a:cubicBezTo>
                  <a:pt x="733" y="2560"/>
                  <a:pt x="996" y="2045"/>
                  <a:pt x="992" y="2041"/>
                </a:cubicBezTo>
                <a:cubicBezTo>
                  <a:pt x="1192" y="1661"/>
                  <a:pt x="1192" y="1661"/>
                  <a:pt x="1192" y="1661"/>
                </a:cubicBezTo>
                <a:cubicBezTo>
                  <a:pt x="1437" y="1175"/>
                  <a:pt x="1437" y="1175"/>
                  <a:pt x="1437" y="1175"/>
                </a:cubicBezTo>
                <a:cubicBezTo>
                  <a:pt x="1446" y="1175"/>
                  <a:pt x="1446" y="1175"/>
                  <a:pt x="1446" y="1175"/>
                </a:cubicBezTo>
                <a:cubicBezTo>
                  <a:pt x="1508" y="1211"/>
                  <a:pt x="1508" y="1211"/>
                  <a:pt x="1508" y="1211"/>
                </a:cubicBezTo>
                <a:cubicBezTo>
                  <a:pt x="1719" y="1316"/>
                  <a:pt x="1719" y="1316"/>
                  <a:pt x="1719" y="1316"/>
                </a:cubicBezTo>
                <a:cubicBezTo>
                  <a:pt x="1727" y="1317"/>
                  <a:pt x="1732" y="1322"/>
                  <a:pt x="1732" y="1329"/>
                </a:cubicBezTo>
                <a:cubicBezTo>
                  <a:pt x="1672" y="1438"/>
                  <a:pt x="1672" y="1438"/>
                  <a:pt x="1672" y="1438"/>
                </a:cubicBezTo>
                <a:close/>
                <a:moveTo>
                  <a:pt x="1781" y="1275"/>
                </a:moveTo>
                <a:cubicBezTo>
                  <a:pt x="1770" y="1288"/>
                  <a:pt x="1770" y="1288"/>
                  <a:pt x="1770" y="1288"/>
                </a:cubicBezTo>
                <a:cubicBezTo>
                  <a:pt x="1762" y="1280"/>
                  <a:pt x="1762" y="1280"/>
                  <a:pt x="1762" y="1280"/>
                </a:cubicBezTo>
                <a:cubicBezTo>
                  <a:pt x="1448" y="1122"/>
                  <a:pt x="1448" y="1122"/>
                  <a:pt x="1448" y="1122"/>
                </a:cubicBezTo>
                <a:cubicBezTo>
                  <a:pt x="1446" y="1118"/>
                  <a:pt x="1446" y="1118"/>
                  <a:pt x="1446" y="1118"/>
                </a:cubicBezTo>
                <a:cubicBezTo>
                  <a:pt x="1986" y="62"/>
                  <a:pt x="1986" y="62"/>
                  <a:pt x="1986" y="62"/>
                </a:cubicBezTo>
                <a:cubicBezTo>
                  <a:pt x="1994" y="62"/>
                  <a:pt x="1994" y="62"/>
                  <a:pt x="1994" y="62"/>
                </a:cubicBezTo>
                <a:cubicBezTo>
                  <a:pt x="2115" y="114"/>
                  <a:pt x="2220" y="169"/>
                  <a:pt x="2310" y="226"/>
                </a:cubicBezTo>
                <a:cubicBezTo>
                  <a:pt x="2312" y="239"/>
                  <a:pt x="2312" y="239"/>
                  <a:pt x="2312" y="239"/>
                </a:cubicBezTo>
                <a:cubicBezTo>
                  <a:pt x="1781" y="1275"/>
                  <a:pt x="1781" y="1275"/>
                  <a:pt x="1781" y="1275"/>
                </a:cubicBezTo>
                <a:close/>
              </a:path>
            </a:pathLst>
          </a:custGeom>
          <a:solidFill>
            <a:srgbClr val="1F2123"/>
          </a:solidFill>
          <a:ln>
            <a:noFill/>
          </a:ln>
          <a:extLst>
            <a:ext uri="{91240B29-F687-4F45-9708-019B960494DF}">
              <a14:hiddenLine xmlns:a14="http://schemas.microsoft.com/office/drawing/2010/main" w="9525">
                <a:solidFill>
                  <a:srgbClr val="000000"/>
                </a:solidFill>
                <a:round/>
              </a14:hiddenLine>
            </a:ext>
          </a:extLst>
        </p:spPr>
        <p:txBody>
          <a:bodyPr anchor="ctr" anchorCtr="1"/>
          <a:lstStyle/>
          <a:p>
            <a:endParaRPr lang="zh-CN" altLang="en-US" sz="1795"/>
          </a:p>
        </p:txBody>
      </p:sp>
      <p:sp>
        <p:nvSpPr>
          <p:cNvPr id="5" name="MH_Other_4"/>
          <p:cNvSpPr/>
          <p:nvPr userDrawn="1">
            <p:custDataLst>
              <p:tags r:id="rId6"/>
            </p:custDataLst>
          </p:nvPr>
        </p:nvSpPr>
        <p:spPr>
          <a:xfrm>
            <a:off x="234951" y="165089"/>
            <a:ext cx="417513" cy="415690"/>
          </a:xfrm>
          <a:prstGeom prst="ellipse">
            <a:avLst/>
          </a:prstGeom>
          <a:solidFill>
            <a:schemeClr val="accent2"/>
          </a:solidFill>
          <a:ln w="15875">
            <a:noFill/>
          </a:ln>
          <a:effectLst>
            <a:outerShdw blurRad="508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5764" tIns="37880" rIns="75764" bIns="37880" anchor="ctr"/>
          <a:lstStyle/>
          <a:p>
            <a:pPr algn="ctr">
              <a:defRPr/>
            </a:pPr>
            <a:endParaRPr lang="en-US" sz="1795">
              <a:solidFill>
                <a:prstClr val="white"/>
              </a:solidFill>
              <a:sym typeface="+mn-lt"/>
            </a:endParaRPr>
          </a:p>
        </p:txBody>
      </p:sp>
      <p:sp>
        <p:nvSpPr>
          <p:cNvPr id="6" name="MH_Other_4"/>
          <p:cNvSpPr/>
          <p:nvPr userDrawn="1">
            <p:custDataLst>
              <p:tags r:id="rId7"/>
            </p:custDataLst>
          </p:nvPr>
        </p:nvSpPr>
        <p:spPr>
          <a:xfrm>
            <a:off x="-68263" y="504767"/>
            <a:ext cx="271463" cy="270792"/>
          </a:xfrm>
          <a:prstGeom prst="ellipse">
            <a:avLst/>
          </a:prstGeom>
          <a:solidFill>
            <a:schemeClr val="accent1"/>
          </a:solidFill>
          <a:ln w="15875">
            <a:noFill/>
          </a:ln>
          <a:effectLst>
            <a:outerShdw blurRad="508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5764" tIns="37880" rIns="75764" bIns="37880" anchor="ctr"/>
          <a:lstStyle/>
          <a:p>
            <a:pPr algn="ctr">
              <a:defRPr/>
            </a:pPr>
            <a:endParaRPr lang="en-US" sz="1795">
              <a:solidFill>
                <a:prstClr val="white"/>
              </a:solidFill>
              <a:sym typeface="+mn-lt"/>
            </a:endParaRPr>
          </a:p>
        </p:txBody>
      </p:sp>
      <p:sp>
        <p:nvSpPr>
          <p:cNvPr id="7" name="椭圆 6"/>
          <p:cNvSpPr/>
          <p:nvPr userDrawn="1">
            <p:custDataLst>
              <p:tags r:id="rId8"/>
            </p:custDataLst>
          </p:nvPr>
        </p:nvSpPr>
        <p:spPr>
          <a:xfrm>
            <a:off x="585093" y="312292"/>
            <a:ext cx="324000" cy="323200"/>
          </a:xfrm>
          <a:prstGeom prst="ellipse">
            <a:avLst/>
          </a:prstGeom>
          <a:gradFill flip="none" rotWithShape="1">
            <a:gsLst>
              <a:gs pos="50000">
                <a:schemeClr val="bg1">
                  <a:lumMod val="95000"/>
                </a:schemeClr>
              </a:gs>
              <a:gs pos="100000">
                <a:schemeClr val="bg1">
                  <a:lumMod val="75000"/>
                </a:schemeClr>
              </a:gs>
              <a:gs pos="0">
                <a:schemeClr val="bg1"/>
              </a:gs>
            </a:gsLst>
            <a:lin ang="18900000" scaled="0"/>
          </a:gradFill>
          <a:ln w="9525">
            <a:gradFill>
              <a:gsLst>
                <a:gs pos="100000">
                  <a:schemeClr val="bg1">
                    <a:lumMod val="85000"/>
                  </a:schemeClr>
                </a:gs>
                <a:gs pos="0">
                  <a:schemeClr val="bg1"/>
                </a:gs>
              </a:gsLst>
              <a:lin ang="8100000" scaled="0"/>
            </a:grad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795">
              <a:solidFill>
                <a:prstClr val="white"/>
              </a:solidFill>
            </a:endParaRPr>
          </a:p>
        </p:txBody>
      </p:sp>
      <p:sp>
        <p:nvSpPr>
          <p:cNvPr id="8" name="MH_Other_4"/>
          <p:cNvSpPr/>
          <p:nvPr userDrawn="1">
            <p:custDataLst>
              <p:tags r:id="rId9"/>
            </p:custDataLst>
          </p:nvPr>
        </p:nvSpPr>
        <p:spPr>
          <a:xfrm>
            <a:off x="158750" y="11877"/>
            <a:ext cx="153988" cy="153212"/>
          </a:xfrm>
          <a:prstGeom prst="ellipse">
            <a:avLst/>
          </a:prstGeom>
          <a:solidFill>
            <a:schemeClr val="accent1"/>
          </a:solidFill>
          <a:ln w="15875">
            <a:noFill/>
          </a:ln>
          <a:effectLst>
            <a:outerShdw blurRad="508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5764" tIns="37880" rIns="75764" bIns="37880" anchor="ctr"/>
          <a:lstStyle/>
          <a:p>
            <a:pPr algn="ctr">
              <a:defRPr/>
            </a:pPr>
            <a:endParaRPr lang="en-US" sz="1795">
              <a:solidFill>
                <a:prstClr val="white"/>
              </a:solidFill>
              <a:sym typeface="+mn-lt"/>
            </a:endParaRPr>
          </a:p>
        </p:txBody>
      </p:sp>
      <p:sp>
        <p:nvSpPr>
          <p:cNvPr id="9" name="矩形 3"/>
          <p:cNvSpPr>
            <a:spLocks noChangeArrowheads="1"/>
          </p:cNvSpPr>
          <p:nvPr userDrawn="1">
            <p:custDataLst>
              <p:tags r:id="rId10"/>
            </p:custDataLst>
          </p:nvPr>
        </p:nvSpPr>
        <p:spPr bwMode="auto">
          <a:xfrm>
            <a:off x="1020128" y="385998"/>
            <a:ext cx="1757045" cy="212090"/>
          </a:xfrm>
          <a:prstGeom prst="rect">
            <a:avLst/>
          </a:prstGeom>
          <a:noFill/>
          <a:ln>
            <a:noFill/>
          </a:ln>
        </p:spPr>
        <p:txBody>
          <a:bodyPr wrap="none" lIns="51182" tIns="25591" rIns="51182" bIns="25591">
            <a:spAutoFit/>
          </a:bodyPr>
          <a:lstStyle>
            <a:lvl1pPr marL="342900" indent="-342900">
              <a:defRPr sz="3200" b="1">
                <a:solidFill>
                  <a:schemeClr val="tx1"/>
                </a:solidFill>
                <a:latin typeface="黑体" panose="02010609060101010101" pitchFamily="49" charset="-122"/>
                <a:ea typeface="黑体" panose="02010609060101010101" pitchFamily="49" charset="-122"/>
              </a:defRPr>
            </a:lvl1pPr>
            <a:lvl2pPr>
              <a:defRPr sz="3200" b="1">
                <a:solidFill>
                  <a:schemeClr val="tx1"/>
                </a:solidFill>
                <a:latin typeface="黑体" panose="02010609060101010101" pitchFamily="49" charset="-122"/>
                <a:ea typeface="黑体" panose="02010609060101010101" pitchFamily="49" charset="-122"/>
              </a:defRPr>
            </a:lvl2pPr>
            <a:lvl3pPr marL="1143000" indent="-228600">
              <a:defRPr sz="3200" b="1">
                <a:solidFill>
                  <a:schemeClr val="tx1"/>
                </a:solidFill>
                <a:latin typeface="黑体" panose="02010609060101010101" pitchFamily="49" charset="-122"/>
                <a:ea typeface="黑体" panose="02010609060101010101" pitchFamily="49" charset="-122"/>
              </a:defRPr>
            </a:lvl3pPr>
            <a:lvl4pPr marL="1600200" indent="-228600">
              <a:defRPr sz="3200" b="1">
                <a:solidFill>
                  <a:schemeClr val="tx1"/>
                </a:solidFill>
                <a:latin typeface="黑体" panose="02010609060101010101" pitchFamily="49" charset="-122"/>
                <a:ea typeface="黑体" panose="02010609060101010101" pitchFamily="49" charset="-122"/>
              </a:defRPr>
            </a:lvl4pPr>
            <a:lvl5pPr marL="2057400" indent="-228600">
              <a:defRPr sz="32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9pPr>
          </a:lstStyle>
          <a:p>
            <a:pPr marL="0" lvl="1" algn="ctr">
              <a:defRPr/>
            </a:pPr>
            <a:r>
              <a:rPr lang="en-US" altLang="zh-CN" sz="1045">
                <a:solidFill>
                  <a:srgbClr val="7F7F7F"/>
                </a:solidFill>
                <a:latin typeface="微软雅黑" panose="020b0503020204020204" charset="-122"/>
                <a:ea typeface="微软雅黑" panose="020b0503020204020204" charset="-122"/>
              </a:rPr>
              <a:t>Teaching Analysis</a:t>
            </a:r>
            <a:endParaRPr lang="zh-CN" altLang="en-US" sz="1045">
              <a:solidFill>
                <a:srgbClr val="7F7F7F"/>
              </a:solidFill>
              <a:latin typeface="微软雅黑" panose="020b0503020204020204" charset="-122"/>
              <a:ea typeface="微软雅黑" panose="020b0503020204020204" charset="-122"/>
            </a:endParaRPr>
          </a:p>
        </p:txBody>
      </p:sp>
      <p:sp>
        <p:nvSpPr>
          <p:cNvPr id="10" name="标题 1"/>
          <p:cNvSpPr txBox="1"/>
          <p:nvPr userDrawn="1">
            <p:custDataLst>
              <p:tags r:id="rId11"/>
            </p:custDataLst>
          </p:nvPr>
        </p:nvSpPr>
        <p:spPr bwMode="auto">
          <a:xfrm>
            <a:off x="1074739" y="114700"/>
            <a:ext cx="863600" cy="281305"/>
          </a:xfrm>
          <a:prstGeom prst="rect">
            <a:avLst/>
          </a:prstGeom>
          <a:noFill/>
          <a:ln>
            <a:noFill/>
          </a:ln>
        </p:spPr>
        <p:txBody>
          <a:bodyPr wrap="none" lIns="51182" tIns="25591" rIns="51182" bIns="25591" anchor="ctr">
            <a:spAutoFit/>
          </a:bodyPr>
          <a:lstStyle>
            <a:lvl1pPr>
              <a:defRPr sz="3200" b="1">
                <a:solidFill>
                  <a:schemeClr val="tx1"/>
                </a:solidFill>
                <a:latin typeface="黑体" panose="02010609060101010101" pitchFamily="49" charset="-122"/>
                <a:ea typeface="黑体" panose="02010609060101010101" pitchFamily="49" charset="-122"/>
              </a:defRPr>
            </a:lvl1pPr>
            <a:lvl2pPr marL="742950" indent="-285750">
              <a:defRPr sz="3200" b="1">
                <a:solidFill>
                  <a:schemeClr val="tx1"/>
                </a:solidFill>
                <a:latin typeface="黑体" panose="02010609060101010101" pitchFamily="49" charset="-122"/>
                <a:ea typeface="黑体" panose="02010609060101010101" pitchFamily="49" charset="-122"/>
              </a:defRPr>
            </a:lvl2pPr>
            <a:lvl3pPr marL="1143000" indent="-228600">
              <a:defRPr sz="3200" b="1">
                <a:solidFill>
                  <a:schemeClr val="tx1"/>
                </a:solidFill>
                <a:latin typeface="黑体" panose="02010609060101010101" pitchFamily="49" charset="-122"/>
                <a:ea typeface="黑体" panose="02010609060101010101" pitchFamily="49" charset="-122"/>
              </a:defRPr>
            </a:lvl3pPr>
            <a:lvl4pPr marL="1600200" indent="-228600">
              <a:defRPr sz="3200" b="1">
                <a:solidFill>
                  <a:schemeClr val="tx1"/>
                </a:solidFill>
                <a:latin typeface="黑体" panose="02010609060101010101" pitchFamily="49" charset="-122"/>
                <a:ea typeface="黑体" panose="02010609060101010101" pitchFamily="49" charset="-122"/>
              </a:defRPr>
            </a:lvl4pPr>
            <a:lvl5pPr marL="2057400" indent="-228600">
              <a:defRPr sz="32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9pPr>
          </a:lstStyle>
          <a:p>
            <a:pPr eaLnBrk="1" hangingPunct="1">
              <a:defRPr/>
            </a:pPr>
            <a:r>
              <a:rPr lang="zh-CN" altLang="en-US" sz="1495">
                <a:solidFill>
                  <a:srgbClr val="0D692C"/>
                </a:solidFill>
                <a:latin typeface="微软雅黑" panose="020b0503020204020204" charset="-122"/>
                <a:ea typeface="微软雅黑" panose="020b0503020204020204" charset="-122"/>
              </a:rPr>
              <a:t>教学分析</a:t>
            </a:r>
          </a:p>
        </p:txBody>
      </p:sp>
      <p:pic>
        <p:nvPicPr>
          <p:cNvPr id="11" name="图片 10"/>
          <p:cNvPicPr>
            <a:picLocks noChangeAspect="1" noChangeArrowheads="1"/>
          </p:cNvPicPr>
          <p:nvPr userDrawn="1">
            <p:custDataLst>
              <p:tags r:id="rId13"/>
            </p:custDataLst>
          </p:nvPr>
        </p:nvPicPr>
        <p:blipFill>
          <a:blip r:embed="rId12">
            <a:extLst>
              <a:ext uri="{28A0092B-C50C-407E-A947-70E740481C1C}">
                <a14:useLocalDpi xmlns:a14="http://schemas.microsoft.com/office/drawing/2010/main" val="0"/>
              </a:ext>
            </a:extLst>
          </a:blip>
          <a:srcRect l="2" r="-2602"/>
          <a:stretch>
            <a:fillRect/>
          </a:stretch>
        </p:blipFill>
        <p:spPr bwMode="auto">
          <a:xfrm>
            <a:off x="8129588" y="4304171"/>
            <a:ext cx="1511300" cy="1420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p:cNvGrpSpPr/>
        <p:nvPr>
          <p:custDataLst>
            <p:tags r:id="rId1"/>
          </p:custDataLst>
        </p:nvPr>
      </p:nvGrpSpPr>
      <p:grpSpPr>
        <a:xfrm>
          <a:off x="0" y="0"/>
          <a:ext cx="0" cy="0"/>
        </a:xfrm>
      </p:grpSpPr>
      <p:sp>
        <p:nvSpPr>
          <p:cNvPr id="2" name="Date Placeholder 1"/>
          <p:cNvSpPr>
            <a:spLocks noGrp="1"/>
          </p:cNvSpPr>
          <p:nvPr>
            <p:ph type="dt" sz="half" idx="10"/>
            <p:custDataLst>
              <p:tags r:id="rId2"/>
            </p:custDataLst>
          </p:nvPr>
        </p:nvSpPr>
        <p:spPr>
          <a:xfrm>
            <a:off x="628678" y="4755500"/>
            <a:ext cx="2057454" cy="273168"/>
          </a:xfrm>
        </p:spPr>
        <p:txBody>
          <a:bodyPr/>
          <a:lstStyle/>
          <a:p>
            <a:fld id="{81ABA338-C754-4EDE-B0F7-9C541DAB2653}" type="datetimeFigureOut">
              <a:rPr lang="zh-CN" altLang="en-US" smtClean="0">
                <a:solidFill>
                  <a:prstClr val="black">
                    <a:tint val="75000"/>
                  </a:prstClr>
                </a:solidFill>
              </a:rPr>
              <a:t>2022/9/6</a:t>
            </a:fld>
            <a:endParaRPr lang="zh-CN" altLang="en-US">
              <a:solidFill>
                <a:prstClr val="black">
                  <a:tint val="75000"/>
                </a:prstClr>
              </a:solidFill>
            </a:endParaRPr>
          </a:p>
        </p:txBody>
      </p:sp>
      <p:sp>
        <p:nvSpPr>
          <p:cNvPr id="3" name="Footer Placeholder 2"/>
          <p:cNvSpPr>
            <a:spLocks noGrp="1"/>
          </p:cNvSpPr>
          <p:nvPr>
            <p:ph type="ftr" sz="quarter" idx="11"/>
            <p:custDataLst>
              <p:tags r:id="rId3"/>
            </p:custDataLst>
          </p:nvPr>
        </p:nvSpPr>
        <p:spPr>
          <a:xfrm>
            <a:off x="3029030" y="4755500"/>
            <a:ext cx="3086180" cy="273168"/>
          </a:xfrm>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custDataLst>
              <p:tags r:id="rId4"/>
            </p:custDataLst>
          </p:nvPr>
        </p:nvSpPr>
        <p:spPr>
          <a:xfrm>
            <a:off x="6458123" y="4755500"/>
            <a:ext cx="2057454" cy="273168"/>
          </a:xfrm>
        </p:spPr>
        <p:txBody>
          <a:bodyPr/>
          <a:lstStyle/>
          <a:p>
            <a:fld id="{63FE5F2F-2341-4894-9DB8-674B4B2A6DED}"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userDrawn="1">
  <p:cSld name="栏目三">
    <p:spTree>
      <p:nvGrpSpPr>
        <p:cNvPr id="1" name=""/>
        <p:cNvGrpSpPr/>
        <p:nvPr>
          <p:custDataLst>
            <p:tags r:id="rId1"/>
          </p:custDataLst>
        </p:nvPr>
      </p:nvGrpSpPr>
      <p:grpSpPr>
        <a:xfrm>
          <a:off x="0" y="0"/>
          <a:ext cx="0" cy="0"/>
        </a:xfrm>
      </p:grpSpPr>
      <p:grpSp>
        <p:nvGrpSpPr>
          <p:cNvPr id="2" name="组合 1"/>
          <p:cNvGrpSpPr/>
          <p:nvPr userDrawn="1">
            <p:custDataLst>
              <p:tags r:id="rId2"/>
            </p:custDataLst>
          </p:nvPr>
        </p:nvGrpSpPr>
        <p:grpSpPr>
          <a:xfrm>
            <a:off x="7371019" y="-20192"/>
            <a:ext cx="1612956" cy="658009"/>
            <a:chOff x="11613" y="2237065"/>
            <a:chExt cx="1443037" cy="733424"/>
          </a:xfrm>
        </p:grpSpPr>
        <p:pic>
          <p:nvPicPr>
            <p:cNvPr id="3" name="图片 7"/>
            <p:cNvPicPr>
              <a:picLocks noChangeAspect="1" noChangeArrowheads="1"/>
            </p:cNvPicPr>
            <p:nvPr userDrawn="1">
              <p:custDataLst>
                <p:tags r:id="rId4"/>
              </p:custDataLst>
            </p:nvPr>
          </p:nvPicPr>
          <p:blipFill>
            <a:blip r:embed="rId3">
              <a:extLst>
                <a:ext uri="{28A0092B-C50C-407E-A947-70E740481C1C}">
                  <a14:useLocalDpi xmlns:a14="http://schemas.microsoft.com/office/drawing/2010/main" val="0"/>
                </a:ext>
              </a:extLst>
            </a:blip>
            <a:stretch>
              <a:fillRect/>
            </a:stretch>
          </p:blipFill>
          <p:spPr bwMode="auto">
            <a:xfrm>
              <a:off x="11613" y="2237065"/>
              <a:ext cx="1443037" cy="73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9">
              <a:hlinkClick action="ppaction://noaction"/>
            </p:cNvPr>
            <p:cNvSpPr txBox="1">
              <a:spLocks noChangeArrowheads="1"/>
            </p:cNvSpPr>
            <p:nvPr userDrawn="1">
              <p:custDataLst>
                <p:tags r:id="rId5"/>
              </p:custDataLst>
            </p:nvPr>
          </p:nvSpPr>
          <p:spPr bwMode="auto">
            <a:xfrm>
              <a:off x="60351" y="2460637"/>
              <a:ext cx="998729" cy="281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045">
                  <a:solidFill>
                    <a:schemeClr val="bg1"/>
                  </a:solidFill>
                  <a:latin typeface="黑体" panose="02010609060101010101" pitchFamily="49" charset="-122"/>
                  <a:ea typeface="黑体" panose="02010609060101010101" pitchFamily="49" charset="-122"/>
                </a:rPr>
                <a:t>课堂篇探究学习</a:t>
              </a:r>
            </a:p>
          </p:txBody>
        </p:sp>
      </p:grpSp>
    </p:spTree>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1"/>
          </p:custDataLst>
        </p:nvPr>
      </p:nvGrpSpPr>
      <p:grpSpPr>
        <a:xfrm>
          <a:off x="0" y="0"/>
          <a:ext cx="0" cy="0"/>
        </a:xfrm>
      </p:grpSpPr>
      <p:sp>
        <p:nvSpPr>
          <p:cNvPr id="2" name="日期占位符 1"/>
          <p:cNvSpPr>
            <a:spLocks noGrp="1"/>
          </p:cNvSpPr>
          <p:nvPr>
            <p:ph type="dt" sz="half" idx="10"/>
            <p:custDataLst>
              <p:tags r:id="rId2"/>
            </p:custDataLst>
          </p:nvPr>
        </p:nvSpPr>
        <p:spPr>
          <a:xfrm rot="5400000">
            <a:off x="7495117" y="1368213"/>
            <a:ext cx="990600" cy="171027"/>
          </a:xfrm>
        </p:spPr>
        <p:txBody>
          <a:bodyPr/>
          <a:lstStyle/>
          <a:p>
            <a:pPr lvl="0" latinLnBrk="0"/>
            <a:fld id="{BB962C8B-B14F-4D97-AF65-F5344CB8AC3E}" type="datetime1">
              <a:rPr lang="en-US"/>
              <a:t>9/6/2022</a:t>
            </a:fld>
            <a:endParaRPr lang="en-US"/>
          </a:p>
        </p:txBody>
      </p:sp>
      <p:sp>
        <p:nvSpPr>
          <p:cNvPr id="3" name="页脚占位符 2"/>
          <p:cNvSpPr>
            <a:spLocks noGrp="1"/>
          </p:cNvSpPr>
          <p:nvPr>
            <p:ph type="ftr" sz="quarter" idx="11"/>
            <p:custDataLst>
              <p:tags r:id="rId3"/>
            </p:custDataLst>
          </p:nvPr>
        </p:nvSpPr>
        <p:spPr>
          <a:xfrm rot="5400000">
            <a:off x="6233584" y="2441881"/>
            <a:ext cx="3860800" cy="171027"/>
          </a:xfrm>
        </p:spPr>
        <p:txBody>
          <a:bodyPr/>
          <a:lstStyle/>
          <a:p>
            <a:pPr lvl="0" latinLnBrk="0"/>
            <a:endParaRPr lang="en-US"/>
          </a:p>
        </p:txBody>
      </p:sp>
      <p:sp>
        <p:nvSpPr>
          <p:cNvPr id="4" name="灯片编号占位符 3"/>
          <p:cNvSpPr>
            <a:spLocks noGrp="1"/>
          </p:cNvSpPr>
          <p:nvPr>
            <p:ph type="sldNum" sz="quarter" idx="12"/>
            <p:custDataLst>
              <p:tags r:id="rId4"/>
            </p:custDataLst>
          </p:nvPr>
        </p:nvSpPr>
        <p:spPr>
          <a:xfrm>
            <a:off x="7766051" y="221701"/>
            <a:ext cx="628649" cy="574840"/>
          </a:xfrm>
        </p:spPr>
        <p:txBody>
          <a:bodyPr/>
          <a:lstStyle/>
          <a:p>
            <a:pPr lvl="0" latinLnBrk="0"/>
            <a:fld id="{9A0DB2DC-4C9A-4742-B13C-FB6460FD3503}" type="slidenum">
              <a:rPr lang="en-US"/>
              <a:t>‹#›</a:t>
            </a:fld>
            <a:endParaRPr lang="en-US"/>
          </a:p>
        </p:txBody>
      </p:sp>
    </p:spTree>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userDrawn="1">
  <p:cSld name="7_自定义版式">
    <p:spTree>
      <p:nvGrpSpPr>
        <p:cNvPr id="1" name=""/>
        <p:cNvGrpSpPr/>
        <p:nvPr>
          <p:custDataLst>
            <p:tags r:id="rId1"/>
          </p:custDataLst>
        </p:nvPr>
      </p:nvGrpSpPr>
      <p:grpSpPr>
        <a:xfrm>
          <a:off x="0" y="0"/>
          <a:ext cx="0" cy="0"/>
        </a:xfrm>
      </p:grpSpPr>
      <p:sp>
        <p:nvSpPr>
          <p:cNvPr id="4" name="Picture Placeholder 4"/>
          <p:cNvSpPr>
            <a:spLocks noGrp="1"/>
          </p:cNvSpPr>
          <p:nvPr>
            <p:ph type="pic" sz="quarter" idx="14"/>
            <p:custDataLst>
              <p:tags r:id="rId2"/>
            </p:custDataLst>
          </p:nvPr>
        </p:nvSpPr>
        <p:spPr>
          <a:xfrm flipH="1">
            <a:off x="4994308" y="1244287"/>
            <a:ext cx="2462286" cy="2995718"/>
          </a:xfrm>
          <a:prstGeom prst="rect">
            <a:avLst/>
          </a:prstGeom>
          <a:solidFill>
            <a:schemeClr val="accent5"/>
          </a:solidFill>
        </p:spPr>
        <p:txBody>
          <a:bodyPr/>
          <a:lstStyle>
            <a:lvl1pPr>
              <a:defRPr sz="2020">
                <a:latin typeface="三极准柔宋" panose="00000500000000000000" pitchFamily="2" charset="-122"/>
              </a:defRPr>
            </a:lvl1pPr>
          </a:lstStyle>
          <a:p>
            <a:endParaRPr lang="id-ID"/>
          </a:p>
        </p:txBody>
      </p:sp>
    </p:spTree>
  </p:cSld>
  <p:clrMapOvr>
    <a:masterClrMapping/>
  </p:clrMapOvr>
  <p:transition/>
  <p:timing/>
</p:sldLayout>
</file>

<file path=ppt/slideLayouts/slideLayout2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userDrawn="1">
  <p:cSld name="4_自定义版式">
    <p:spTree>
      <p:nvGrpSpPr>
        <p:cNvPr id="1" name=""/>
        <p:cNvGrpSpPr/>
        <p:nvPr>
          <p:custDataLst>
            <p:tags r:id="rId1"/>
          </p:custDataLst>
        </p:nvPr>
      </p:nvGrpSpPr>
      <p:grpSpPr>
        <a:xfrm>
          <a:off x="0" y="0"/>
          <a:ext cx="0" cy="0"/>
        </a:xfrm>
      </p:grpSpPr>
      <p:sp>
        <p:nvSpPr>
          <p:cNvPr id="4" name="Picture Placeholder 4"/>
          <p:cNvSpPr>
            <a:spLocks noGrp="1"/>
          </p:cNvSpPr>
          <p:nvPr>
            <p:ph type="pic" sz="quarter" idx="14"/>
            <p:custDataLst>
              <p:tags r:id="rId2"/>
            </p:custDataLst>
          </p:nvPr>
        </p:nvSpPr>
        <p:spPr>
          <a:xfrm flipH="1">
            <a:off x="1076822" y="782804"/>
            <a:ext cx="2393171" cy="2109329"/>
          </a:xfrm>
          <a:prstGeom prst="rect">
            <a:avLst/>
          </a:prstGeom>
          <a:solidFill>
            <a:schemeClr val="accent5"/>
          </a:solidFill>
        </p:spPr>
        <p:txBody>
          <a:bodyPr/>
          <a:lstStyle>
            <a:lvl1pPr>
              <a:defRPr sz="2020">
                <a:latin typeface="三极准柔宋" panose="00000500000000000000" pitchFamily="2" charset="-122"/>
              </a:defRPr>
            </a:lvl1pPr>
          </a:lstStyle>
          <a:p>
            <a:endParaRPr lang="id-ID"/>
          </a:p>
        </p:txBody>
      </p:sp>
    </p:spTree>
  </p:cSld>
  <p:clrMapOvr>
    <a:masterClrMapping/>
  </p:clrMapOvr>
  <p:transition/>
  <p:timing/>
</p:sldLayout>
</file>

<file path=ppt/slideLayouts/slideLayout2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3_比较">
    <p:spTree>
      <p:nvGrpSpPr>
        <p:cNvPr id="1" name=""/>
        <p:cNvGrpSpPr/>
        <p:nvPr>
          <p:custDataLst>
            <p:tags r:id="rId1"/>
          </p:custDataLst>
        </p:nvPr>
      </p:nvGrpSpPr>
      <p:grpSpPr>
        <a:xfrm>
          <a:off x="0" y="0"/>
          <a:ext cx="0" cy="0"/>
        </a:xfrm>
      </p:grpSpPr>
      <p:sp>
        <p:nvSpPr>
          <p:cNvPr id="12" name="文本框 11"/>
          <p:cNvSpPr txBox="1"/>
          <p:nvPr userDrawn="1">
            <p:custDataLst>
              <p:tags r:id="rId2"/>
            </p:custDataLst>
          </p:nvPr>
        </p:nvSpPr>
        <p:spPr>
          <a:xfrm>
            <a:off x="866958" y="356324"/>
            <a:ext cx="1403949" cy="829945"/>
          </a:xfrm>
          <a:prstGeom prst="rect">
            <a:avLst/>
          </a:prstGeom>
          <a:noFill/>
        </p:spPr>
        <p:txBody>
          <a:bodyPr wrap="square" rtlCol="0">
            <a:spAutoFit/>
          </a:bodyPr>
          <a:lstStyle/>
          <a:p>
            <a:r>
              <a:rPr lang="zh-CN" altLang="en-US" sz="2395" b="1">
                <a:solidFill>
                  <a:schemeClr val="tx1"/>
                </a:solidFill>
                <a:latin typeface="黑体" panose="02010609060101010101" pitchFamily="49" charset="-122"/>
                <a:ea typeface="黑体" panose="02010609060101010101" pitchFamily="49" charset="-122"/>
              </a:rPr>
              <a:t>新知探究</a:t>
            </a:r>
          </a:p>
        </p:txBody>
      </p:sp>
      <p:sp>
        <p:nvSpPr>
          <p:cNvPr id="7" name="箭头: 五边形 6"/>
          <p:cNvSpPr/>
          <p:nvPr userDrawn="1">
            <p:custDataLst>
              <p:tags r:id="rId3"/>
            </p:custDataLst>
          </p:nvPr>
        </p:nvSpPr>
        <p:spPr>
          <a:xfrm>
            <a:off x="407599" y="451769"/>
            <a:ext cx="329960" cy="303330"/>
          </a:xfrm>
          <a:prstGeom prst="homePlate">
            <a:avLst/>
          </a:prstGeom>
          <a:solidFill>
            <a:srgbClr val="107AA9">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箭头: V 形 7"/>
          <p:cNvSpPr/>
          <p:nvPr userDrawn="1">
            <p:custDataLst>
              <p:tags r:id="rId4"/>
            </p:custDataLst>
          </p:nvPr>
        </p:nvSpPr>
        <p:spPr>
          <a:xfrm>
            <a:off x="698739" y="451769"/>
            <a:ext cx="168215" cy="303329"/>
          </a:xfrm>
          <a:prstGeom prst="chevron">
            <a:avLst/>
          </a:prstGeom>
          <a:solidFill>
            <a:srgbClr val="107AA9">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tx1"/>
              </a:solidFill>
            </a:endParaRPr>
          </a:p>
        </p:txBody>
      </p:sp>
      <p:sp>
        <p:nvSpPr>
          <p:cNvPr id="9" name="矩形 8"/>
          <p:cNvSpPr/>
          <p:nvPr userDrawn="1">
            <p:custDataLst>
              <p:tags r:id="rId5"/>
            </p:custDataLst>
          </p:nvPr>
        </p:nvSpPr>
        <p:spPr>
          <a:xfrm>
            <a:off x="0" y="0"/>
            <a:ext cx="9144000" cy="354532"/>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0" name="矩形 9"/>
          <p:cNvSpPr/>
          <p:nvPr userDrawn="1">
            <p:custDataLst>
              <p:tags r:id="rId6"/>
            </p:custDataLst>
          </p:nvPr>
        </p:nvSpPr>
        <p:spPr>
          <a:xfrm>
            <a:off x="0" y="4985111"/>
            <a:ext cx="9144000" cy="145594"/>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1" name="矩形 10"/>
          <p:cNvSpPr/>
          <p:nvPr userDrawn="1">
            <p:custDataLst>
              <p:tags r:id="rId7"/>
            </p:custDataLst>
          </p:nvPr>
        </p:nvSpPr>
        <p:spPr>
          <a:xfrm>
            <a:off x="1" y="290421"/>
            <a:ext cx="146050" cy="4714050"/>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3" name="矩形 12"/>
          <p:cNvSpPr/>
          <p:nvPr userDrawn="1">
            <p:custDataLst>
              <p:tags r:id="rId8"/>
            </p:custDataLst>
          </p:nvPr>
        </p:nvSpPr>
        <p:spPr>
          <a:xfrm>
            <a:off x="8997951" y="316235"/>
            <a:ext cx="146049" cy="4694689"/>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ransition/>
  <p:timing/>
</p:sldLayout>
</file>

<file path=ppt/slideLayouts/slideLayout2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5_比较">
    <p:spTree>
      <p:nvGrpSpPr>
        <p:cNvPr id="1" name=""/>
        <p:cNvGrpSpPr/>
        <p:nvPr>
          <p:custDataLst>
            <p:tags r:id="rId1"/>
          </p:custDataLst>
        </p:nvPr>
      </p:nvGrpSpPr>
      <p:grpSpPr>
        <a:xfrm>
          <a:off x="0" y="0"/>
          <a:ext cx="0" cy="0"/>
        </a:xfrm>
      </p:grpSpPr>
      <p:sp>
        <p:nvSpPr>
          <p:cNvPr id="7" name="矩形 6"/>
          <p:cNvSpPr/>
          <p:nvPr userDrawn="1">
            <p:custDataLst>
              <p:tags r:id="rId2"/>
            </p:custDataLst>
          </p:nvPr>
        </p:nvSpPr>
        <p:spPr>
          <a:xfrm>
            <a:off x="0" y="0"/>
            <a:ext cx="9144000" cy="354532"/>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矩形 7"/>
          <p:cNvSpPr/>
          <p:nvPr userDrawn="1">
            <p:custDataLst>
              <p:tags r:id="rId3"/>
            </p:custDataLst>
          </p:nvPr>
        </p:nvSpPr>
        <p:spPr>
          <a:xfrm>
            <a:off x="0" y="4985111"/>
            <a:ext cx="9144000" cy="145594"/>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9" name="矩形 8"/>
          <p:cNvSpPr/>
          <p:nvPr userDrawn="1">
            <p:custDataLst>
              <p:tags r:id="rId4"/>
            </p:custDataLst>
          </p:nvPr>
        </p:nvSpPr>
        <p:spPr>
          <a:xfrm>
            <a:off x="1" y="342051"/>
            <a:ext cx="146050" cy="4688234"/>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0" name="矩形 9"/>
          <p:cNvSpPr/>
          <p:nvPr userDrawn="1">
            <p:custDataLst>
              <p:tags r:id="rId5"/>
            </p:custDataLst>
          </p:nvPr>
        </p:nvSpPr>
        <p:spPr>
          <a:xfrm>
            <a:off x="8997950" y="329144"/>
            <a:ext cx="146050" cy="4688234"/>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ransition/>
  <p:timing/>
</p:sldLayout>
</file>

<file path=ppt/slideLayouts/slideLayout2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通用">
    <p:bg>
      <p:bgPr>
        <a:solidFill>
          <a:schemeClr val="bg2"/>
        </a:solidFill>
        <a:effectLst/>
      </p:bgPr>
    </p:bg>
    <p:spTree>
      <p:nvGrpSpPr>
        <p:cNvPr id="1" name=""/>
        <p:cNvGrpSpPr/>
        <p:nvPr>
          <p:custDataLst>
            <p:tags r:id="rId1"/>
          </p:custDataLst>
        </p:nvPr>
      </p:nvGrpSpPr>
      <p:grpSpPr>
        <a:xfrm>
          <a:off x="0" y="0"/>
          <a:ext cx="0" cy="0"/>
        </a:xfrm>
      </p:grpSpPr>
      <p:grpSp>
        <p:nvGrpSpPr>
          <p:cNvPr id="13" name="组合 12"/>
          <p:cNvGrpSpPr/>
          <p:nvPr>
            <p:custDataLst>
              <p:tags r:id="rId2"/>
            </p:custDataLst>
          </p:nvPr>
        </p:nvGrpSpPr>
        <p:grpSpPr>
          <a:xfrm>
            <a:off x="7827645" y="4299421"/>
            <a:ext cx="1323975" cy="838505"/>
            <a:chOff x="754199" y="2594060"/>
            <a:chExt cx="5595801" cy="3552740"/>
          </a:xfrm>
        </p:grpSpPr>
        <p:sp>
          <p:nvSpPr>
            <p:cNvPr id="15" name="任意多边形 200"/>
            <p:cNvSpPr/>
            <p:nvPr>
              <p:custDataLst>
                <p:tags r:id="rId3"/>
              </p:custDataLst>
            </p:nvPr>
          </p:nvSpPr>
          <p:spPr bwMode="auto">
            <a:xfrm>
              <a:off x="754199" y="4513913"/>
              <a:ext cx="2581118" cy="1626650"/>
            </a:xfrm>
            <a:custGeom>
              <a:gdLst>
                <a:gd name="T0" fmla="*/ 1 w 796"/>
                <a:gd name="T1" fmla="*/ 502 h 502"/>
                <a:gd name="T2" fmla="*/ 0 w 796"/>
                <a:gd name="T3" fmla="*/ 471 h 502"/>
                <a:gd name="T4" fmla="*/ 91 w 796"/>
                <a:gd name="T5" fmla="*/ 404 h 502"/>
                <a:gd name="T6" fmla="*/ 128 w 796"/>
                <a:gd name="T7" fmla="*/ 416 h 502"/>
                <a:gd name="T8" fmla="*/ 206 w 796"/>
                <a:gd name="T9" fmla="*/ 391 h 502"/>
                <a:gd name="T10" fmla="*/ 291 w 796"/>
                <a:gd name="T11" fmla="*/ 276 h 502"/>
                <a:gd name="T12" fmla="*/ 399 w 796"/>
                <a:gd name="T13" fmla="*/ 272 h 502"/>
                <a:gd name="T14" fmla="*/ 458 w 796"/>
                <a:gd name="T15" fmla="*/ 340 h 502"/>
                <a:gd name="T16" fmla="*/ 577 w 796"/>
                <a:gd name="T17" fmla="*/ 318 h 502"/>
                <a:gd name="T18" fmla="*/ 661 w 796"/>
                <a:gd name="T19" fmla="*/ 74 h 502"/>
                <a:gd name="T20" fmla="*/ 796 w 796"/>
                <a:gd name="T21" fmla="*/ 97 h 502"/>
                <a:gd name="T22" fmla="*/ 796 w 796"/>
                <a:gd name="T23" fmla="*/ 498 h 502"/>
                <a:gd name="T24" fmla="*/ 1 w 796"/>
                <a:gd name="T25" fmla="*/ 502 h 50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6" h="502">
                  <a:moveTo>
                    <a:pt x="1" y="502"/>
                  </a:moveTo>
                  <a:cubicBezTo>
                    <a:pt x="0" y="471"/>
                    <a:pt x="0" y="471"/>
                    <a:pt x="0" y="471"/>
                  </a:cubicBezTo>
                  <a:cubicBezTo>
                    <a:pt x="0" y="423"/>
                    <a:pt x="46" y="389"/>
                    <a:pt x="91" y="404"/>
                  </a:cubicBezTo>
                  <a:cubicBezTo>
                    <a:pt x="128" y="416"/>
                    <a:pt x="128" y="416"/>
                    <a:pt x="128" y="416"/>
                  </a:cubicBezTo>
                  <a:cubicBezTo>
                    <a:pt x="157" y="425"/>
                    <a:pt x="188" y="415"/>
                    <a:pt x="206" y="391"/>
                  </a:cubicBezTo>
                  <a:cubicBezTo>
                    <a:pt x="291" y="276"/>
                    <a:pt x="291" y="276"/>
                    <a:pt x="291" y="276"/>
                  </a:cubicBezTo>
                  <a:cubicBezTo>
                    <a:pt x="317" y="240"/>
                    <a:pt x="370" y="238"/>
                    <a:pt x="399" y="272"/>
                  </a:cubicBezTo>
                  <a:cubicBezTo>
                    <a:pt x="458" y="340"/>
                    <a:pt x="458" y="340"/>
                    <a:pt x="458" y="340"/>
                  </a:cubicBezTo>
                  <a:cubicBezTo>
                    <a:pt x="493" y="381"/>
                    <a:pt x="559" y="368"/>
                    <a:pt x="577" y="318"/>
                  </a:cubicBezTo>
                  <a:cubicBezTo>
                    <a:pt x="661" y="74"/>
                    <a:pt x="661" y="74"/>
                    <a:pt x="661" y="74"/>
                  </a:cubicBezTo>
                  <a:cubicBezTo>
                    <a:pt x="687" y="0"/>
                    <a:pt x="796" y="19"/>
                    <a:pt x="796" y="97"/>
                  </a:cubicBezTo>
                  <a:cubicBezTo>
                    <a:pt x="796" y="498"/>
                    <a:pt x="796" y="498"/>
                    <a:pt x="796" y="498"/>
                  </a:cubicBezTo>
                  <a:lnTo>
                    <a:pt x="1" y="502"/>
                  </a:lnTo>
                  <a:close/>
                </a:path>
              </a:pathLst>
            </a:custGeom>
            <a:solidFill>
              <a:schemeClr val="accent2"/>
            </a:solidFill>
            <a:ln>
              <a:noFill/>
            </a:ln>
          </p:spPr>
          <p:txBody>
            <a:bodyPr wrap="square" lIns="68410" tIns="34205" rIns="68410" bIns="34205" anchor="ctr">
              <a:normAutofit/>
            </a:bodyPr>
            <a:lstStyle/>
            <a:p>
              <a:pPr algn="ctr"/>
              <a:endParaRPr sz="1345">
                <a:latin typeface="Arial" panose="020b0604020202020204" pitchFamily="34" charset="0"/>
              </a:endParaRPr>
            </a:p>
          </p:txBody>
        </p:sp>
        <p:sp>
          <p:nvSpPr>
            <p:cNvPr id="16" name="任意多边形 201"/>
            <p:cNvSpPr/>
            <p:nvPr>
              <p:custDataLst>
                <p:tags r:id="rId4"/>
              </p:custDataLst>
            </p:nvPr>
          </p:nvSpPr>
          <p:spPr bwMode="auto">
            <a:xfrm>
              <a:off x="835297" y="2594060"/>
              <a:ext cx="5165354" cy="3549621"/>
            </a:xfrm>
            <a:custGeom>
              <a:gdLst>
                <a:gd name="T0" fmla="*/ 1592 w 1593"/>
                <a:gd name="T1" fmla="*/ 1095 h 1096"/>
                <a:gd name="T2" fmla="*/ 1593 w 1593"/>
                <a:gd name="T3" fmla="*/ 1095 h 1096"/>
                <a:gd name="T4" fmla="*/ 1591 w 1593"/>
                <a:gd name="T5" fmla="*/ 1094 h 1096"/>
                <a:gd name="T6" fmla="*/ 1279 w 1593"/>
                <a:gd name="T7" fmla="*/ 188 h 1096"/>
                <a:gd name="T8" fmla="*/ 1064 w 1593"/>
                <a:gd name="T9" fmla="*/ 0 h 1096"/>
                <a:gd name="T10" fmla="*/ 1066 w 1593"/>
                <a:gd name="T11" fmla="*/ 1 h 1096"/>
                <a:gd name="T12" fmla="*/ 849 w 1593"/>
                <a:gd name="T13" fmla="*/ 196 h 1096"/>
                <a:gd name="T14" fmla="*/ 652 w 1593"/>
                <a:gd name="T15" fmla="*/ 829 h 1096"/>
                <a:gd name="T16" fmla="*/ 605 w 1593"/>
                <a:gd name="T17" fmla="*/ 974 h 1096"/>
                <a:gd name="T18" fmla="*/ 541 w 1593"/>
                <a:gd name="T19" fmla="*/ 1001 h 1096"/>
                <a:gd name="T20" fmla="*/ 513 w 1593"/>
                <a:gd name="T21" fmla="*/ 987 h 1096"/>
                <a:gd name="T22" fmla="*/ 460 w 1593"/>
                <a:gd name="T23" fmla="*/ 995 h 1096"/>
                <a:gd name="T24" fmla="*/ 428 w 1593"/>
                <a:gd name="T25" fmla="*/ 1027 h 1096"/>
                <a:gd name="T26" fmla="*/ 358 w 1593"/>
                <a:gd name="T27" fmla="*/ 1021 h 1096"/>
                <a:gd name="T28" fmla="*/ 328 w 1593"/>
                <a:gd name="T29" fmla="*/ 977 h 1096"/>
                <a:gd name="T30" fmla="*/ 255 w 1593"/>
                <a:gd name="T31" fmla="*/ 973 h 1096"/>
                <a:gd name="T32" fmla="*/ 193 w 1593"/>
                <a:gd name="T33" fmla="*/ 1048 h 1096"/>
                <a:gd name="T34" fmla="*/ 147 w 1593"/>
                <a:gd name="T35" fmla="*/ 1063 h 1096"/>
                <a:gd name="T36" fmla="*/ 99 w 1593"/>
                <a:gd name="T37" fmla="*/ 1050 h 1096"/>
                <a:gd name="T38" fmla="*/ 64 w 1593"/>
                <a:gd name="T39" fmla="*/ 1056 h 1096"/>
                <a:gd name="T40" fmla="*/ 0 w 1593"/>
                <a:gd name="T41" fmla="*/ 1095 h 1096"/>
                <a:gd name="T42" fmla="*/ 1581 w 1593"/>
                <a:gd name="T43" fmla="*/ 1095 h 1096"/>
                <a:gd name="T44" fmla="*/ 1592 w 1593"/>
                <a:gd name="T45" fmla="*/ 1096 h 1096"/>
                <a:gd name="T46" fmla="*/ 1592 w 1593"/>
                <a:gd name="T47" fmla="*/ 1095 h 109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2" h="1096">
                  <a:moveTo>
                    <a:pt x="1592" y="1095"/>
                  </a:moveTo>
                  <a:cubicBezTo>
                    <a:pt x="1593" y="1095"/>
                    <a:pt x="1593" y="1095"/>
                    <a:pt x="1593" y="1095"/>
                  </a:cubicBezTo>
                  <a:cubicBezTo>
                    <a:pt x="1591" y="1094"/>
                    <a:pt x="1591" y="1094"/>
                    <a:pt x="1591" y="1094"/>
                  </a:cubicBezTo>
                  <a:cubicBezTo>
                    <a:pt x="1279" y="188"/>
                    <a:pt x="1279" y="188"/>
                    <a:pt x="1279" y="188"/>
                  </a:cubicBezTo>
                  <a:cubicBezTo>
                    <a:pt x="1247" y="97"/>
                    <a:pt x="1176" y="0"/>
                    <a:pt x="1064" y="0"/>
                  </a:cubicBezTo>
                  <a:cubicBezTo>
                    <a:pt x="1066" y="1"/>
                    <a:pt x="1066" y="1"/>
                    <a:pt x="1066" y="1"/>
                  </a:cubicBezTo>
                  <a:cubicBezTo>
                    <a:pt x="966" y="1"/>
                    <a:pt x="879" y="101"/>
                    <a:pt x="849" y="196"/>
                  </a:cubicBezTo>
                  <a:cubicBezTo>
                    <a:pt x="652" y="829"/>
                    <a:pt x="652" y="829"/>
                    <a:pt x="652" y="829"/>
                  </a:cubicBezTo>
                  <a:cubicBezTo>
                    <a:pt x="605" y="974"/>
                    <a:pt x="605" y="974"/>
                    <a:pt x="605" y="974"/>
                  </a:cubicBezTo>
                  <a:cubicBezTo>
                    <a:pt x="596" y="1000"/>
                    <a:pt x="566" y="1013"/>
                    <a:pt x="541" y="1001"/>
                  </a:cubicBezTo>
                  <a:cubicBezTo>
                    <a:pt x="513" y="987"/>
                    <a:pt x="513" y="987"/>
                    <a:pt x="513" y="987"/>
                  </a:cubicBezTo>
                  <a:cubicBezTo>
                    <a:pt x="495" y="978"/>
                    <a:pt x="474" y="981"/>
                    <a:pt x="460" y="995"/>
                  </a:cubicBezTo>
                  <a:cubicBezTo>
                    <a:pt x="428" y="1027"/>
                    <a:pt x="428" y="1027"/>
                    <a:pt x="428" y="1027"/>
                  </a:cubicBezTo>
                  <a:cubicBezTo>
                    <a:pt x="408" y="1048"/>
                    <a:pt x="374" y="1044"/>
                    <a:pt x="358" y="1021"/>
                  </a:cubicBezTo>
                  <a:cubicBezTo>
                    <a:pt x="328" y="977"/>
                    <a:pt x="328" y="977"/>
                    <a:pt x="328" y="977"/>
                  </a:cubicBezTo>
                  <a:cubicBezTo>
                    <a:pt x="311" y="952"/>
                    <a:pt x="275" y="950"/>
                    <a:pt x="255" y="973"/>
                  </a:cubicBezTo>
                  <a:cubicBezTo>
                    <a:pt x="193" y="1048"/>
                    <a:pt x="193" y="1048"/>
                    <a:pt x="193" y="1048"/>
                  </a:cubicBezTo>
                  <a:cubicBezTo>
                    <a:pt x="182" y="1061"/>
                    <a:pt x="164" y="1067"/>
                    <a:pt x="147" y="1063"/>
                  </a:cubicBezTo>
                  <a:cubicBezTo>
                    <a:pt x="99" y="1050"/>
                    <a:pt x="99" y="1050"/>
                    <a:pt x="99" y="1050"/>
                  </a:cubicBezTo>
                  <a:cubicBezTo>
                    <a:pt x="87" y="1047"/>
                    <a:pt x="74" y="1049"/>
                    <a:pt x="64" y="1056"/>
                  </a:cubicBezTo>
                  <a:cubicBezTo>
                    <a:pt x="0" y="1095"/>
                    <a:pt x="0" y="1095"/>
                    <a:pt x="0" y="1095"/>
                  </a:cubicBezTo>
                  <a:cubicBezTo>
                    <a:pt x="1581" y="1095"/>
                    <a:pt x="1581" y="1095"/>
                    <a:pt x="1581" y="1095"/>
                  </a:cubicBezTo>
                  <a:cubicBezTo>
                    <a:pt x="1592" y="1096"/>
                    <a:pt x="1592" y="1096"/>
                    <a:pt x="1592" y="1096"/>
                  </a:cubicBezTo>
                  <a:lnTo>
                    <a:pt x="1592" y="1095"/>
                  </a:lnTo>
                  <a:close/>
                </a:path>
              </a:pathLst>
            </a:custGeom>
            <a:gradFill>
              <a:gsLst>
                <a:gs pos="0">
                  <a:schemeClr val="accent3"/>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410" tIns="34205" rIns="68410" bIns="34205" numCol="1" spcCol="0" rtlCol="0" fromWordArt="0" anchor="ctr" anchorCtr="0" forceAA="0" compatLnSpc="1">
              <a:noAutofit/>
            </a:bodyPr>
            <a:lstStyle/>
            <a:p>
              <a:pPr algn="ctr"/>
              <a:endParaRPr sz="1345">
                <a:solidFill>
                  <a:schemeClr val="lt1"/>
                </a:solidFill>
                <a:latin typeface="Arial" panose="020b0604020202020204" pitchFamily="34" charset="0"/>
              </a:endParaRPr>
            </a:p>
          </p:txBody>
        </p:sp>
        <p:sp>
          <p:nvSpPr>
            <p:cNvPr id="17" name="任意多边形 202"/>
            <p:cNvSpPr/>
            <p:nvPr>
              <p:custDataLst>
                <p:tags r:id="rId5"/>
              </p:custDataLst>
            </p:nvPr>
          </p:nvSpPr>
          <p:spPr bwMode="auto">
            <a:xfrm>
              <a:off x="3438249" y="4290891"/>
              <a:ext cx="2911751" cy="1855909"/>
            </a:xfrm>
            <a:custGeom>
              <a:gdLst>
                <a:gd name="T0" fmla="*/ 626 w 898"/>
                <a:gd name="T1" fmla="*/ 128 h 573"/>
                <a:gd name="T2" fmla="*/ 577 w 898"/>
                <a:gd name="T3" fmla="*/ 388 h 573"/>
                <a:gd name="T4" fmla="*/ 459 w 898"/>
                <a:gd name="T5" fmla="*/ 410 h 573"/>
                <a:gd name="T6" fmla="*/ 400 w 898"/>
                <a:gd name="T7" fmla="*/ 341 h 573"/>
                <a:gd name="T8" fmla="*/ 292 w 898"/>
                <a:gd name="T9" fmla="*/ 345 h 573"/>
                <a:gd name="T10" fmla="*/ 206 w 898"/>
                <a:gd name="T11" fmla="*/ 461 h 573"/>
                <a:gd name="T12" fmla="*/ 129 w 898"/>
                <a:gd name="T13" fmla="*/ 486 h 573"/>
                <a:gd name="T14" fmla="*/ 92 w 898"/>
                <a:gd name="T15" fmla="*/ 474 h 573"/>
                <a:gd name="T16" fmla="*/ 1 w 898"/>
                <a:gd name="T17" fmla="*/ 541 h 573"/>
                <a:gd name="T18" fmla="*/ 1 w 898"/>
                <a:gd name="T19" fmla="*/ 568 h 573"/>
                <a:gd name="T20" fmla="*/ 898 w 898"/>
                <a:gd name="T21" fmla="*/ 573 h 573"/>
                <a:gd name="T22" fmla="*/ 765 w 898"/>
                <a:gd name="T23" fmla="*/ 124 h 573"/>
                <a:gd name="T24" fmla="*/ 626 w 898"/>
                <a:gd name="T25" fmla="*/ 128 h 573"/>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8" h="573">
                  <a:moveTo>
                    <a:pt x="626" y="128"/>
                  </a:moveTo>
                  <a:cubicBezTo>
                    <a:pt x="577" y="388"/>
                    <a:pt x="577" y="388"/>
                    <a:pt x="577" y="388"/>
                  </a:cubicBezTo>
                  <a:cubicBezTo>
                    <a:pt x="560" y="438"/>
                    <a:pt x="494" y="451"/>
                    <a:pt x="459" y="410"/>
                  </a:cubicBezTo>
                  <a:cubicBezTo>
                    <a:pt x="400" y="341"/>
                    <a:pt x="400" y="341"/>
                    <a:pt x="400" y="341"/>
                  </a:cubicBezTo>
                  <a:cubicBezTo>
                    <a:pt x="371" y="307"/>
                    <a:pt x="318" y="310"/>
                    <a:pt x="292" y="345"/>
                  </a:cubicBezTo>
                  <a:cubicBezTo>
                    <a:pt x="206" y="461"/>
                    <a:pt x="206" y="461"/>
                    <a:pt x="206" y="461"/>
                  </a:cubicBezTo>
                  <a:cubicBezTo>
                    <a:pt x="189" y="485"/>
                    <a:pt x="157" y="495"/>
                    <a:pt x="129" y="486"/>
                  </a:cubicBezTo>
                  <a:cubicBezTo>
                    <a:pt x="92" y="474"/>
                    <a:pt x="92" y="474"/>
                    <a:pt x="92" y="474"/>
                  </a:cubicBezTo>
                  <a:cubicBezTo>
                    <a:pt x="47" y="459"/>
                    <a:pt x="0" y="493"/>
                    <a:pt x="1" y="541"/>
                  </a:cubicBezTo>
                  <a:cubicBezTo>
                    <a:pt x="1" y="568"/>
                    <a:pt x="1" y="568"/>
                    <a:pt x="1" y="568"/>
                  </a:cubicBezTo>
                  <a:cubicBezTo>
                    <a:pt x="898" y="573"/>
                    <a:pt x="898" y="573"/>
                    <a:pt x="898" y="573"/>
                  </a:cubicBezTo>
                  <a:cubicBezTo>
                    <a:pt x="765" y="124"/>
                    <a:pt x="765" y="124"/>
                    <a:pt x="765" y="124"/>
                  </a:cubicBezTo>
                  <a:cubicBezTo>
                    <a:pt x="733" y="0"/>
                    <a:pt x="625" y="56"/>
                    <a:pt x="626" y="128"/>
                  </a:cubicBezTo>
                  <a:close/>
                </a:path>
              </a:pathLst>
            </a:custGeom>
            <a:solidFill>
              <a:schemeClr val="accent2"/>
            </a:solidFill>
            <a:ln>
              <a:noFill/>
            </a:ln>
          </p:spPr>
          <p:txBody>
            <a:bodyPr wrap="square" lIns="68410" tIns="34205" rIns="68410" bIns="34205" anchor="ctr">
              <a:normAutofit/>
            </a:bodyPr>
            <a:lstStyle/>
            <a:p>
              <a:pPr algn="ctr"/>
              <a:endParaRPr sz="1345">
                <a:latin typeface="Arial" panose="020b0604020202020204" pitchFamily="34" charset="0"/>
              </a:endParaRPr>
            </a:p>
          </p:txBody>
        </p:sp>
      </p:grpSp>
      <p:sp>
        <p:nvSpPr>
          <p:cNvPr id="14" name="任意多边形 193"/>
          <p:cNvSpPr/>
          <p:nvPr>
            <p:custDataLst>
              <p:tags r:id="rId6"/>
            </p:custDataLst>
          </p:nvPr>
        </p:nvSpPr>
        <p:spPr bwMode="auto">
          <a:xfrm>
            <a:off x="97155" y="122570"/>
            <a:ext cx="405289" cy="209033"/>
          </a:xfrm>
          <a:custGeom>
            <a:gdLst>
              <a:gd name="T0" fmla="*/ 0 w 262"/>
              <a:gd name="T1" fmla="*/ 94 h 135"/>
              <a:gd name="T2" fmla="*/ 41 w 262"/>
              <a:gd name="T3" fmla="*/ 52 h 135"/>
              <a:gd name="T4" fmla="*/ 56 w 262"/>
              <a:gd name="T5" fmla="*/ 55 h 135"/>
              <a:gd name="T6" fmla="*/ 87 w 262"/>
              <a:gd name="T7" fmla="*/ 27 h 135"/>
              <a:gd name="T8" fmla="*/ 109 w 262"/>
              <a:gd name="T9" fmla="*/ 36 h 135"/>
              <a:gd name="T10" fmla="*/ 153 w 262"/>
              <a:gd name="T11" fmla="*/ 0 h 135"/>
              <a:gd name="T12" fmla="*/ 198 w 262"/>
              <a:gd name="T13" fmla="*/ 46 h 135"/>
              <a:gd name="T14" fmla="*/ 198 w 262"/>
              <a:gd name="T15" fmla="*/ 49 h 135"/>
              <a:gd name="T16" fmla="*/ 216 w 262"/>
              <a:gd name="T17" fmla="*/ 45 h 135"/>
              <a:gd name="T18" fmla="*/ 262 w 262"/>
              <a:gd name="T19" fmla="*/ 90 h 135"/>
              <a:gd name="T20" fmla="*/ 223 w 262"/>
              <a:gd name="T21" fmla="*/ 135 h 135"/>
              <a:gd name="T22" fmla="*/ 223 w 262"/>
              <a:gd name="T23" fmla="*/ 135 h 135"/>
              <a:gd name="T24" fmla="*/ 34 w 262"/>
              <a:gd name="T25" fmla="*/ 135 h 135"/>
              <a:gd name="T26" fmla="*/ 34 w 262"/>
              <a:gd name="T27" fmla="*/ 135 h 135"/>
              <a:gd name="T28" fmla="*/ 0 w 262"/>
              <a:gd name="T29" fmla="*/ 94 h 13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2" h="135">
                <a:moveTo>
                  <a:pt x="0" y="94"/>
                </a:moveTo>
                <a:cubicBezTo>
                  <a:pt x="0" y="71"/>
                  <a:pt x="18" y="52"/>
                  <a:pt x="41" y="52"/>
                </a:cubicBezTo>
                <a:cubicBezTo>
                  <a:pt x="46" y="52"/>
                  <a:pt x="51" y="53"/>
                  <a:pt x="56" y="55"/>
                </a:cubicBezTo>
                <a:cubicBezTo>
                  <a:pt x="58" y="39"/>
                  <a:pt x="71" y="27"/>
                  <a:pt x="87" y="27"/>
                </a:cubicBezTo>
                <a:cubicBezTo>
                  <a:pt x="95" y="27"/>
                  <a:pt x="103" y="30"/>
                  <a:pt x="109" y="36"/>
                </a:cubicBezTo>
                <a:cubicBezTo>
                  <a:pt x="113" y="15"/>
                  <a:pt x="131" y="0"/>
                  <a:pt x="153" y="0"/>
                </a:cubicBezTo>
                <a:cubicBezTo>
                  <a:pt x="178" y="0"/>
                  <a:pt x="198" y="21"/>
                  <a:pt x="198" y="46"/>
                </a:cubicBezTo>
                <a:cubicBezTo>
                  <a:pt x="198" y="47"/>
                  <a:pt x="198" y="48"/>
                  <a:pt x="198" y="49"/>
                </a:cubicBezTo>
                <a:cubicBezTo>
                  <a:pt x="203" y="46"/>
                  <a:pt x="210" y="45"/>
                  <a:pt x="216" y="45"/>
                </a:cubicBezTo>
                <a:cubicBezTo>
                  <a:pt x="241" y="45"/>
                  <a:pt x="262" y="65"/>
                  <a:pt x="262" y="90"/>
                </a:cubicBezTo>
                <a:cubicBezTo>
                  <a:pt x="262" y="113"/>
                  <a:pt x="245" y="131"/>
                  <a:pt x="223" y="135"/>
                </a:cubicBezTo>
                <a:cubicBezTo>
                  <a:pt x="223" y="135"/>
                  <a:pt x="223" y="135"/>
                  <a:pt x="223" y="135"/>
                </a:cubicBezTo>
                <a:cubicBezTo>
                  <a:pt x="34" y="135"/>
                  <a:pt x="34" y="135"/>
                  <a:pt x="34" y="135"/>
                </a:cubicBezTo>
                <a:cubicBezTo>
                  <a:pt x="34" y="135"/>
                  <a:pt x="34" y="135"/>
                  <a:pt x="34" y="135"/>
                </a:cubicBezTo>
                <a:cubicBezTo>
                  <a:pt x="15" y="131"/>
                  <a:pt x="0" y="114"/>
                  <a:pt x="0" y="94"/>
                </a:cubicBezTo>
                <a:close/>
              </a:path>
            </a:pathLst>
          </a:custGeom>
          <a:gradFill>
            <a:gsLst>
              <a:gs pos="0">
                <a:schemeClr val="accent3"/>
              </a:gs>
              <a:gs pos="100000">
                <a:schemeClr val="accent1"/>
              </a:gs>
            </a:gsLst>
            <a:lin ang="2700000" scaled="0"/>
          </a:gradFill>
          <a:ln>
            <a:noFill/>
          </a:ln>
        </p:spPr>
        <p:txBody>
          <a:bodyPr wrap="square" lIns="68410" tIns="34205" rIns="68410" bIns="34205" anchor="ctr">
            <a:normAutofit fontScale="70000" lnSpcReduction="20000"/>
          </a:bodyPr>
          <a:lstStyle/>
          <a:p>
            <a:pPr algn="ctr"/>
            <a:endParaRPr sz="1345">
              <a:latin typeface="Arial" panose="020b0604020202020204" pitchFamily="34" charset="0"/>
            </a:endParaRPr>
          </a:p>
        </p:txBody>
      </p:sp>
      <p:sp>
        <p:nvSpPr>
          <p:cNvPr id="2" name="标题 1"/>
          <p:cNvSpPr>
            <a:spLocks noGrp="1"/>
          </p:cNvSpPr>
          <p:nvPr>
            <p:ph type="title"/>
            <p:custDataLst>
              <p:tags r:id="rId7"/>
            </p:custDataLst>
          </p:nvPr>
        </p:nvSpPr>
        <p:spPr/>
        <p:txBody>
          <a:bodyPr>
            <a:normAutofit/>
          </a:bodyPr>
          <a:lstStyle>
            <a:lvl1pPr>
              <a:defRPr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8"/>
            </p:custDataLst>
          </p:nvPr>
        </p:nvSpPr>
        <p:spPr>
          <a:xfrm>
            <a:off x="659807" y="4750616"/>
            <a:ext cx="2025000" cy="237013"/>
          </a:xfrm>
        </p:spPr>
        <p:txBody>
          <a:bodyPr/>
          <a:lstStyle/>
          <a:p>
            <a:fld id="{760FBDFE-C587-4B4C-A407-44438C67B59E}" type="datetimeFigureOut">
              <a:rPr lang="zh-CN" altLang="en-US" smtClean="0"/>
              <a:t>2022/9/6</a:t>
            </a:fld>
            <a:endParaRPr lang="zh-CN" altLang="en-US"/>
          </a:p>
        </p:txBody>
      </p:sp>
      <p:sp>
        <p:nvSpPr>
          <p:cNvPr id="4" name="页脚占位符 3"/>
          <p:cNvSpPr>
            <a:spLocks noGrp="1"/>
          </p:cNvSpPr>
          <p:nvPr>
            <p:ph type="ftr" sz="quarter" idx="11"/>
            <p:custDataLst>
              <p:tags r:id="rId9"/>
            </p:custDataLst>
          </p:nvPr>
        </p:nvSpPr>
        <p:spPr>
          <a:xfrm>
            <a:off x="3087000" y="4750616"/>
            <a:ext cx="2970000" cy="237013"/>
          </a:xfrm>
        </p:spPr>
        <p:txBody>
          <a:bodyPr/>
          <a:lstStyle/>
          <a:p>
            <a:endParaRPr lang="zh-CN" altLang="en-US"/>
          </a:p>
        </p:txBody>
      </p:sp>
      <p:sp>
        <p:nvSpPr>
          <p:cNvPr id="5" name="灯片编号占位符 4"/>
          <p:cNvSpPr>
            <a:spLocks noGrp="1"/>
          </p:cNvSpPr>
          <p:nvPr>
            <p:ph type="sldNum" sz="quarter" idx="12"/>
            <p:custDataLst>
              <p:tags r:id="rId10"/>
            </p:custDataLst>
          </p:nvPr>
        </p:nvSpPr>
        <p:spPr>
          <a:xfrm>
            <a:off x="6457950" y="4750616"/>
            <a:ext cx="2025000" cy="237013"/>
          </a:xfrm>
        </p:spPr>
        <p:txBody>
          <a:bodyPr/>
          <a:lstStyle/>
          <a:p>
            <a:fld id="{49AE70B2-8BF9-45C0-BB95-33D1B9D3A854}" type="slidenum">
              <a:rPr lang="zh-CN" altLang="en-US" smtClean="0"/>
              <a:t>‹#›</a:t>
            </a:fld>
            <a:endParaRPr lang="zh-CN" altLang="en-US"/>
          </a:p>
        </p:txBody>
      </p:sp>
    </p:spTree>
  </p:cSld>
  <p:clrMapOvr>
    <a:masterClrMapping/>
  </p:clrMapOvr>
  <p:transition spd="med"/>
  <p:timing/>
</p:sldLayout>
</file>

<file path=ppt/slideLayouts/slideLayout2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正文】一部分">
    <p:bg>
      <p:bgPr>
        <a:solidFill>
          <a:srgbClr val="FFFFF5"/>
        </a:solidFill>
        <a:effectLst/>
      </p:bgPr>
    </p:bg>
    <p:spTree>
      <p:nvGrpSpPr>
        <p:cNvPr id="1" name=""/>
        <p:cNvGrpSpPr/>
        <p:nvPr>
          <p:custDataLst>
            <p:tags r:id="rId1"/>
          </p:custDataLst>
        </p:nvPr>
      </p:nvGrpSpPr>
      <p:grpSpPr>
        <a:xfrm>
          <a:off x="0" y="0"/>
          <a:ext cx="0" cy="0"/>
        </a:xfrm>
      </p:grpSpPr>
      <p:cxnSp>
        <p:nvCxnSpPr>
          <p:cNvPr id="41" name="直接箭头连接符 79"/>
          <p:cNvCxnSpPr/>
          <p:nvPr userDrawn="1">
            <p:custDataLst>
              <p:tags r:id="rId2"/>
            </p:custDataLst>
          </p:nvPr>
        </p:nvCxnSpPr>
        <p:spPr bwMode="auto">
          <a:xfrm>
            <a:off x="3760794" y="305982"/>
            <a:ext cx="5183445" cy="1776"/>
          </a:xfrm>
          <a:prstGeom prst="straightConnector1">
            <a:avLst/>
          </a:prstGeom>
          <a:ln w="6350">
            <a:solidFill>
              <a:srgbClr val="C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custDataLst>
              <p:tags r:id="rId3"/>
            </p:custDataLst>
          </p:nvPr>
        </p:nvCxnSpPr>
        <p:spPr>
          <a:xfrm>
            <a:off x="263155" y="4925041"/>
            <a:ext cx="566204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userDrawn="1">
            <p:custDataLst>
              <p:tags r:id="rId5"/>
            </p:custDataLst>
          </p:nvPr>
        </p:nvPicPr>
        <p:blipFill>
          <a:blip r:embed="rId4">
            <a:extLst>
              <a:ext uri="{28A0092B-C50C-407E-A947-70E740481C1C}">
                <a14:useLocalDpi xmlns:a14="http://schemas.microsoft.com/office/drawing/2010/main" val="0"/>
              </a:ext>
            </a:extLst>
          </a:blip>
          <a:stretch>
            <a:fillRect/>
          </a:stretch>
        </p:blipFill>
        <p:spPr>
          <a:xfrm>
            <a:off x="8222859" y="0"/>
            <a:ext cx="721379" cy="307757"/>
          </a:xfrm>
          <a:prstGeom prst="rect">
            <a:avLst/>
          </a:prstGeom>
        </p:spPr>
      </p:pic>
    </p:spTree>
  </p:cSld>
  <p:clrMapOvr>
    <a:masterClrMapping/>
  </p:clrMapOvr>
  <p:transition/>
  <p:timing/>
</p:sldLayout>
</file>

<file path=ppt/slideLayouts/slideLayout2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_仅标题">
    <p:spTree>
      <p:nvGrpSpPr>
        <p:cNvPr id="1" name=""/>
        <p:cNvGrpSpPr/>
        <p:nvPr>
          <p:custDataLst>
            <p:tags r:id="rId1"/>
          </p:custDataLst>
        </p:nvPr>
      </p:nvGrpSpPr>
      <p:grpSpPr>
        <a:xfrm>
          <a:off x="0" y="0"/>
          <a:ext cx="0" cy="0"/>
        </a:xfrm>
      </p:grpSpPr>
    </p:spTree>
  </p:cSld>
  <p:clrMapOvr>
    <a:masterClrMapping/>
  </p:clrMapOvr>
  <mc:AlternateContent>
    <mc:Choice xmlns:p14="http://schemas.microsoft.com/office/powerpoint/2010/main" Requires="p14">
      <p:transition spd="slow" p14:dur="1600"/>
    </mc:Choice>
    <mc:Fallback>
      <p:transition spd="slow"/>
    </mc:Fallback>
  </mc:AlternateContent>
  <p:timing/>
</p:sldLayout>
</file>

<file path=ppt/slideLayouts/slideLayout2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AndObj">
  <p:cSld name="标题，文本与内容">
    <p:spTree>
      <p:nvGrpSpPr>
        <p:cNvPr id="1" name=""/>
        <p:cNvGrpSpPr/>
        <p:nvPr>
          <p:custDataLst>
            <p:tags r:id="rId1"/>
          </p:custDataLst>
        </p:nvPr>
      </p:nvGrpSpPr>
      <p:grpSpPr>
        <a:xfrm>
          <a:off x="0" y="0"/>
          <a:ext cx="0" cy="0"/>
        </a:xfrm>
      </p:grpSpPr>
      <p:sp>
        <p:nvSpPr>
          <p:cNvPr id="2" name="标题 1"/>
          <p:cNvSpPr>
            <a:spLocks noGrp="1"/>
          </p:cNvSpPr>
          <p:nvPr>
            <p:ph type="title"/>
            <p:custDataLst>
              <p:tags r:id="rId2"/>
            </p:custDataLst>
          </p:nvPr>
        </p:nvSpPr>
        <p:spPr/>
        <p:txBody>
          <a:bodyPr/>
          <a:lstStyle/>
          <a:p>
            <a:r>
              <a:rPr lang="zh-CN" altLang="en-US" noProof="1"/>
              <a:t>单击此处编辑母版标题样式</a:t>
            </a:r>
          </a:p>
        </p:txBody>
      </p:sp>
      <p:sp>
        <p:nvSpPr>
          <p:cNvPr id="3" name="文本占位符 2"/>
          <p:cNvSpPr>
            <a:spLocks noGrp="1"/>
          </p:cNvSpPr>
          <p:nvPr>
            <p:ph type="body" sz="half" idx="1"/>
            <p:custDataLst>
              <p:tags r:id="rId3"/>
            </p:custDataLst>
          </p:nvPr>
        </p:nvSpPr>
        <p:spPr>
          <a:xfrm>
            <a:off x="628650" y="1365838"/>
            <a:ext cx="3886200" cy="325544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custDataLst>
              <p:tags r:id="rId4"/>
            </p:custDataLst>
          </p:nvPr>
        </p:nvSpPr>
        <p:spPr>
          <a:xfrm>
            <a:off x="4629150" y="1365838"/>
            <a:ext cx="3886200" cy="325544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mc:AlternateContent>
    <mc:Choice xmlns:p14="http://schemas.microsoft.com/office/powerpoint/2010/main" Requires="p14">
      <p:transition spd="slow" advTm="3000" p14:dur="1500">
        <p:random/>
      </p:transition>
    </mc:Choice>
    <mc:Fallback>
      <p:transition spd="slow" advTm="3000">
        <p:random/>
      </p:transition>
    </mc:Fallback>
  </mc:AlternateContent>
  <p:timing/>
</p:sldLayout>
</file>

<file path=ppt/slideLayouts/slideLayout3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AndTwoObj">
  <p:cSld name="标题，文本与两项内容">
    <p:spTree>
      <p:nvGrpSpPr>
        <p:cNvPr id="1" name=""/>
        <p:cNvGrpSpPr/>
        <p:nvPr>
          <p:custDataLst>
            <p:tags r:id="rId1"/>
          </p:custDataLst>
        </p:nvPr>
      </p:nvGrpSpPr>
      <p:grpSpPr>
        <a:xfrm>
          <a:off x="0" y="0"/>
          <a:ext cx="0" cy="0"/>
        </a:xfrm>
      </p:grpSpPr>
      <p:sp>
        <p:nvSpPr>
          <p:cNvPr id="2" name="标题 1"/>
          <p:cNvSpPr>
            <a:spLocks noGrp="1"/>
          </p:cNvSpPr>
          <p:nvPr>
            <p:ph type="title"/>
            <p:custDataLst>
              <p:tags r:id="rId2"/>
            </p:custDataLst>
          </p:nvPr>
        </p:nvSpPr>
        <p:spPr/>
        <p:txBody>
          <a:bodyPr/>
          <a:lstStyle/>
          <a:p>
            <a:r>
              <a:rPr lang="zh-CN" altLang="en-US" noProof="1"/>
              <a:t>单击此处编辑母版标题样式</a:t>
            </a:r>
          </a:p>
        </p:txBody>
      </p:sp>
      <p:sp>
        <p:nvSpPr>
          <p:cNvPr id="3" name="文本占位符 2"/>
          <p:cNvSpPr>
            <a:spLocks noGrp="1"/>
          </p:cNvSpPr>
          <p:nvPr>
            <p:ph type="body" sz="half" idx="1"/>
            <p:custDataLst>
              <p:tags r:id="rId3"/>
            </p:custDataLst>
          </p:nvPr>
        </p:nvSpPr>
        <p:spPr>
          <a:xfrm>
            <a:off x="628650" y="1365838"/>
            <a:ext cx="3886200" cy="325544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custDataLst>
              <p:tags r:id="rId4"/>
            </p:custDataLst>
          </p:nvPr>
        </p:nvSpPr>
        <p:spPr>
          <a:xfrm>
            <a:off x="4629150" y="1365839"/>
            <a:ext cx="3886200" cy="157012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custDataLst>
              <p:tags r:id="rId5"/>
            </p:custDataLst>
          </p:nvPr>
        </p:nvSpPr>
        <p:spPr>
          <a:xfrm>
            <a:off x="4629150" y="3049976"/>
            <a:ext cx="3886200" cy="157130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mc:AlternateContent>
    <mc:Choice xmlns:p14="http://schemas.microsoft.com/office/powerpoint/2010/main" Requires="p14">
      <p:transition spd="slow" advTm="3000" p14:dur="1500">
        <p:random/>
      </p:transition>
    </mc:Choice>
    <mc:Fallback>
      <p:transition spd="slow" advTm="3000">
        <p:random/>
      </p:transition>
    </mc:Fallback>
  </mc:AlternateContent>
  <p:timing/>
</p:sldLayout>
</file>

<file path=ppt/slideLayouts/slideLayout3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fourObj">
  <p:cSld name="标题和四项内容">
    <p:spTree>
      <p:nvGrpSpPr>
        <p:cNvPr id="1" name=""/>
        <p:cNvGrpSpPr/>
        <p:nvPr>
          <p:custDataLst>
            <p:tags r:id="rId1"/>
          </p:custDataLst>
        </p:nvPr>
      </p:nvGrpSpPr>
      <p:grpSpPr>
        <a:xfrm>
          <a:off x="0" y="0"/>
          <a:ext cx="0" cy="0"/>
        </a:xfrm>
      </p:grpSpPr>
      <p:sp>
        <p:nvSpPr>
          <p:cNvPr id="2" name="标题 1"/>
          <p:cNvSpPr>
            <a:spLocks noGrp="1"/>
          </p:cNvSpPr>
          <p:nvPr>
            <p:ph type="title" sz="quarter"/>
            <p:custDataLst>
              <p:tags r:id="rId2"/>
            </p:custDataLst>
          </p:nvPr>
        </p:nvSpPr>
        <p:spPr/>
        <p:txBody>
          <a:bodyPr/>
          <a:lstStyle/>
          <a:p>
            <a:r>
              <a:rPr lang="zh-CN" altLang="en-US" noProof="1"/>
              <a:t>单击此处编辑母版标题样式</a:t>
            </a:r>
          </a:p>
        </p:txBody>
      </p:sp>
      <p:sp>
        <p:nvSpPr>
          <p:cNvPr id="3" name="内容占位符 2"/>
          <p:cNvSpPr>
            <a:spLocks noGrp="1"/>
          </p:cNvSpPr>
          <p:nvPr>
            <p:ph sz="quarter" idx="1"/>
            <p:custDataLst>
              <p:tags r:id="rId3"/>
            </p:custDataLst>
          </p:nvPr>
        </p:nvSpPr>
        <p:spPr>
          <a:xfrm>
            <a:off x="628650" y="1365839"/>
            <a:ext cx="3886200" cy="157012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custDataLst>
              <p:tags r:id="rId4"/>
            </p:custDataLst>
          </p:nvPr>
        </p:nvSpPr>
        <p:spPr>
          <a:xfrm>
            <a:off x="4629150" y="1365839"/>
            <a:ext cx="3886200" cy="157012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custDataLst>
              <p:tags r:id="rId5"/>
            </p:custDataLst>
          </p:nvPr>
        </p:nvSpPr>
        <p:spPr>
          <a:xfrm>
            <a:off x="628650" y="3049976"/>
            <a:ext cx="3886200" cy="157130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custDataLst>
              <p:tags r:id="rId6"/>
            </p:custDataLst>
          </p:nvPr>
        </p:nvSpPr>
        <p:spPr>
          <a:xfrm>
            <a:off x="4629150" y="3049976"/>
            <a:ext cx="3886200" cy="157130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109571"/>
          <p:cNvSpPr>
            <a:spLocks noGrp="1"/>
          </p:cNvSpPr>
          <p:nvPr>
            <p:ph type="dt" sz="half" idx="10"/>
            <p:custDataLst>
              <p:tags r:id="rId7"/>
            </p:custDataLst>
          </p:nvPr>
        </p:nvSpPr>
        <p:spPr>
          <a:xfrm>
            <a:off x="457200" y="4755493"/>
            <a:ext cx="2133600" cy="273168"/>
          </a:xfrm>
        </p:spPr>
        <p:txBody>
          <a:bodyPr/>
          <a:lstStyle>
            <a:lvl1pPr>
              <a:defRPr/>
            </a:lvl1pPr>
          </a:lstStyle>
          <a:p>
            <a:endParaRPr lang="zh-CN" altLang="en-US"/>
          </a:p>
        </p:txBody>
      </p:sp>
      <p:sp>
        <p:nvSpPr>
          <p:cNvPr id="8" name="页脚占位符 109572"/>
          <p:cNvSpPr>
            <a:spLocks noGrp="1"/>
          </p:cNvSpPr>
          <p:nvPr>
            <p:ph type="ftr" sz="quarter" idx="11"/>
            <p:custDataLst>
              <p:tags r:id="rId8"/>
            </p:custDataLst>
          </p:nvPr>
        </p:nvSpPr>
        <p:spPr>
          <a:xfrm>
            <a:off x="3124200" y="4755493"/>
            <a:ext cx="2895600" cy="273168"/>
          </a:xfrm>
        </p:spPr>
        <p:txBody>
          <a:bodyPr/>
          <a:lstStyle>
            <a:lvl1pPr>
              <a:defRPr/>
            </a:lvl1pPr>
          </a:lstStyle>
          <a:p>
            <a:endParaRPr lang="zh-CN" altLang="en-US"/>
          </a:p>
        </p:txBody>
      </p:sp>
      <p:sp>
        <p:nvSpPr>
          <p:cNvPr id="9" name="灯片编号占位符 109573"/>
          <p:cNvSpPr>
            <a:spLocks noGrp="1"/>
          </p:cNvSpPr>
          <p:nvPr>
            <p:ph type="sldNum" sz="quarter" idx="12"/>
            <p:custDataLst>
              <p:tags r:id="rId9"/>
            </p:custDataLst>
          </p:nvPr>
        </p:nvSpPr>
        <p:spPr>
          <a:xfrm>
            <a:off x="6553200" y="4755493"/>
            <a:ext cx="2133600" cy="273168"/>
          </a:xfrm>
        </p:spPr>
        <p:txBody>
          <a:bodyPr/>
          <a:lstStyle>
            <a:lvl1pPr>
              <a:defRPr/>
            </a:lvl1pPr>
          </a:lstStyle>
          <a:p>
            <a:fld id="{4A9B5396-02FD-4ADB-99D0-0FA04D6FF8A3}" type="slidenum">
              <a:rPr lang="zh-CN" altLang="en-US"/>
              <a:t>‹#›</a:t>
            </a:fld>
            <a:endParaRPr lang="zh-CN" altLang="en-US"/>
          </a:p>
        </p:txBody>
      </p:sp>
    </p:spTree>
  </p:cSld>
  <p:clrMapOvr>
    <a:masterClrMapping/>
  </p:clrMapOvr>
  <p:transition spd="slow"/>
  <p:timing/>
</p:sldLayout>
</file>

<file path=ppt/slideLayouts/slideLayout3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p:cSld name="2_标题和内容">
    <p:spTree>
      <p:nvGrpSpPr>
        <p:cNvPr id="1" name=""/>
        <p:cNvGrpSpPr/>
        <p:nvPr>
          <p:custDataLst>
            <p:tags r:id="rId1"/>
          </p:custDataLst>
        </p:nvPr>
      </p:nvGrpSpPr>
      <p:grpSpPr>
        <a:xfrm>
          <a:off x="0" y="0"/>
          <a:ext cx="0" cy="0"/>
        </a:xfrm>
      </p:grpSpPr>
      <p:sp>
        <p:nvSpPr>
          <p:cNvPr id="2" name="日期占位符 1"/>
          <p:cNvSpPr>
            <a:spLocks noGrp="1"/>
          </p:cNvSpPr>
          <p:nvPr>
            <p:ph type="dt" sz="half" idx="10"/>
            <p:custDataLst>
              <p:tags r:id="rId2"/>
            </p:custDataLst>
          </p:nvPr>
        </p:nvSpPr>
        <p:spPr>
          <a:xfrm>
            <a:off x="628650" y="4755491"/>
            <a:ext cx="2057400" cy="273168"/>
          </a:xfrm>
          <a:prstGeom prst="rect">
            <a:avLst/>
          </a:prstGeom>
        </p:spPr>
        <p:txBody>
          <a:bodyPr/>
          <a:lstStyle>
            <a:lvl1pPr>
              <a:defRPr/>
            </a:lvl1pPr>
          </a:lstStyle>
          <a:p>
            <a:pPr>
              <a:defRPr/>
            </a:pPr>
            <a:endParaRPr lang="zh-CN" altLang="en-US"/>
          </a:p>
        </p:txBody>
      </p:sp>
      <p:sp>
        <p:nvSpPr>
          <p:cNvPr id="3" name="页脚占位符 2"/>
          <p:cNvSpPr>
            <a:spLocks noGrp="1"/>
          </p:cNvSpPr>
          <p:nvPr>
            <p:ph type="ftr" sz="quarter" idx="11"/>
            <p:custDataLst>
              <p:tags r:id="rId3"/>
            </p:custDataLst>
          </p:nvPr>
        </p:nvSpPr>
        <p:spPr>
          <a:xfrm>
            <a:off x="3028950" y="4755491"/>
            <a:ext cx="3086100" cy="273168"/>
          </a:xfrm>
          <a:prstGeom prst="rect">
            <a:avLst/>
          </a:prstGeom>
        </p:spPr>
        <p:txBody>
          <a:bodyPr/>
          <a:lstStyle>
            <a:lvl1pPr>
              <a:defRPr/>
            </a:lvl1pPr>
          </a:lstStyle>
          <a:p>
            <a:pPr>
              <a:defRPr/>
            </a:pPr>
            <a:endParaRPr lang="zh-CN" altLang="en-US"/>
          </a:p>
        </p:txBody>
      </p:sp>
      <p:sp>
        <p:nvSpPr>
          <p:cNvPr id="4" name="灯片编号占位符 3"/>
          <p:cNvSpPr>
            <a:spLocks noGrp="1"/>
          </p:cNvSpPr>
          <p:nvPr>
            <p:ph type="sldNum" sz="quarter" idx="12"/>
            <p:custDataLst>
              <p:tags r:id="rId4"/>
            </p:custDataLst>
          </p:nvPr>
        </p:nvSpPr>
        <p:spPr>
          <a:xfrm>
            <a:off x="6457950" y="4755491"/>
            <a:ext cx="2057400" cy="273168"/>
          </a:xfrm>
          <a:prstGeom prst="rect">
            <a:avLst/>
          </a:prstGeom>
        </p:spPr>
        <p:txBody>
          <a:bodyPr/>
          <a:lstStyle>
            <a:lvl1pPr>
              <a:defRPr/>
            </a:lvl1pPr>
          </a:lstStyle>
          <a:p>
            <a:pPr>
              <a:defRPr/>
            </a:pPr>
            <a:fld id="{E15B402A-A238-4AA1-A35B-A9BE51A8D4F9}" type="slidenum">
              <a:rPr lang="en-US" altLang="zh-CN" smtClean="0"/>
              <a:t>‹#›</a:t>
            </a:fld>
            <a:endParaRPr lang="zh-CN" altLang="en-US"/>
          </a:p>
        </p:txBody>
      </p:sp>
    </p:spTree>
  </p:cSld>
  <p:clrMapOvr>
    <a:masterClrMapping/>
  </p:clrMapOvr>
  <p:transition>
    <p:checker dir="vert"/>
  </p:transition>
  <p:timing/>
</p:sldLayout>
</file>

<file path=ppt/slideLayouts/slideLayout3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AndClipArt">
  <p:cSld name="标题，文本与剪贴画">
    <p:spTree>
      <p:nvGrpSpPr>
        <p:cNvPr id="1" name=""/>
        <p:cNvGrpSpPr/>
        <p:nvPr>
          <p:custDataLst>
            <p:tags r:id="rId1"/>
          </p:custDataLst>
        </p:nvPr>
      </p:nvGrpSpPr>
      <p:grpSpPr>
        <a:xfrm>
          <a:off x="0" y="0"/>
          <a:ext cx="0" cy="0"/>
        </a:xfrm>
      </p:grpSpPr>
      <p:sp>
        <p:nvSpPr>
          <p:cNvPr id="2" name="标题 1"/>
          <p:cNvSpPr>
            <a:spLocks noGrp="1"/>
          </p:cNvSpPr>
          <p:nvPr>
            <p:ph type="title"/>
            <p:custDataLst>
              <p:tags r:id="rId2"/>
            </p:custDataLst>
          </p:nvPr>
        </p:nvSpPr>
        <p:spPr>
          <a:xfrm>
            <a:off x="457200" y="205470"/>
            <a:ext cx="8229600" cy="855133"/>
          </a:xfrm>
        </p:spPr>
        <p:txBody>
          <a:bodyPr/>
          <a:lstStyle/>
          <a:p>
            <a:pPr fontAlgn="auto"/>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custDataLst>
              <p:tags r:id="rId3"/>
            </p:custDataLst>
          </p:nvPr>
        </p:nvSpPr>
        <p:spPr>
          <a:xfrm>
            <a:off x="457200" y="1197187"/>
            <a:ext cx="4038600" cy="3386091"/>
          </a:xfrm>
        </p:spPr>
        <p:txBody>
          <a:bodyPr/>
          <a:lstStyle/>
          <a:p>
            <a:pPr lvl="0" fontAlgn="auto"/>
            <a:r>
              <a:rPr lang="zh-CN" altLang="en-US" strike="noStrike" noProof="1" smtClean="0"/>
              <a:t>单击此处编辑母版文本样式</a:t>
            </a:r>
          </a:p>
          <a:p>
            <a:pPr lvl="1" fontAlgn="auto"/>
            <a:r>
              <a:rPr lang="zh-CN" altLang="en-US" strike="noStrike" noProof="1" smtClean="0"/>
              <a:t>第二级</a:t>
            </a:r>
          </a:p>
          <a:p>
            <a:pPr lvl="2" fontAlgn="auto"/>
            <a:r>
              <a:rPr lang="zh-CN" altLang="en-US" strike="noStrike" noProof="1" smtClean="0"/>
              <a:t>第三级</a:t>
            </a:r>
          </a:p>
          <a:p>
            <a:pPr lvl="3" fontAlgn="auto"/>
            <a:r>
              <a:rPr lang="zh-CN" altLang="en-US" sz="1350" strike="noStrike" noProof="1" smtClean="0"/>
              <a:t>第四级</a:t>
            </a:r>
            <a:endParaRPr lang="zh-CN" altLang="en-US" strike="noStrike" noProof="1" smtClean="0"/>
          </a:p>
          <a:p>
            <a:pPr lvl="4" fontAlgn="auto"/>
            <a:r>
              <a:rPr lang="zh-CN" altLang="en-US" sz="1350" strike="noStrike" noProof="1" smtClean="0"/>
              <a:t>第五级</a:t>
            </a:r>
            <a:endParaRPr lang="zh-CN" altLang="en-US" strike="noStrike" noProof="1"/>
          </a:p>
        </p:txBody>
      </p:sp>
      <p:sp>
        <p:nvSpPr>
          <p:cNvPr id="4" name="联机映像占位符 3"/>
          <p:cNvSpPr>
            <a:spLocks noGrp="1"/>
          </p:cNvSpPr>
          <p:nvPr>
            <p:ph type="clipArt" sz="half" idx="2"/>
            <p:custDataLst>
              <p:tags r:id="rId4"/>
            </p:custDataLst>
          </p:nvPr>
        </p:nvSpPr>
        <p:spPr>
          <a:xfrm>
            <a:off x="4648200" y="1197187"/>
            <a:ext cx="4038600" cy="3386091"/>
          </a:xfrm>
        </p:spPr>
        <p:txBody>
          <a:bodyPr vert="horz" lIns="91440" tIns="45720" rIns="91440" bIns="45720" rtlCol="0">
            <a:normAutofit/>
          </a:bodyPr>
          <a:lstStyle/>
          <a:p>
            <a:pPr marL="171450" marR="0" lvl="0" indent="-171450" algn="l" defTabSz="685800" rtl="0" eaLnBrk="1" fontAlgn="auto" latinLnBrk="0" hangingPunct="1">
              <a:lnSpc>
                <a:spcPct val="90000"/>
              </a:lnSpc>
              <a:spcBef>
                <a:spcPts val="750"/>
              </a:spcBef>
              <a:spcAft>
                <a:spcPct val="0"/>
              </a:spcAft>
              <a:buClrTx/>
              <a:buSzTx/>
              <a:buFont typeface="Arial" panose="020b0604020202020204" pitchFamily="34" charset="0"/>
              <a:buChar char="•"/>
              <a:defRPr/>
            </a:pPr>
            <a:endParaRPr kumimoji="0" lang="zh-CN" altLang="en-US" sz="2100" b="0" i="0" u="none" strike="noStrike" kern="1200" cap="none" spc="0" normalizeH="0" baseline="0" noProof="0" smtClean="0">
              <a:ln>
                <a:noFill/>
              </a:ln>
              <a:solidFill>
                <a:schemeClr val="tx1"/>
              </a:solidFill>
              <a:effectLst/>
              <a:uLnTx/>
              <a:uFillTx/>
              <a:latin typeface="+mn-lt"/>
              <a:ea typeface="+mn-ea"/>
              <a:cs typeface="+mn-cs"/>
            </a:endParaRPr>
          </a:p>
        </p:txBody>
      </p:sp>
      <p:sp>
        <p:nvSpPr>
          <p:cNvPr id="7" name="日期占位符 4"/>
          <p:cNvSpPr>
            <a:spLocks noGrp="1"/>
          </p:cNvSpPr>
          <p:nvPr>
            <p:ph type="dt" sz="half" idx="12"/>
            <p:custDataLst>
              <p:tags r:id="rId5"/>
            </p:custDataLst>
          </p:nvPr>
        </p:nvSpPr>
        <p:spPr>
          <a:xfrm>
            <a:off x="457200" y="4672354"/>
            <a:ext cx="2133600" cy="356306"/>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5"/>
          <p:cNvSpPr>
            <a:spLocks noGrp="1"/>
          </p:cNvSpPr>
          <p:nvPr>
            <p:ph type="ftr" sz="quarter" idx="3"/>
            <p:custDataLst>
              <p:tags r:id="rId6"/>
            </p:custDataLst>
          </p:nvPr>
        </p:nvSpPr>
        <p:spPr>
          <a:xfrm>
            <a:off x="3124200" y="4672354"/>
            <a:ext cx="2895600" cy="356306"/>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6"/>
          <p:cNvSpPr>
            <a:spLocks noGrp="1"/>
          </p:cNvSpPr>
          <p:nvPr>
            <p:ph type="sldNum" sz="quarter" idx="4"/>
            <p:custDataLst>
              <p:tags r:id="rId7"/>
            </p:custDataLst>
          </p:nvPr>
        </p:nvSpPr>
        <p:spPr>
          <a:xfrm>
            <a:off x="6553200" y="4672354"/>
            <a:ext cx="2133600" cy="356306"/>
          </a:xfrm>
          <a:prstGeom prst="rect">
            <a:avLst/>
          </a:prstGeom>
        </p:spPr>
        <p:txBody>
          <a:bodyPr vert="horz" lIns="91440" tIns="45720" rIns="91440" bIns="45720"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E27E300-DFF0-4B52-9D6E-D6440329A3BA}" type="slidenum">
              <a:rPr kumimoji="0" lang="en-US"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p:timing/>
</p:sldLayout>
</file>

<file path=ppt/slideLayouts/slideLayout3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相框">
    <p:bg>
      <p:bgPr>
        <a:solidFill>
          <a:schemeClr val="tx2"/>
        </a:solidFill>
        <a:effectLst/>
      </p:bgPr>
    </p:bg>
    <p:spTree>
      <p:nvGrpSpPr>
        <p:cNvPr id="1" name=""/>
        <p:cNvGrpSpPr/>
        <p:nvPr>
          <p:custDataLst>
            <p:tags r:id="rId1"/>
          </p:custDataLst>
        </p:nvPr>
      </p:nvGrpSpPr>
      <p:grpSpPr>
        <a:xfrm>
          <a:off x="0" y="0"/>
          <a:ext cx="0" cy="0"/>
        </a:xfrm>
      </p:grpSpPr>
      <p:grpSp>
        <p:nvGrpSpPr>
          <p:cNvPr id="8" name="组合 7"/>
          <p:cNvGrpSpPr/>
          <p:nvPr>
            <p:custDataLst>
              <p:tags r:id="rId2"/>
            </p:custDataLst>
          </p:nvPr>
        </p:nvGrpSpPr>
        <p:grpSpPr>
          <a:xfrm>
            <a:off x="180501" y="-1"/>
            <a:ext cx="8963499" cy="5130801"/>
            <a:chOff x="240668" y="-1"/>
            <a:chExt cx="11951332" cy="6858001"/>
          </a:xfrm>
        </p:grpSpPr>
        <p:sp>
          <p:nvSpPr>
            <p:cNvPr id="13" name="矩形 12"/>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45" baseline="0">
                <a:latin typeface="隶书" panose="02010509060101010101" pitchFamily="49" charset="-122"/>
                <a:ea typeface="隶书" panose="02010509060101010101" pitchFamily="49" charset="-122"/>
              </a:endParaRPr>
            </a:p>
          </p:txBody>
        </p:sp>
        <p:grpSp>
          <p:nvGrpSpPr>
            <p:cNvPr id="6" name="组合 5"/>
            <p:cNvGrpSpPr/>
            <p:nvPr userDrawn="1">
              <p:custDataLst>
                <p:tags r:id="rId4"/>
              </p:custDataLst>
            </p:nvPr>
          </p:nvGrpSpPr>
          <p:grpSpPr>
            <a:xfrm>
              <a:off x="240668" y="-1"/>
              <a:ext cx="11951332" cy="6858001"/>
              <a:chOff x="240668" y="-1"/>
              <a:chExt cx="11951332" cy="6858001"/>
            </a:xfrm>
          </p:grpSpPr>
          <p:sp>
            <p:nvSpPr>
              <p:cNvPr id="10" name="三角形 6"/>
              <p:cNvSpPr/>
              <p:nvPr userDrawn="1">
                <p:custDataLst>
                  <p:tags r:id="rId5"/>
                </p:custDataLst>
              </p:nvPr>
            </p:nvSpPr>
            <p:spPr>
              <a:xfrm rot="10800000">
                <a:off x="240668" y="-1"/>
                <a:ext cx="1268817" cy="825335"/>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a:p>
            </p:txBody>
          </p:sp>
          <p:sp>
            <p:nvSpPr>
              <p:cNvPr id="11" name="三角形 7"/>
              <p:cNvSpPr/>
              <p:nvPr userDrawn="1">
                <p:custDataLst>
                  <p:tags r:id="rId6"/>
                </p:custDataLst>
              </p:nvPr>
            </p:nvSpPr>
            <p:spPr>
              <a:xfrm>
                <a:off x="10157543" y="5823322"/>
                <a:ext cx="1449070" cy="103012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a:p>
            </p:txBody>
          </p:sp>
          <p:sp>
            <p:nvSpPr>
              <p:cNvPr id="12" name="三角形 8"/>
              <p:cNvSpPr/>
              <p:nvPr userDrawn="1">
                <p:custDataLst>
                  <p:tags r:id="rId7"/>
                </p:custDataLst>
              </p:nvPr>
            </p:nvSpPr>
            <p:spPr>
              <a:xfrm>
                <a:off x="11200681" y="6153284"/>
                <a:ext cx="991319" cy="70471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
                  <a:t> </a:t>
                </a:r>
              </a:p>
            </p:txBody>
          </p:sp>
        </p:grpSp>
      </p:grpSp>
      <p:sp>
        <p:nvSpPr>
          <p:cNvPr id="2" name="标题 1"/>
          <p:cNvSpPr>
            <a:spLocks noGrp="1"/>
          </p:cNvSpPr>
          <p:nvPr>
            <p:ph type="title" hasCustomPrompt="1"/>
            <p:custDataLst>
              <p:tags r:id="rId8"/>
            </p:custDataLst>
          </p:nvPr>
        </p:nvSpPr>
        <p:spPr>
          <a:xfrm>
            <a:off x="961200" y="934587"/>
            <a:ext cx="7219800" cy="541360"/>
          </a:xfrm>
        </p:spPr>
        <p:txBody>
          <a:bodyPr anchor="ctr"/>
          <a:lstStyle>
            <a:lvl1pPr>
              <a:defRPr sz="2395" b="1" spc="200" baseline="0">
                <a:solidFill>
                  <a:schemeClr val="tx1"/>
                </a:solidFill>
                <a:latin typeface="Arial" panose="020b0604020202020204" pitchFamily="34" charset="0"/>
                <a:ea typeface="微软雅黑" panose="020b0503020204020204" charset="-122"/>
              </a:defRPr>
            </a:lvl1pPr>
          </a:lstStyle>
          <a:p>
            <a:r>
              <a:rPr lang="zh-CN" altLang="en-US"/>
              <a:t>单击此处编辑标题</a:t>
            </a:r>
          </a:p>
        </p:txBody>
      </p:sp>
      <p:sp>
        <p:nvSpPr>
          <p:cNvPr id="7" name="内容占位符 6"/>
          <p:cNvSpPr>
            <a:spLocks noGrp="1"/>
          </p:cNvSpPr>
          <p:nvPr>
            <p:ph sz="quarter" idx="13" hasCustomPrompt="1"/>
            <p:custDataLst>
              <p:tags r:id="rId9"/>
            </p:custDataLst>
          </p:nvPr>
        </p:nvSpPr>
        <p:spPr>
          <a:xfrm>
            <a:off x="960835" y="1618693"/>
            <a:ext cx="7219950" cy="2577520"/>
          </a:xfrm>
        </p:spPr>
        <p:txBody>
          <a:bodyPr>
            <a:normAutofit/>
          </a:bodyPr>
          <a:lstStyle>
            <a:lvl1pPr marL="0" indent="0">
              <a:buNone/>
              <a:defRPr sz="1195"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p>
        </p:txBody>
      </p:sp>
      <p:sp>
        <p:nvSpPr>
          <p:cNvPr id="3" name="日期占位符 2"/>
          <p:cNvSpPr>
            <a:spLocks noGrp="1"/>
          </p:cNvSpPr>
          <p:nvPr>
            <p:ph type="dt" sz="half" idx="10"/>
            <p:custDataLst>
              <p:tags r:id="rId10"/>
            </p:custDataLst>
          </p:nvPr>
        </p:nvSpPr>
        <p:spPr>
          <a:xfrm>
            <a:off x="659807" y="4750616"/>
            <a:ext cx="2025000" cy="237013"/>
          </a:xfrm>
        </p:spPr>
        <p:txBody>
          <a:bodyPr/>
          <a:lstStyle/>
          <a:p>
            <a:fld id="{760FBDFE-C587-4B4C-A407-44438C67B59E}" type="datetimeFigureOut">
              <a:rPr lang="zh-CN" altLang="en-US" smtClean="0"/>
              <a:t>2022/9/6</a:t>
            </a:fld>
            <a:endParaRPr lang="zh-CN" altLang="en-US"/>
          </a:p>
        </p:txBody>
      </p:sp>
      <p:sp>
        <p:nvSpPr>
          <p:cNvPr id="5" name="灯片编号占位符 4"/>
          <p:cNvSpPr>
            <a:spLocks noGrp="1"/>
          </p:cNvSpPr>
          <p:nvPr>
            <p:ph type="sldNum" sz="quarter" idx="12"/>
            <p:custDataLst>
              <p:tags r:id="rId11"/>
            </p:custDataLst>
          </p:nvPr>
        </p:nvSpPr>
        <p:spPr>
          <a:xfrm>
            <a:off x="6457950" y="4750616"/>
            <a:ext cx="2025000" cy="237013"/>
          </a:xfrm>
        </p:spPr>
        <p:txBody>
          <a:bodyPr/>
          <a:lstStyle/>
          <a:p>
            <a:fld id="{49AE70B2-8BF9-45C0-BB95-33D1B9D3A854}" type="slidenum">
              <a:rPr lang="zh-CN" altLang="en-US" smtClean="0"/>
              <a:t>‹#›</a:t>
            </a:fld>
            <a:endParaRPr lang="zh-CN" altLang="en-US"/>
          </a:p>
        </p:txBody>
      </p:sp>
      <p:sp>
        <p:nvSpPr>
          <p:cNvPr id="4" name="页脚占位符 3"/>
          <p:cNvSpPr>
            <a:spLocks noGrp="1"/>
          </p:cNvSpPr>
          <p:nvPr>
            <p:ph type="ftr" sz="quarter" idx="11"/>
            <p:custDataLst>
              <p:tags r:id="rId12"/>
            </p:custDataLst>
          </p:nvPr>
        </p:nvSpPr>
        <p:spPr>
          <a:xfrm>
            <a:off x="3087000" y="4750616"/>
            <a:ext cx="2970000" cy="237013"/>
          </a:xfrm>
        </p:spPr>
        <p:txBody>
          <a:bodyPr/>
          <a:lstStyle/>
          <a:p>
            <a:endParaRPr lang="zh-CN" altLang="en-US"/>
          </a:p>
        </p:txBody>
      </p:sp>
    </p:spTree>
  </p:cSld>
  <p:clrMapOvr>
    <a:masterClrMapping/>
  </p:clrMapOvr>
  <p:transition/>
  <p:timing/>
</p:sldLayout>
</file>

<file path=ppt/slideLayouts/slideLayout3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2_自定义版式">
    <p:spTree>
      <p:nvGrpSpPr>
        <p:cNvPr id="1" name=""/>
        <p:cNvGrpSpPr/>
        <p:nvPr>
          <p:custDataLst>
            <p:tags r:id="rId1"/>
          </p:custDataLst>
        </p:nvPr>
      </p:nvGrpSpPr>
      <p:grpSpPr>
        <a:xfrm>
          <a:off x="0" y="0"/>
          <a:ext cx="0" cy="0"/>
        </a:xfrm>
      </p:grpSpPr>
    </p:spTree>
  </p:cSld>
  <p:clrMapOvr>
    <a:masterClrMapping/>
  </p:clrMapOvr>
  <p:transition spd="med"/>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slideLayout" Target="../slideLayouts/slideLayout13.xml" /><Relationship Id="rId14" Type="http://schemas.openxmlformats.org/officeDocument/2006/relationships/slideLayout" Target="../slideLayouts/slideLayout14.xml" /><Relationship Id="rId15" Type="http://schemas.openxmlformats.org/officeDocument/2006/relationships/slideLayout" Target="../slideLayouts/slideLayout15.xml" /><Relationship Id="rId16" Type="http://schemas.openxmlformats.org/officeDocument/2006/relationships/slideLayout" Target="../slideLayouts/slideLayout16.xml" /><Relationship Id="rId17" Type="http://schemas.openxmlformats.org/officeDocument/2006/relationships/slideLayout" Target="../slideLayouts/slideLayout17.xml" /><Relationship Id="rId18" Type="http://schemas.openxmlformats.org/officeDocument/2006/relationships/slideLayout" Target="../slideLayouts/slideLayout18.xml" /><Relationship Id="rId19" Type="http://schemas.openxmlformats.org/officeDocument/2006/relationships/slideLayout" Target="../slideLayouts/slideLayout19.xml" /><Relationship Id="rId2" Type="http://schemas.openxmlformats.org/officeDocument/2006/relationships/slideLayout" Target="../slideLayouts/slideLayout2.xml" /><Relationship Id="rId20" Type="http://schemas.openxmlformats.org/officeDocument/2006/relationships/slideLayout" Target="../slideLayouts/slideLayout20.xml" /><Relationship Id="rId21" Type="http://schemas.openxmlformats.org/officeDocument/2006/relationships/slideLayout" Target="../slideLayouts/slideLayout21.xml" /><Relationship Id="rId22" Type="http://schemas.openxmlformats.org/officeDocument/2006/relationships/slideLayout" Target="../slideLayouts/slideLayout22.xml" /><Relationship Id="rId23" Type="http://schemas.openxmlformats.org/officeDocument/2006/relationships/slideLayout" Target="../slideLayouts/slideLayout23.xml" /><Relationship Id="rId24" Type="http://schemas.openxmlformats.org/officeDocument/2006/relationships/slideLayout" Target="../slideLayouts/slideLayout24.xml" /><Relationship Id="rId25" Type="http://schemas.openxmlformats.org/officeDocument/2006/relationships/slideLayout" Target="../slideLayouts/slideLayout25.xml" /><Relationship Id="rId26" Type="http://schemas.openxmlformats.org/officeDocument/2006/relationships/slideLayout" Target="../slideLayouts/slideLayout26.xml" /><Relationship Id="rId27" Type="http://schemas.openxmlformats.org/officeDocument/2006/relationships/slideLayout" Target="../slideLayouts/slideLayout27.xml" /><Relationship Id="rId28" Type="http://schemas.openxmlformats.org/officeDocument/2006/relationships/slideLayout" Target="../slideLayouts/slideLayout28.xml" /><Relationship Id="rId29" Type="http://schemas.openxmlformats.org/officeDocument/2006/relationships/slideLayout" Target="../slideLayouts/slideLayout29.xml" /><Relationship Id="rId3" Type="http://schemas.openxmlformats.org/officeDocument/2006/relationships/slideLayout" Target="../slideLayouts/slideLayout3.xml" /><Relationship Id="rId30" Type="http://schemas.openxmlformats.org/officeDocument/2006/relationships/slideLayout" Target="../slideLayouts/slideLayout30.xml" /><Relationship Id="rId31" Type="http://schemas.openxmlformats.org/officeDocument/2006/relationships/slideLayout" Target="../slideLayouts/slideLayout31.xml" /><Relationship Id="rId32" Type="http://schemas.openxmlformats.org/officeDocument/2006/relationships/slideLayout" Target="../slideLayouts/slideLayout32.xml" /><Relationship Id="rId33" Type="http://schemas.openxmlformats.org/officeDocument/2006/relationships/slideLayout" Target="../slideLayouts/slideLayout33.xml" /><Relationship Id="rId34" Type="http://schemas.openxmlformats.org/officeDocument/2006/relationships/slideLayout" Target="../slideLayouts/slideLayout34.xml" /><Relationship Id="rId35" Type="http://schemas.openxmlformats.org/officeDocument/2006/relationships/slideLayout" Target="../slideLayouts/slideLayout35.xml" /><Relationship Id="rId36" Type="http://schemas.openxmlformats.org/officeDocument/2006/relationships/tags" Target="../tags/tag152.xml" /><Relationship Id="rId37" Type="http://schemas.openxmlformats.org/officeDocument/2006/relationships/tags" Target="../tags/tag153.xml" /><Relationship Id="rId38" Type="http://schemas.openxmlformats.org/officeDocument/2006/relationships/tags" Target="../tags/tag154.xml" /><Relationship Id="rId39" Type="http://schemas.openxmlformats.org/officeDocument/2006/relationships/tags" Target="../tags/tag155.xml" /><Relationship Id="rId4" Type="http://schemas.openxmlformats.org/officeDocument/2006/relationships/slideLayout" Target="../slideLayouts/slideLayout4.xml" /><Relationship Id="rId40" Type="http://schemas.openxmlformats.org/officeDocument/2006/relationships/image" Target="../media/image5.png" /><Relationship Id="rId41" Type="http://schemas.openxmlformats.org/officeDocument/2006/relationships/tags" Target="../tags/tag156.xml" /><Relationship Id="rId42" Type="http://schemas.openxmlformats.org/officeDocument/2006/relationships/image" Target="../media/image6.png" /><Relationship Id="rId43" Type="http://schemas.openxmlformats.org/officeDocument/2006/relationships/tags" Target="../tags/tag157.xml" /><Relationship Id="rId44" Type="http://schemas.openxmlformats.org/officeDocument/2006/relationships/image" Target="file:///D:\qq&#25991;&#20214;\712321467\Image\C2C\Image2\%7b75232B38-A165-1FB7-499C-2E1C792CACB5%7d.png" TargetMode="External" /><Relationship Id="rId45" Type="http://schemas.openxmlformats.org/officeDocument/2006/relationships/image" Target="../media/image7.png" /><Relationship Id="rId46" Type="http://schemas.openxmlformats.org/officeDocument/2006/relationships/tags" Target="../tags/tag158.xml" /><Relationship Id="rId47" Type="http://schemas.openxmlformats.org/officeDocument/2006/relationships/theme" Target="../theme/theme1.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rgbClr val="F2F2F2"/>
        </a:solidFill>
        <a:effectLst/>
      </p:bgPr>
    </p:bg>
    <p:spTree>
      <p:nvGrpSpPr>
        <p:cNvPr id="1" name=""/>
        <p:cNvGrpSpPr/>
        <p:nvPr>
          <p:custDataLst>
            <p:tags r:id="rId36"/>
          </p:custDataLst>
        </p:nvPr>
      </p:nvGrpSpPr>
      <p:grpSpPr>
        <a:xfrm>
          <a:off x="0" y="0"/>
          <a:ext cx="0" cy="0"/>
        </a:xfrm>
      </p:grpSpPr>
      <p:sp>
        <p:nvSpPr>
          <p:cNvPr id="2" name="Shape 2"/>
          <p:cNvSpPr>
            <a:spLocks noGrp="1"/>
          </p:cNvSpPr>
          <p:nvPr>
            <p:ph type="title"/>
            <p:custDataLst>
              <p:tags r:id="rId37"/>
            </p:custDataLst>
          </p:nvPr>
        </p:nvSpPr>
        <p:spPr>
          <a:xfrm>
            <a:off x="628650" y="273050"/>
            <a:ext cx="7886700" cy="1095375"/>
          </a:xfrm>
          <a:prstGeom prst="rect">
            <a:avLst/>
          </a:prstGeom>
          <a:ln w="12700">
            <a:miter lim="400000"/>
          </a:ln>
        </p:spPr>
        <p:txBody>
          <a:bodyPr lIns="45719" rIns="45719"/>
          <a:lstStyle/>
          <a:p>
            <a:pPr lvl="0">
              <a:defRPr sz="1800"/>
            </a:pPr>
            <a:r>
              <a:rPr sz="4400"/>
              <a:t>标题文本</a:t>
            </a:r>
          </a:p>
        </p:txBody>
      </p:sp>
      <p:sp>
        <p:nvSpPr>
          <p:cNvPr id="3" name="Shape 3"/>
          <p:cNvSpPr>
            <a:spLocks noGrp="1"/>
          </p:cNvSpPr>
          <p:nvPr>
            <p:ph type="body" idx="1"/>
            <p:custDataLst>
              <p:tags r:id="rId38"/>
            </p:custDataLst>
          </p:nvPr>
        </p:nvSpPr>
        <p:spPr>
          <a:xfrm>
            <a:off x="628650" y="1368425"/>
            <a:ext cx="7886700" cy="3762375"/>
          </a:xfrm>
          <a:prstGeom prst="rect">
            <a:avLst/>
          </a:prstGeom>
          <a:ln w="12700">
            <a:miter lim="400000"/>
          </a:ln>
        </p:spPr>
        <p:txBody>
          <a:bodyPr lIns="45719" rIns="45719"/>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grpSp>
        <p:nvGrpSpPr>
          <p:cNvPr id="7" name="组合 6"/>
          <p:cNvGrpSpPr/>
          <p:nvPr userDrawn="1">
            <p:custDataLst>
              <p:tags r:id="rId39"/>
            </p:custDataLst>
          </p:nvPr>
        </p:nvGrpSpPr>
        <p:grpSpPr>
          <a:xfrm>
            <a:off x="7450969" y="126477"/>
            <a:ext cx="1433080" cy="430931"/>
            <a:chOff x="468128" y="370735"/>
            <a:chExt cx="1135204" cy="341359"/>
          </a:xfrm>
        </p:grpSpPr>
        <p:pic>
          <p:nvPicPr>
            <p:cNvPr id="8" name="图片 7"/>
            <p:cNvPicPr>
              <a:picLocks noChangeAspect="1"/>
            </p:cNvPicPr>
            <p:nvPr userDrawn="1">
              <p:custDataLst>
                <p:tags r:id="rId41"/>
              </p:custDataLst>
            </p:nvPr>
          </p:nvPicPr>
          <p:blipFill>
            <a:blip r:embed="rId40">
              <a:extLst>
                <a:ext uri="{28A0092B-C50C-407E-A947-70E740481C1C}">
                  <a14:useLocalDpi xmlns:a14="http://schemas.microsoft.com/office/drawing/2010/main" val="0"/>
                </a:ext>
              </a:extLst>
            </a:blip>
            <a:stretch>
              <a:fillRect/>
            </a:stretch>
          </p:blipFill>
          <p:spPr>
            <a:xfrm>
              <a:off x="749670" y="370735"/>
              <a:ext cx="490406" cy="177473"/>
            </a:xfrm>
            <a:prstGeom prst="rect">
              <a:avLst/>
            </a:prstGeom>
          </p:spPr>
        </p:pic>
        <p:pic>
          <p:nvPicPr>
            <p:cNvPr id="9" name="图片 8"/>
            <p:cNvPicPr>
              <a:picLocks noChangeAspect="1"/>
            </p:cNvPicPr>
            <p:nvPr userDrawn="1">
              <p:custDataLst>
                <p:tags r:id="rId43"/>
              </p:custDataLst>
            </p:nvPr>
          </p:nvPicPr>
          <p:blipFill>
            <a:blip r:embed="rId42">
              <a:extLst>
                <a:ext uri="{28A0092B-C50C-407E-A947-70E740481C1C}">
                  <a14:useLocalDpi xmlns:a14="http://schemas.microsoft.com/office/drawing/2010/main" val="0"/>
                </a:ext>
              </a:extLst>
            </a:blip>
            <a:stretch>
              <a:fillRect/>
            </a:stretch>
          </p:blipFill>
          <p:spPr>
            <a:xfrm>
              <a:off x="468128" y="558194"/>
              <a:ext cx="1135204" cy="153900"/>
            </a:xfrm>
            <a:prstGeom prst="rect">
              <a:avLst/>
            </a:prstGeom>
          </p:spPr>
        </p:pic>
      </p:grpSp>
      <p:pic>
        <p:nvPicPr>
          <p:cNvPr id="10" name="图片 1073743875" descr="学科网 zxxk.com"/>
          <p:cNvPicPr>
            <a:picLocks noChangeAspect="1"/>
          </p:cNvPicPr>
          <p:nvPr>
            <p:custDataLst>
              <p:tags r:id="rId46"/>
            </p:custDataLst>
          </p:nvPr>
        </p:nvPicPr>
        <p:blipFill>
          <a:blip r:embed="rId45" r:link="rId44"/>
          <a:stretch>
            <a:fillRect/>
          </a:stretch>
        </p:blipFill>
        <p:spPr>
          <a:xfrm>
            <a:off x="838200" y="365125"/>
            <a:ext cx="9525" cy="9525"/>
          </a:xfrm>
          <a:prstGeom prst="rect">
            <a:avLst/>
          </a:prstGeom>
          <a:noFill/>
          <a:ln>
            <a:noFill/>
            <a:miter lim="800000"/>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p:transition spd="med"/>
  <p:timing/>
  <p:txStyles>
    <p:titleStyle>
      <a:lvl1pPr algn="ctr">
        <a:defRPr sz="4400">
          <a:latin typeface="Arial"/>
          <a:ea typeface="Arial"/>
          <a:cs typeface="Arial"/>
          <a:sym typeface="Arial"/>
        </a:defRPr>
      </a:lvl1pPr>
      <a:lvl2pPr algn="ctr">
        <a:defRPr sz="4400">
          <a:latin typeface="Arial"/>
          <a:ea typeface="Arial"/>
          <a:cs typeface="Arial"/>
          <a:sym typeface="Arial"/>
        </a:defRPr>
      </a:lvl2pPr>
      <a:lvl3pPr algn="ctr">
        <a:defRPr sz="4400">
          <a:latin typeface="Arial"/>
          <a:ea typeface="Arial"/>
          <a:cs typeface="Arial"/>
          <a:sym typeface="Arial"/>
        </a:defRPr>
      </a:lvl3pPr>
      <a:lvl4pPr algn="ctr">
        <a:defRPr sz="4400">
          <a:latin typeface="Arial"/>
          <a:ea typeface="Arial"/>
          <a:cs typeface="Arial"/>
          <a:sym typeface="Arial"/>
        </a:defRPr>
      </a:lvl4pPr>
      <a:lvl5pPr algn="ctr">
        <a:defRPr sz="4400">
          <a:latin typeface="Arial"/>
          <a:ea typeface="Arial"/>
          <a:cs typeface="Arial"/>
          <a:sym typeface="Arial"/>
        </a:defRPr>
      </a:lvl5pPr>
      <a:lvl6pPr indent="457200" algn="ctr">
        <a:defRPr sz="4400">
          <a:latin typeface="Arial"/>
          <a:ea typeface="Arial"/>
          <a:cs typeface="Arial"/>
          <a:sym typeface="Arial"/>
        </a:defRPr>
      </a:lvl6pPr>
      <a:lvl7pPr indent="914400" algn="ctr">
        <a:defRPr sz="4400">
          <a:latin typeface="Arial"/>
          <a:ea typeface="Arial"/>
          <a:cs typeface="Arial"/>
          <a:sym typeface="Arial"/>
        </a:defRPr>
      </a:lvl7pPr>
      <a:lvl8pPr indent="1371600" algn="ctr">
        <a:defRPr sz="4400">
          <a:latin typeface="Arial"/>
          <a:ea typeface="Arial"/>
          <a:cs typeface="Arial"/>
          <a:sym typeface="Arial"/>
        </a:defRPr>
      </a:lvl8pPr>
      <a:lvl9pPr indent="1828800" algn="ctr">
        <a:defRPr sz="4400">
          <a:latin typeface="Arial"/>
          <a:ea typeface="Arial"/>
          <a:cs typeface="Arial"/>
          <a:sym typeface="Arial"/>
        </a:defRPr>
      </a:lvl9pPr>
    </p:titleStyle>
    <p:bodyStyle>
      <a:lvl1pPr marL="342900" indent="-342900">
        <a:spcBef>
          <a:spcPts val="700"/>
        </a:spcBef>
        <a:buSzTx/>
        <a:buChar char="•"/>
        <a:defRPr sz="3200">
          <a:latin typeface="Arial"/>
          <a:ea typeface="Arial"/>
          <a:cs typeface="Arial"/>
          <a:sym typeface="Arial"/>
        </a:defRPr>
      </a:lvl1pPr>
      <a:lvl2pPr marL="783590" indent="-326390">
        <a:spcBef>
          <a:spcPts val="700"/>
        </a:spcBef>
        <a:buSzTx/>
        <a:buChar char="–"/>
        <a:defRPr sz="3200">
          <a:latin typeface="Arial"/>
          <a:ea typeface="Arial"/>
          <a:cs typeface="Arial"/>
          <a:sym typeface="Arial"/>
        </a:defRPr>
      </a:lvl2pPr>
      <a:lvl3pPr marL="1219200" indent="-304800">
        <a:spcBef>
          <a:spcPts val="700"/>
        </a:spcBef>
        <a:buSzTx/>
        <a:buChar char="•"/>
        <a:defRPr sz="3200">
          <a:latin typeface="Arial"/>
          <a:ea typeface="Arial"/>
          <a:cs typeface="Arial"/>
          <a:sym typeface="Arial"/>
        </a:defRPr>
      </a:lvl3pPr>
      <a:lvl4pPr marL="1737360" indent="-365760">
        <a:spcBef>
          <a:spcPts val="700"/>
        </a:spcBef>
        <a:buSzTx/>
        <a:buChar char="–"/>
        <a:defRPr sz="3200">
          <a:latin typeface="Arial"/>
          <a:ea typeface="Arial"/>
          <a:cs typeface="Arial"/>
          <a:sym typeface="Arial"/>
        </a:defRPr>
      </a:lvl4pPr>
      <a:lvl5pPr marL="2194560" indent="-365760">
        <a:spcBef>
          <a:spcPts val="700"/>
        </a:spcBef>
        <a:buSzTx/>
        <a:buChar char="»"/>
        <a:defRPr sz="3200">
          <a:latin typeface="Arial"/>
          <a:ea typeface="Arial"/>
          <a:cs typeface="Arial"/>
          <a:sym typeface="Arial"/>
        </a:defRPr>
      </a:lvl5pPr>
      <a:lvl6pPr marL="2692400" indent="-406400">
        <a:spcBef>
          <a:spcPts val="700"/>
        </a:spcBef>
        <a:buSzTx/>
        <a:buChar char="•"/>
        <a:defRPr sz="3200">
          <a:latin typeface="Arial"/>
          <a:ea typeface="Arial"/>
          <a:cs typeface="Arial"/>
          <a:sym typeface="Arial"/>
        </a:defRPr>
      </a:lvl6pPr>
      <a:lvl7pPr marL="3149600" indent="-406400">
        <a:spcBef>
          <a:spcPts val="700"/>
        </a:spcBef>
        <a:buSzTx/>
        <a:buChar char="•"/>
        <a:defRPr sz="3200">
          <a:latin typeface="Arial"/>
          <a:ea typeface="Arial"/>
          <a:cs typeface="Arial"/>
          <a:sym typeface="Arial"/>
        </a:defRPr>
      </a:lvl7pPr>
      <a:lvl8pPr marL="3606800" indent="-406400">
        <a:spcBef>
          <a:spcPts val="700"/>
        </a:spcBef>
        <a:buSzTx/>
        <a:buChar char="•"/>
        <a:defRPr sz="3200">
          <a:latin typeface="Arial"/>
          <a:ea typeface="Arial"/>
          <a:cs typeface="Arial"/>
          <a:sym typeface="Arial"/>
        </a:defRPr>
      </a:lvl8pPr>
      <a:lvl9pPr marL="4064000" indent="-406400">
        <a:spcBef>
          <a:spcPts val="700"/>
        </a:spcBef>
        <a:buSzTx/>
        <a:buChar char="•"/>
        <a:defRPr sz="3200">
          <a:latin typeface="Arial"/>
          <a:ea typeface="Arial"/>
          <a:cs typeface="Arial"/>
          <a:sym typeface="Arial"/>
        </a:defRPr>
      </a:lvl9pPr>
    </p:bodyStyle>
    <p:otherStyle>
      <a:lvl1pPr algn="r">
        <a:defRPr sz="1200">
          <a:solidFill>
            <a:schemeClr val="tx1"/>
          </a:solidFill>
          <a:latin typeface="+mn-lt"/>
          <a:ea typeface="+mn-ea"/>
          <a:cs typeface="+mn-cs"/>
          <a:sym typeface="Arial"/>
        </a:defRPr>
      </a:lvl1pPr>
      <a:lvl2pPr indent="457200" algn="r">
        <a:defRPr sz="1200">
          <a:solidFill>
            <a:schemeClr val="tx1"/>
          </a:solidFill>
          <a:latin typeface="+mn-lt"/>
          <a:ea typeface="+mn-ea"/>
          <a:cs typeface="+mn-cs"/>
          <a:sym typeface="Arial"/>
        </a:defRPr>
      </a:lvl2pPr>
      <a:lvl3pPr indent="914400" algn="r">
        <a:defRPr sz="1200">
          <a:solidFill>
            <a:schemeClr val="tx1"/>
          </a:solidFill>
          <a:latin typeface="+mn-lt"/>
          <a:ea typeface="+mn-ea"/>
          <a:cs typeface="+mn-cs"/>
          <a:sym typeface="Arial"/>
        </a:defRPr>
      </a:lvl3pPr>
      <a:lvl4pPr indent="1371600" algn="r">
        <a:defRPr sz="1200">
          <a:solidFill>
            <a:schemeClr val="tx1"/>
          </a:solidFill>
          <a:latin typeface="+mn-lt"/>
          <a:ea typeface="+mn-ea"/>
          <a:cs typeface="+mn-cs"/>
          <a:sym typeface="Arial"/>
        </a:defRPr>
      </a:lvl4pPr>
      <a:lvl5pPr indent="1828800" algn="r">
        <a:defRPr sz="1200">
          <a:solidFill>
            <a:schemeClr val="tx1"/>
          </a:solidFill>
          <a:latin typeface="+mn-lt"/>
          <a:ea typeface="+mn-ea"/>
          <a:cs typeface="+mn-cs"/>
          <a:sym typeface="Arial"/>
        </a:defRPr>
      </a:lvl5pPr>
      <a:lvl6pPr indent="2286000" algn="r">
        <a:defRPr sz="1200">
          <a:solidFill>
            <a:schemeClr val="tx1"/>
          </a:solidFill>
          <a:latin typeface="+mn-lt"/>
          <a:ea typeface="+mn-ea"/>
          <a:cs typeface="+mn-cs"/>
          <a:sym typeface="Arial"/>
        </a:defRPr>
      </a:lvl6pPr>
      <a:lvl7pPr indent="2743200" algn="r">
        <a:defRPr sz="1200">
          <a:solidFill>
            <a:schemeClr val="tx1"/>
          </a:solidFill>
          <a:latin typeface="+mn-lt"/>
          <a:ea typeface="+mn-ea"/>
          <a:cs typeface="+mn-cs"/>
          <a:sym typeface="Arial"/>
        </a:defRPr>
      </a:lvl7pPr>
      <a:lvl8pPr indent="3200400" algn="r">
        <a:defRPr sz="1200">
          <a:solidFill>
            <a:schemeClr val="tx1"/>
          </a:solidFill>
          <a:latin typeface="+mn-lt"/>
          <a:ea typeface="+mn-ea"/>
          <a:cs typeface="+mn-cs"/>
          <a:sym typeface="Arial"/>
        </a:defRPr>
      </a:lvl8pPr>
      <a:lvl9pPr indent="3657600" algn="r">
        <a:defRPr sz="1200">
          <a:solidFill>
            <a:schemeClr val="tx1"/>
          </a:solidFill>
          <a:latin typeface="+mn-lt"/>
          <a:ea typeface="+mn-ea"/>
          <a:cs typeface="+mn-cs"/>
          <a:sym typeface="Arial"/>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tags" Target="../tags/tag167.xml" /><Relationship Id="rId3" Type="http://schemas.openxmlformats.org/officeDocument/2006/relationships/tags" Target="../tags/tag168.xml" /><Relationship Id="rId4" Type="http://schemas.openxmlformats.org/officeDocument/2006/relationships/tags" Target="../tags/tag169.xml" /><Relationship Id="rId5" Type="http://schemas.openxmlformats.org/officeDocument/2006/relationships/tags" Target="../tags/tag170.xml" /><Relationship Id="rId6" Type="http://schemas.openxmlformats.org/officeDocument/2006/relationships/image" Target="../media/image8.png" /><Relationship Id="rId7" Type="http://schemas.openxmlformats.org/officeDocument/2006/relationships/tags" Target="../tags/tag171.xml" /><Relationship Id="rId8" Type="http://schemas.openxmlformats.org/officeDocument/2006/relationships/tags" Target="../tags/tag172.xml" /><Relationship Id="rId9" Type="http://schemas.openxmlformats.org/officeDocument/2006/relationships/tags" Target="../tags/tag173.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10.png" /><Relationship Id="rId11" Type="http://schemas.openxmlformats.org/officeDocument/2006/relationships/tags" Target="../tags/tag183.xml" /><Relationship Id="rId2" Type="http://schemas.openxmlformats.org/officeDocument/2006/relationships/notesSlide" Target="../notesSlides/notesSlide1.xml" /><Relationship Id="rId3" Type="http://schemas.openxmlformats.org/officeDocument/2006/relationships/tags" Target="../tags/tag177.xml" /><Relationship Id="rId4" Type="http://schemas.openxmlformats.org/officeDocument/2006/relationships/tags" Target="../tags/tag178.xml" /><Relationship Id="rId5" Type="http://schemas.openxmlformats.org/officeDocument/2006/relationships/tags" Target="../tags/tag179.xml" /><Relationship Id="rId6" Type="http://schemas.openxmlformats.org/officeDocument/2006/relationships/tags" Target="../tags/tag180.xml" /><Relationship Id="rId7" Type="http://schemas.openxmlformats.org/officeDocument/2006/relationships/tags" Target="../tags/tag181.xml" /><Relationship Id="rId8" Type="http://schemas.openxmlformats.org/officeDocument/2006/relationships/image" Target="../media/image9.png" /><Relationship Id="rId9" Type="http://schemas.openxmlformats.org/officeDocument/2006/relationships/tags" Target="../tags/tag182.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6.xml" /><Relationship Id="rId10" Type="http://schemas.openxmlformats.org/officeDocument/2006/relationships/tags" Target="../tags/tag192.xml" /><Relationship Id="rId2" Type="http://schemas.openxmlformats.org/officeDocument/2006/relationships/tags" Target="../tags/tag184.xml" /><Relationship Id="rId3" Type="http://schemas.openxmlformats.org/officeDocument/2006/relationships/tags" Target="../tags/tag185.xml" /><Relationship Id="rId4" Type="http://schemas.openxmlformats.org/officeDocument/2006/relationships/tags" Target="../tags/tag186.xml" /><Relationship Id="rId5" Type="http://schemas.openxmlformats.org/officeDocument/2006/relationships/tags" Target="../tags/tag187.xml" /><Relationship Id="rId6" Type="http://schemas.openxmlformats.org/officeDocument/2006/relationships/tags" Target="../tags/tag188.xml" /><Relationship Id="rId7" Type="http://schemas.openxmlformats.org/officeDocument/2006/relationships/tags" Target="../tags/tag189.xml" /><Relationship Id="rId8" Type="http://schemas.openxmlformats.org/officeDocument/2006/relationships/tags" Target="../tags/tag190.xml" /><Relationship Id="rId9" Type="http://schemas.openxmlformats.org/officeDocument/2006/relationships/tags" Target="../tags/tag191.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6.xml" /><Relationship Id="rId10" Type="http://schemas.openxmlformats.org/officeDocument/2006/relationships/tags" Target="../tags/tag200.xml" /><Relationship Id="rId11" Type="http://schemas.openxmlformats.org/officeDocument/2006/relationships/image" Target="../media/image12.jpeg" /><Relationship Id="rId12" Type="http://schemas.openxmlformats.org/officeDocument/2006/relationships/tags" Target="../tags/tag201.xml" /><Relationship Id="rId13" Type="http://schemas.openxmlformats.org/officeDocument/2006/relationships/tags" Target="../tags/tag202.xml" /><Relationship Id="rId2" Type="http://schemas.openxmlformats.org/officeDocument/2006/relationships/tags" Target="../tags/tag193.xml" /><Relationship Id="rId3" Type="http://schemas.openxmlformats.org/officeDocument/2006/relationships/tags" Target="../tags/tag194.xml" /><Relationship Id="rId4" Type="http://schemas.openxmlformats.org/officeDocument/2006/relationships/tags" Target="../tags/tag195.xml" /><Relationship Id="rId5" Type="http://schemas.openxmlformats.org/officeDocument/2006/relationships/tags" Target="../tags/tag196.xml" /><Relationship Id="rId6" Type="http://schemas.openxmlformats.org/officeDocument/2006/relationships/tags" Target="../tags/tag197.xml" /><Relationship Id="rId7" Type="http://schemas.openxmlformats.org/officeDocument/2006/relationships/tags" Target="../tags/tag198.xml" /><Relationship Id="rId8" Type="http://schemas.openxmlformats.org/officeDocument/2006/relationships/tags" Target="../tags/tag199.xml" /><Relationship Id="rId9" Type="http://schemas.openxmlformats.org/officeDocument/2006/relationships/image" Target="../media/image11.jpeg"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6.xml" /><Relationship Id="rId10" Type="http://schemas.openxmlformats.org/officeDocument/2006/relationships/tags" Target="../tags/tag210.xml" /><Relationship Id="rId11" Type="http://schemas.openxmlformats.org/officeDocument/2006/relationships/tags" Target="../tags/tag211.xml" /><Relationship Id="rId12" Type="http://schemas.openxmlformats.org/officeDocument/2006/relationships/tags" Target="../tags/tag212.xml" /><Relationship Id="rId13" Type="http://schemas.openxmlformats.org/officeDocument/2006/relationships/tags" Target="../tags/tag213.xml" /><Relationship Id="rId2" Type="http://schemas.openxmlformats.org/officeDocument/2006/relationships/tags" Target="../tags/tag203.xml" /><Relationship Id="rId3" Type="http://schemas.openxmlformats.org/officeDocument/2006/relationships/tags" Target="../tags/tag204.xml" /><Relationship Id="rId4" Type="http://schemas.openxmlformats.org/officeDocument/2006/relationships/tags" Target="../tags/tag205.xml" /><Relationship Id="rId5" Type="http://schemas.openxmlformats.org/officeDocument/2006/relationships/tags" Target="../tags/tag206.xml" /><Relationship Id="rId6" Type="http://schemas.openxmlformats.org/officeDocument/2006/relationships/tags" Target="../tags/tag207.xml" /><Relationship Id="rId7" Type="http://schemas.openxmlformats.org/officeDocument/2006/relationships/tags" Target="../tags/tag208.xml" /><Relationship Id="rId8" Type="http://schemas.openxmlformats.org/officeDocument/2006/relationships/image" Target="../media/image13.png" /><Relationship Id="rId9" Type="http://schemas.openxmlformats.org/officeDocument/2006/relationships/tags" Target="../tags/tag209.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6.xml" /><Relationship Id="rId10" Type="http://schemas.openxmlformats.org/officeDocument/2006/relationships/tags" Target="../tags/tag222.xml" /><Relationship Id="rId11" Type="http://schemas.openxmlformats.org/officeDocument/2006/relationships/tags" Target="../tags/tag223.xml" /><Relationship Id="rId12" Type="http://schemas.openxmlformats.org/officeDocument/2006/relationships/tags" Target="../tags/tag224.xml" /><Relationship Id="rId13" Type="http://schemas.openxmlformats.org/officeDocument/2006/relationships/tags" Target="../tags/tag225.xml" /><Relationship Id="rId14" Type="http://schemas.openxmlformats.org/officeDocument/2006/relationships/image" Target="../media/image14.png" /><Relationship Id="rId15" Type="http://schemas.openxmlformats.org/officeDocument/2006/relationships/tags" Target="../tags/tag226.xml" /><Relationship Id="rId2" Type="http://schemas.openxmlformats.org/officeDocument/2006/relationships/tags" Target="../tags/tag214.xml" /><Relationship Id="rId3" Type="http://schemas.openxmlformats.org/officeDocument/2006/relationships/tags" Target="../tags/tag215.xml" /><Relationship Id="rId4" Type="http://schemas.openxmlformats.org/officeDocument/2006/relationships/tags" Target="../tags/tag216.xml" /><Relationship Id="rId5" Type="http://schemas.openxmlformats.org/officeDocument/2006/relationships/tags" Target="../tags/tag217.xml" /><Relationship Id="rId6" Type="http://schemas.openxmlformats.org/officeDocument/2006/relationships/tags" Target="../tags/tag218.xml" /><Relationship Id="rId7" Type="http://schemas.openxmlformats.org/officeDocument/2006/relationships/tags" Target="../tags/tag219.xml" /><Relationship Id="rId8" Type="http://schemas.openxmlformats.org/officeDocument/2006/relationships/tags" Target="../tags/tag220.xml" /><Relationship Id="rId9" Type="http://schemas.openxmlformats.org/officeDocument/2006/relationships/tags" Target="../tags/tag221.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tags" Target="../tags/tag234.xml" /><Relationship Id="rId2" Type="http://schemas.openxmlformats.org/officeDocument/2006/relationships/tags" Target="../tags/tag227.xml" /><Relationship Id="rId3" Type="http://schemas.openxmlformats.org/officeDocument/2006/relationships/tags" Target="../tags/tag228.xml" /><Relationship Id="rId4" Type="http://schemas.openxmlformats.org/officeDocument/2006/relationships/tags" Target="../tags/tag229.xml" /><Relationship Id="rId5" Type="http://schemas.openxmlformats.org/officeDocument/2006/relationships/tags" Target="../tags/tag230.xml" /><Relationship Id="rId6" Type="http://schemas.openxmlformats.org/officeDocument/2006/relationships/tags" Target="../tags/tag231.xml" /><Relationship Id="rId7" Type="http://schemas.openxmlformats.org/officeDocument/2006/relationships/tags" Target="../tags/tag232.xml" /><Relationship Id="rId8" Type="http://schemas.openxmlformats.org/officeDocument/2006/relationships/tags" Target="../tags/tag233.xml" /><Relationship Id="rId9" Type="http://schemas.openxmlformats.org/officeDocument/2006/relationships/image" Target="../media/image15.gif"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tags" Target="../tags/tag243.xml" /><Relationship Id="rId11" Type="http://schemas.openxmlformats.org/officeDocument/2006/relationships/tags" Target="../tags/tag244.xml" /><Relationship Id="rId12" Type="http://schemas.openxmlformats.org/officeDocument/2006/relationships/image" Target="../media/image16.jpeg" /><Relationship Id="rId13" Type="http://schemas.openxmlformats.org/officeDocument/2006/relationships/tags" Target="../tags/tag245.xml" /><Relationship Id="rId14" Type="http://schemas.openxmlformats.org/officeDocument/2006/relationships/image" Target="../media/image17.png" /><Relationship Id="rId15" Type="http://schemas.openxmlformats.org/officeDocument/2006/relationships/tags" Target="../tags/tag246.xml" /><Relationship Id="rId2" Type="http://schemas.openxmlformats.org/officeDocument/2006/relationships/tags" Target="../tags/tag235.xml" /><Relationship Id="rId3" Type="http://schemas.openxmlformats.org/officeDocument/2006/relationships/tags" Target="../tags/tag236.xml" /><Relationship Id="rId4" Type="http://schemas.openxmlformats.org/officeDocument/2006/relationships/tags" Target="../tags/tag237.xml" /><Relationship Id="rId5" Type="http://schemas.openxmlformats.org/officeDocument/2006/relationships/tags" Target="../tags/tag238.xml" /><Relationship Id="rId6" Type="http://schemas.openxmlformats.org/officeDocument/2006/relationships/tags" Target="../tags/tag239.xml" /><Relationship Id="rId7" Type="http://schemas.openxmlformats.org/officeDocument/2006/relationships/tags" Target="../tags/tag240.xml" /><Relationship Id="rId8" Type="http://schemas.openxmlformats.org/officeDocument/2006/relationships/tags" Target="../tags/tag241.xml" /><Relationship Id="rId9" Type="http://schemas.openxmlformats.org/officeDocument/2006/relationships/tags" Target="../tags/tag242.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image" Target="../media/image19.jpeg" /><Relationship Id="rId11" Type="http://schemas.openxmlformats.org/officeDocument/2006/relationships/tags" Target="../tags/tag254.xml" /><Relationship Id="rId12" Type="http://schemas.openxmlformats.org/officeDocument/2006/relationships/image" Target="../media/image20.gif" /><Relationship Id="rId13" Type="http://schemas.openxmlformats.org/officeDocument/2006/relationships/tags" Target="../tags/tag255.xml" /><Relationship Id="rId2" Type="http://schemas.openxmlformats.org/officeDocument/2006/relationships/tags" Target="../tags/tag247.xml" /><Relationship Id="rId3" Type="http://schemas.openxmlformats.org/officeDocument/2006/relationships/tags" Target="../tags/tag248.xml" /><Relationship Id="rId4" Type="http://schemas.openxmlformats.org/officeDocument/2006/relationships/tags" Target="../tags/tag249.xml" /><Relationship Id="rId5" Type="http://schemas.openxmlformats.org/officeDocument/2006/relationships/image" Target="../media/image18.jpeg" /><Relationship Id="rId6" Type="http://schemas.openxmlformats.org/officeDocument/2006/relationships/tags" Target="../tags/tag250.xml" /><Relationship Id="rId7" Type="http://schemas.openxmlformats.org/officeDocument/2006/relationships/tags" Target="../tags/tag251.xml" /><Relationship Id="rId8" Type="http://schemas.openxmlformats.org/officeDocument/2006/relationships/tags" Target="../tags/tag252.xml" /><Relationship Id="rId9" Type="http://schemas.openxmlformats.org/officeDocument/2006/relationships/tags" Target="../tags/tag253.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263.xml" /><Relationship Id="rId11" Type="http://schemas.openxmlformats.org/officeDocument/2006/relationships/tags" Target="../tags/tag264.xml" /><Relationship Id="rId12" Type="http://schemas.openxmlformats.org/officeDocument/2006/relationships/tags" Target="../tags/tag265.xml" /><Relationship Id="rId13" Type="http://schemas.openxmlformats.org/officeDocument/2006/relationships/tags" Target="../tags/tag266.xml" /><Relationship Id="rId14" Type="http://schemas.openxmlformats.org/officeDocument/2006/relationships/tags" Target="../tags/tag267.xml" /><Relationship Id="rId15" Type="http://schemas.openxmlformats.org/officeDocument/2006/relationships/tags" Target="../tags/tag268.xml" /><Relationship Id="rId16" Type="http://schemas.openxmlformats.org/officeDocument/2006/relationships/image" Target="../media/image22.png" /><Relationship Id="rId17" Type="http://schemas.openxmlformats.org/officeDocument/2006/relationships/image" Target="../media/image23.svg" /><Relationship Id="rId18" Type="http://schemas.openxmlformats.org/officeDocument/2006/relationships/tags" Target="../tags/tag269.xml" /><Relationship Id="rId19" Type="http://schemas.openxmlformats.org/officeDocument/2006/relationships/tags" Target="../tags/tag270.xml" /><Relationship Id="rId2" Type="http://schemas.openxmlformats.org/officeDocument/2006/relationships/tags" Target="../tags/tag256.xml" /><Relationship Id="rId20" Type="http://schemas.openxmlformats.org/officeDocument/2006/relationships/tags" Target="../tags/tag271.xml" /><Relationship Id="rId21" Type="http://schemas.openxmlformats.org/officeDocument/2006/relationships/tags" Target="../tags/tag272.xml" /><Relationship Id="rId22" Type="http://schemas.openxmlformats.org/officeDocument/2006/relationships/tags" Target="../tags/tag273.xml" /><Relationship Id="rId23" Type="http://schemas.openxmlformats.org/officeDocument/2006/relationships/tags" Target="../tags/tag274.xml" /><Relationship Id="rId24" Type="http://schemas.openxmlformats.org/officeDocument/2006/relationships/tags" Target="../tags/tag275.xml" /><Relationship Id="rId25" Type="http://schemas.openxmlformats.org/officeDocument/2006/relationships/tags" Target="../tags/tag276.xml" /><Relationship Id="rId26" Type="http://schemas.openxmlformats.org/officeDocument/2006/relationships/tags" Target="../tags/tag277.xml" /><Relationship Id="rId27" Type="http://schemas.openxmlformats.org/officeDocument/2006/relationships/image" Target="../media/image24.png" /><Relationship Id="rId28" Type="http://schemas.openxmlformats.org/officeDocument/2006/relationships/tags" Target="../tags/tag278.xml" /><Relationship Id="rId29" Type="http://schemas.openxmlformats.org/officeDocument/2006/relationships/tags" Target="../tags/tag279.xml" /><Relationship Id="rId3" Type="http://schemas.openxmlformats.org/officeDocument/2006/relationships/tags" Target="../tags/tag257.xml" /><Relationship Id="rId4" Type="http://schemas.openxmlformats.org/officeDocument/2006/relationships/image" Target="../media/image21.png" /><Relationship Id="rId5" Type="http://schemas.openxmlformats.org/officeDocument/2006/relationships/tags" Target="../tags/tag258.xml" /><Relationship Id="rId6" Type="http://schemas.openxmlformats.org/officeDocument/2006/relationships/tags" Target="../tags/tag259.xml" /><Relationship Id="rId7" Type="http://schemas.openxmlformats.org/officeDocument/2006/relationships/tags" Target="../tags/tag260.xml" /><Relationship Id="rId8" Type="http://schemas.openxmlformats.org/officeDocument/2006/relationships/tags" Target="../tags/tag261.xml" /><Relationship Id="rId9" Type="http://schemas.openxmlformats.org/officeDocument/2006/relationships/tags" Target="../tags/tag262.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287.xml" /><Relationship Id="rId11" Type="http://schemas.openxmlformats.org/officeDocument/2006/relationships/tags" Target="../tags/tag288.xml" /><Relationship Id="rId12" Type="http://schemas.openxmlformats.org/officeDocument/2006/relationships/tags" Target="../tags/tag289.xml" /><Relationship Id="rId13" Type="http://schemas.openxmlformats.org/officeDocument/2006/relationships/image" Target="../media/image26.png" /><Relationship Id="rId14" Type="http://schemas.openxmlformats.org/officeDocument/2006/relationships/image" Target="../media/image27.svg" /><Relationship Id="rId15" Type="http://schemas.openxmlformats.org/officeDocument/2006/relationships/tags" Target="../tags/tag290.xml" /><Relationship Id="rId16" Type="http://schemas.openxmlformats.org/officeDocument/2006/relationships/tags" Target="../tags/tag291.xml" /><Relationship Id="rId17" Type="http://schemas.openxmlformats.org/officeDocument/2006/relationships/tags" Target="../tags/tag292.xml" /><Relationship Id="rId18" Type="http://schemas.openxmlformats.org/officeDocument/2006/relationships/tags" Target="../tags/tag293.xml" /><Relationship Id="rId19" Type="http://schemas.openxmlformats.org/officeDocument/2006/relationships/tags" Target="../tags/tag294.xml" /><Relationship Id="rId2" Type="http://schemas.openxmlformats.org/officeDocument/2006/relationships/tags" Target="../tags/tag280.xml" /><Relationship Id="rId20" Type="http://schemas.openxmlformats.org/officeDocument/2006/relationships/image" Target="../media/image28.jpeg" /><Relationship Id="rId21" Type="http://schemas.openxmlformats.org/officeDocument/2006/relationships/tags" Target="../tags/tag295.xml" /><Relationship Id="rId22" Type="http://schemas.openxmlformats.org/officeDocument/2006/relationships/tags" Target="../tags/tag296.xml" /><Relationship Id="rId23" Type="http://schemas.openxmlformats.org/officeDocument/2006/relationships/tags" Target="../tags/tag297.xml" /><Relationship Id="rId24" Type="http://schemas.openxmlformats.org/officeDocument/2006/relationships/tags" Target="../tags/tag298.xml" /><Relationship Id="rId25" Type="http://schemas.openxmlformats.org/officeDocument/2006/relationships/tags" Target="../tags/tag299.xml" /><Relationship Id="rId26" Type="http://schemas.openxmlformats.org/officeDocument/2006/relationships/tags" Target="../tags/tag300.xml" /><Relationship Id="rId27" Type="http://schemas.openxmlformats.org/officeDocument/2006/relationships/tags" Target="../tags/tag301.xml" /><Relationship Id="rId28" Type="http://schemas.openxmlformats.org/officeDocument/2006/relationships/tags" Target="../tags/tag302.xml" /><Relationship Id="rId29" Type="http://schemas.openxmlformats.org/officeDocument/2006/relationships/tags" Target="../tags/tag303.xml" /><Relationship Id="rId3" Type="http://schemas.openxmlformats.org/officeDocument/2006/relationships/image" Target="../media/image25.jpeg" /><Relationship Id="rId30" Type="http://schemas.openxmlformats.org/officeDocument/2006/relationships/tags" Target="../tags/tag304.xml" /><Relationship Id="rId31" Type="http://schemas.openxmlformats.org/officeDocument/2006/relationships/tags" Target="../tags/tag305.xml" /><Relationship Id="rId32" Type="http://schemas.openxmlformats.org/officeDocument/2006/relationships/tags" Target="../tags/tag306.xml" /><Relationship Id="rId33" Type="http://schemas.openxmlformats.org/officeDocument/2006/relationships/tags" Target="../tags/tag307.xml" /><Relationship Id="rId34" Type="http://schemas.openxmlformats.org/officeDocument/2006/relationships/tags" Target="../tags/tag308.xml" /><Relationship Id="rId35" Type="http://schemas.openxmlformats.org/officeDocument/2006/relationships/tags" Target="../tags/tag309.xml" /><Relationship Id="rId36" Type="http://schemas.openxmlformats.org/officeDocument/2006/relationships/tags" Target="../tags/tag310.xml" /><Relationship Id="rId37" Type="http://schemas.openxmlformats.org/officeDocument/2006/relationships/tags" Target="../tags/tag311.xml" /><Relationship Id="rId38" Type="http://schemas.openxmlformats.org/officeDocument/2006/relationships/tags" Target="../tags/tag312.xml" /><Relationship Id="rId39" Type="http://schemas.openxmlformats.org/officeDocument/2006/relationships/tags" Target="../tags/tag313.xml" /><Relationship Id="rId4" Type="http://schemas.openxmlformats.org/officeDocument/2006/relationships/tags" Target="../tags/tag281.xml" /><Relationship Id="rId40" Type="http://schemas.openxmlformats.org/officeDocument/2006/relationships/tags" Target="../tags/tag314.xml" /><Relationship Id="rId5" Type="http://schemas.openxmlformats.org/officeDocument/2006/relationships/tags" Target="../tags/tag282.xml" /><Relationship Id="rId6" Type="http://schemas.openxmlformats.org/officeDocument/2006/relationships/tags" Target="../tags/tag283.xml" /><Relationship Id="rId7" Type="http://schemas.openxmlformats.org/officeDocument/2006/relationships/tags" Target="../tags/tag284.xml" /><Relationship Id="rId8" Type="http://schemas.openxmlformats.org/officeDocument/2006/relationships/tags" Target="../tags/tag285.xml" /><Relationship Id="rId9" Type="http://schemas.openxmlformats.org/officeDocument/2006/relationships/tags" Target="../tags/tag286.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6.xml" /><Relationship Id="rId10" Type="http://schemas.openxmlformats.org/officeDocument/2006/relationships/tags" Target="../tags/tag322.xml" /><Relationship Id="rId11" Type="http://schemas.openxmlformats.org/officeDocument/2006/relationships/tags" Target="../tags/tag323.xml" /><Relationship Id="rId12" Type="http://schemas.openxmlformats.org/officeDocument/2006/relationships/image" Target="../media/image30.png" /><Relationship Id="rId13" Type="http://schemas.openxmlformats.org/officeDocument/2006/relationships/tags" Target="../tags/tag324.xml" /><Relationship Id="rId14" Type="http://schemas.openxmlformats.org/officeDocument/2006/relationships/tags" Target="../tags/tag325.xml" /><Relationship Id="rId15" Type="http://schemas.openxmlformats.org/officeDocument/2006/relationships/tags" Target="../tags/tag326.xml" /><Relationship Id="rId16" Type="http://schemas.openxmlformats.org/officeDocument/2006/relationships/tags" Target="../tags/tag327.xml" /><Relationship Id="rId17" Type="http://schemas.openxmlformats.org/officeDocument/2006/relationships/tags" Target="../tags/tag328.xml" /><Relationship Id="rId18" Type="http://schemas.openxmlformats.org/officeDocument/2006/relationships/tags" Target="../tags/tag329.xml" /><Relationship Id="rId2" Type="http://schemas.openxmlformats.org/officeDocument/2006/relationships/tags" Target="../tags/tag315.xml" /><Relationship Id="rId3" Type="http://schemas.openxmlformats.org/officeDocument/2006/relationships/tags" Target="../tags/tag316.xml" /><Relationship Id="rId4" Type="http://schemas.openxmlformats.org/officeDocument/2006/relationships/tags" Target="../tags/tag317.xml" /><Relationship Id="rId5" Type="http://schemas.openxmlformats.org/officeDocument/2006/relationships/image" Target="../media/image29.png" /><Relationship Id="rId6" Type="http://schemas.openxmlformats.org/officeDocument/2006/relationships/tags" Target="../tags/tag318.xml" /><Relationship Id="rId7" Type="http://schemas.openxmlformats.org/officeDocument/2006/relationships/tags" Target="../tags/tag319.xml" /><Relationship Id="rId8" Type="http://schemas.openxmlformats.org/officeDocument/2006/relationships/tags" Target="../tags/tag320.xml" /><Relationship Id="rId9" Type="http://schemas.openxmlformats.org/officeDocument/2006/relationships/tags" Target="../tags/tag321.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tags" Target="../tags/tag336.xml" /><Relationship Id="rId11" Type="http://schemas.openxmlformats.org/officeDocument/2006/relationships/tags" Target="../tags/tag337.xml" /><Relationship Id="rId12" Type="http://schemas.openxmlformats.org/officeDocument/2006/relationships/tags" Target="../tags/tag338.xml" /><Relationship Id="rId13" Type="http://schemas.openxmlformats.org/officeDocument/2006/relationships/tags" Target="../tags/tag339.xml" /><Relationship Id="rId14" Type="http://schemas.openxmlformats.org/officeDocument/2006/relationships/tags" Target="../tags/tag340.xml" /><Relationship Id="rId15" Type="http://schemas.openxmlformats.org/officeDocument/2006/relationships/tags" Target="../tags/tag341.xml" /><Relationship Id="rId16" Type="http://schemas.openxmlformats.org/officeDocument/2006/relationships/tags" Target="../tags/tag342.xml" /><Relationship Id="rId17" Type="http://schemas.openxmlformats.org/officeDocument/2006/relationships/tags" Target="../tags/tag343.xml" /><Relationship Id="rId18" Type="http://schemas.openxmlformats.org/officeDocument/2006/relationships/tags" Target="../tags/tag344.xml" /><Relationship Id="rId19" Type="http://schemas.openxmlformats.org/officeDocument/2006/relationships/tags" Target="../tags/tag345.xml" /><Relationship Id="rId2" Type="http://schemas.openxmlformats.org/officeDocument/2006/relationships/tags" Target="../tags/tag330.xml" /><Relationship Id="rId20" Type="http://schemas.openxmlformats.org/officeDocument/2006/relationships/tags" Target="../tags/tag346.xml" /><Relationship Id="rId21" Type="http://schemas.openxmlformats.org/officeDocument/2006/relationships/tags" Target="../tags/tag347.xml" /><Relationship Id="rId22" Type="http://schemas.openxmlformats.org/officeDocument/2006/relationships/tags" Target="../tags/tag348.xml" /><Relationship Id="rId23" Type="http://schemas.openxmlformats.org/officeDocument/2006/relationships/tags" Target="../tags/tag349.xml" /><Relationship Id="rId24" Type="http://schemas.openxmlformats.org/officeDocument/2006/relationships/tags" Target="../tags/tag350.xml" /><Relationship Id="rId25" Type="http://schemas.openxmlformats.org/officeDocument/2006/relationships/tags" Target="../tags/tag351.xml" /><Relationship Id="rId26" Type="http://schemas.openxmlformats.org/officeDocument/2006/relationships/tags" Target="../tags/tag352.xml" /><Relationship Id="rId27" Type="http://schemas.openxmlformats.org/officeDocument/2006/relationships/tags" Target="../tags/tag353.xml" /><Relationship Id="rId28" Type="http://schemas.openxmlformats.org/officeDocument/2006/relationships/tags" Target="../tags/tag354.xml" /><Relationship Id="rId29" Type="http://schemas.openxmlformats.org/officeDocument/2006/relationships/tags" Target="../tags/tag355.xml" /><Relationship Id="rId3" Type="http://schemas.openxmlformats.org/officeDocument/2006/relationships/tags" Target="../tags/tag331.xml" /><Relationship Id="rId4" Type="http://schemas.openxmlformats.org/officeDocument/2006/relationships/tags" Target="../tags/tag332.xml" /><Relationship Id="rId5" Type="http://schemas.openxmlformats.org/officeDocument/2006/relationships/tags" Target="../tags/tag333.xml" /><Relationship Id="rId6" Type="http://schemas.openxmlformats.org/officeDocument/2006/relationships/tags" Target="../tags/tag334.xml" /><Relationship Id="rId7" Type="http://schemas.openxmlformats.org/officeDocument/2006/relationships/image" Target="../media/image31.png" /><Relationship Id="rId8" Type="http://schemas.openxmlformats.org/officeDocument/2006/relationships/tags" Target="../tags/tag335.xml" /><Relationship Id="rId9" Type="http://schemas.openxmlformats.org/officeDocument/2006/relationships/image" Target="../media/image28.jpe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image" Target="../media/image33.jpeg" /><Relationship Id="rId11" Type="http://schemas.openxmlformats.org/officeDocument/2006/relationships/tags" Target="../tags/tag363.xml" /><Relationship Id="rId12" Type="http://schemas.openxmlformats.org/officeDocument/2006/relationships/tags" Target="../tags/tag364.xml" /><Relationship Id="rId2" Type="http://schemas.openxmlformats.org/officeDocument/2006/relationships/tags" Target="../tags/tag356.xml" /><Relationship Id="rId3" Type="http://schemas.openxmlformats.org/officeDocument/2006/relationships/tags" Target="../tags/tag357.xml" /><Relationship Id="rId4" Type="http://schemas.openxmlformats.org/officeDocument/2006/relationships/image" Target="../media/image32.jpeg" /><Relationship Id="rId5" Type="http://schemas.openxmlformats.org/officeDocument/2006/relationships/tags" Target="../tags/tag358.xml" /><Relationship Id="rId6" Type="http://schemas.openxmlformats.org/officeDocument/2006/relationships/tags" Target="../tags/tag359.xml" /><Relationship Id="rId7" Type="http://schemas.openxmlformats.org/officeDocument/2006/relationships/tags" Target="../tags/tag360.xml" /><Relationship Id="rId8" Type="http://schemas.openxmlformats.org/officeDocument/2006/relationships/tags" Target="../tags/tag361.xml" /><Relationship Id="rId9" Type="http://schemas.openxmlformats.org/officeDocument/2006/relationships/tags" Target="../tags/tag362.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365.xml" /><Relationship Id="rId3" Type="http://schemas.openxmlformats.org/officeDocument/2006/relationships/tags" Target="../tags/tag366.xml" /><Relationship Id="rId4" Type="http://schemas.openxmlformats.org/officeDocument/2006/relationships/tags" Target="../tags/tag367.xml" /><Relationship Id="rId5" Type="http://schemas.openxmlformats.org/officeDocument/2006/relationships/image" Target="../media/image34.png" /><Relationship Id="rId6" Type="http://schemas.openxmlformats.org/officeDocument/2006/relationships/tags" Target="../tags/tag368.xml" /><Relationship Id="rId7" Type="http://schemas.openxmlformats.org/officeDocument/2006/relationships/tags" Target="../tags/tag369.xml" /><Relationship Id="rId8" Type="http://schemas.openxmlformats.org/officeDocument/2006/relationships/tags" Target="../tags/tag370.xml" /><Relationship Id="rId9" Type="http://schemas.openxmlformats.org/officeDocument/2006/relationships/tags" Target="../tags/tag371.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77.xml" /><Relationship Id="rId2" Type="http://schemas.openxmlformats.org/officeDocument/2006/relationships/tags" Target="../tags/tag372.xml" /><Relationship Id="rId3" Type="http://schemas.openxmlformats.org/officeDocument/2006/relationships/tags" Target="../tags/tag373.xml" /><Relationship Id="rId4" Type="http://schemas.openxmlformats.org/officeDocument/2006/relationships/tags" Target="../tags/tag374.xml" /><Relationship Id="rId5" Type="http://schemas.openxmlformats.org/officeDocument/2006/relationships/tags" Target="../tags/tag375.xml" /><Relationship Id="rId6" Type="http://schemas.openxmlformats.org/officeDocument/2006/relationships/image" Target="../media/image35.png" /><Relationship Id="rId7" Type="http://schemas.openxmlformats.org/officeDocument/2006/relationships/tags" Target="../tags/tag376.xml" /><Relationship Id="rId8" Type="http://schemas.openxmlformats.org/officeDocument/2006/relationships/video" Target="../media/media1.mp4" /><Relationship Id="rId9" Type="http://schemas.microsoft.com/office/2007/relationships/media" Target="../media/media1.mp4"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image" Target="../media/image37.jpeg" /><Relationship Id="rId11" Type="http://schemas.openxmlformats.org/officeDocument/2006/relationships/tags" Target="../tags/tag385.xml" /><Relationship Id="rId2" Type="http://schemas.openxmlformats.org/officeDocument/2006/relationships/tags" Target="../tags/tag378.xml" /><Relationship Id="rId3" Type="http://schemas.openxmlformats.org/officeDocument/2006/relationships/tags" Target="../tags/tag379.xml" /><Relationship Id="rId4" Type="http://schemas.openxmlformats.org/officeDocument/2006/relationships/tags" Target="../tags/tag380.xml" /><Relationship Id="rId5" Type="http://schemas.openxmlformats.org/officeDocument/2006/relationships/tags" Target="../tags/tag381.xml" /><Relationship Id="rId6" Type="http://schemas.openxmlformats.org/officeDocument/2006/relationships/tags" Target="../tags/tag382.xml" /><Relationship Id="rId7" Type="http://schemas.openxmlformats.org/officeDocument/2006/relationships/tags" Target="../tags/tag383.xml" /><Relationship Id="rId8" Type="http://schemas.openxmlformats.org/officeDocument/2006/relationships/image" Target="../media/image36.jpeg" /><Relationship Id="rId9" Type="http://schemas.openxmlformats.org/officeDocument/2006/relationships/tags" Target="../tags/tag384.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6.xml" /><Relationship Id="rId10" Type="http://schemas.openxmlformats.org/officeDocument/2006/relationships/tags" Target="../tags/tag391.xml" /><Relationship Id="rId11" Type="http://schemas.openxmlformats.org/officeDocument/2006/relationships/tags" Target="../tags/tag392.xml" /><Relationship Id="rId12" Type="http://schemas.openxmlformats.org/officeDocument/2006/relationships/tags" Target="../tags/tag393.xml" /><Relationship Id="rId13" Type="http://schemas.openxmlformats.org/officeDocument/2006/relationships/tags" Target="../tags/tag394.xml" /><Relationship Id="rId14" Type="http://schemas.openxmlformats.org/officeDocument/2006/relationships/tags" Target="../tags/tag395.xml" /><Relationship Id="rId15" Type="http://schemas.openxmlformats.org/officeDocument/2006/relationships/tags" Target="../tags/tag396.xml" /><Relationship Id="rId16" Type="http://schemas.openxmlformats.org/officeDocument/2006/relationships/tags" Target="../tags/tag397.xml" /><Relationship Id="rId17" Type="http://schemas.openxmlformats.org/officeDocument/2006/relationships/tags" Target="../tags/tag398.xml" /><Relationship Id="rId18" Type="http://schemas.openxmlformats.org/officeDocument/2006/relationships/tags" Target="../tags/tag399.xml" /><Relationship Id="rId19" Type="http://schemas.openxmlformats.org/officeDocument/2006/relationships/tags" Target="../tags/tag400.xml" /><Relationship Id="rId2" Type="http://schemas.openxmlformats.org/officeDocument/2006/relationships/tags" Target="../tags/tag386.xml" /><Relationship Id="rId20" Type="http://schemas.openxmlformats.org/officeDocument/2006/relationships/tags" Target="../tags/tag401.xml" /><Relationship Id="rId21" Type="http://schemas.openxmlformats.org/officeDocument/2006/relationships/tags" Target="../tags/tag402.xml" /><Relationship Id="rId22" Type="http://schemas.openxmlformats.org/officeDocument/2006/relationships/tags" Target="../tags/tag403.xml" /><Relationship Id="rId3" Type="http://schemas.openxmlformats.org/officeDocument/2006/relationships/image" Target="../media/image38.jpeg" /><Relationship Id="rId4" Type="http://schemas.openxmlformats.org/officeDocument/2006/relationships/tags" Target="../tags/tag387.xml" /><Relationship Id="rId5" Type="http://schemas.openxmlformats.org/officeDocument/2006/relationships/image" Target="../media/image39.jpeg" /><Relationship Id="rId6" Type="http://schemas.openxmlformats.org/officeDocument/2006/relationships/tags" Target="../tags/tag388.xml" /><Relationship Id="rId7" Type="http://schemas.openxmlformats.org/officeDocument/2006/relationships/tags" Target="../tags/tag389.xml" /><Relationship Id="rId8" Type="http://schemas.openxmlformats.org/officeDocument/2006/relationships/image" Target="../media/image40.jpeg" /><Relationship Id="rId9" Type="http://schemas.openxmlformats.org/officeDocument/2006/relationships/tags" Target="../tags/tag390.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414.xml" /><Relationship Id="rId11" Type="http://schemas.openxmlformats.org/officeDocument/2006/relationships/tags" Target="../tags/tag415.xml" /><Relationship Id="rId12" Type="http://schemas.openxmlformats.org/officeDocument/2006/relationships/tags" Target="../tags/tag416.xml" /><Relationship Id="rId13" Type="http://schemas.openxmlformats.org/officeDocument/2006/relationships/tags" Target="../tags/tag417.xml" /><Relationship Id="rId14" Type="http://schemas.openxmlformats.org/officeDocument/2006/relationships/tags" Target="../tags/tag418.xml" /><Relationship Id="rId15" Type="http://schemas.openxmlformats.org/officeDocument/2006/relationships/tags" Target="../tags/tag419.xml" /><Relationship Id="rId16" Type="http://schemas.openxmlformats.org/officeDocument/2006/relationships/tags" Target="../tags/tag420.xml" /><Relationship Id="rId17" Type="http://schemas.openxmlformats.org/officeDocument/2006/relationships/tags" Target="../tags/tag421.xml" /><Relationship Id="rId18" Type="http://schemas.openxmlformats.org/officeDocument/2006/relationships/tags" Target="../tags/tag422.xml" /><Relationship Id="rId19" Type="http://schemas.openxmlformats.org/officeDocument/2006/relationships/tags" Target="../tags/tag423.xml" /><Relationship Id="rId2" Type="http://schemas.openxmlformats.org/officeDocument/2006/relationships/notesSlide" Target="../notesSlides/notesSlide2.xml" /><Relationship Id="rId20" Type="http://schemas.openxmlformats.org/officeDocument/2006/relationships/tags" Target="../tags/tag424.xml" /><Relationship Id="rId21" Type="http://schemas.openxmlformats.org/officeDocument/2006/relationships/image" Target="../media/image41.gif" /><Relationship Id="rId22" Type="http://schemas.openxmlformats.org/officeDocument/2006/relationships/tags" Target="../tags/tag425.xml" /><Relationship Id="rId23" Type="http://schemas.openxmlformats.org/officeDocument/2006/relationships/tags" Target="../tags/tag426.xml" /><Relationship Id="rId24" Type="http://schemas.openxmlformats.org/officeDocument/2006/relationships/tags" Target="../tags/tag427.xml" /><Relationship Id="rId25" Type="http://schemas.openxmlformats.org/officeDocument/2006/relationships/tags" Target="../tags/tag428.xml" /><Relationship Id="rId26" Type="http://schemas.openxmlformats.org/officeDocument/2006/relationships/tags" Target="../tags/tag429.xml" /><Relationship Id="rId27" Type="http://schemas.openxmlformats.org/officeDocument/2006/relationships/image" Target="../media/image24.png" /><Relationship Id="rId28" Type="http://schemas.openxmlformats.org/officeDocument/2006/relationships/tags" Target="../tags/tag430.xml" /><Relationship Id="rId29" Type="http://schemas.openxmlformats.org/officeDocument/2006/relationships/tags" Target="../tags/tag431.xml" /><Relationship Id="rId3" Type="http://schemas.openxmlformats.org/officeDocument/2006/relationships/tags" Target="../tags/tag407.xml" /><Relationship Id="rId30" Type="http://schemas.openxmlformats.org/officeDocument/2006/relationships/tags" Target="../tags/tag432.xml" /><Relationship Id="rId31" Type="http://schemas.openxmlformats.org/officeDocument/2006/relationships/tags" Target="../tags/tag433.xml" /><Relationship Id="rId32" Type="http://schemas.openxmlformats.org/officeDocument/2006/relationships/tags" Target="../tags/tag434.xml" /><Relationship Id="rId33" Type="http://schemas.openxmlformats.org/officeDocument/2006/relationships/tags" Target="../tags/tag435.xml" /><Relationship Id="rId34" Type="http://schemas.openxmlformats.org/officeDocument/2006/relationships/tags" Target="../tags/tag436.xml" /><Relationship Id="rId35" Type="http://schemas.openxmlformats.org/officeDocument/2006/relationships/tags" Target="../tags/tag437.xml" /><Relationship Id="rId36" Type="http://schemas.openxmlformats.org/officeDocument/2006/relationships/tags" Target="../tags/tag438.xml" /><Relationship Id="rId37" Type="http://schemas.openxmlformats.org/officeDocument/2006/relationships/tags" Target="../tags/tag439.xml" /><Relationship Id="rId4" Type="http://schemas.openxmlformats.org/officeDocument/2006/relationships/tags" Target="../tags/tag408.xml" /><Relationship Id="rId5" Type="http://schemas.openxmlformats.org/officeDocument/2006/relationships/tags" Target="../tags/tag409.xml" /><Relationship Id="rId6" Type="http://schemas.openxmlformats.org/officeDocument/2006/relationships/tags" Target="../tags/tag410.xml" /><Relationship Id="rId7" Type="http://schemas.openxmlformats.org/officeDocument/2006/relationships/tags" Target="../tags/tag411.xml" /><Relationship Id="rId8" Type="http://schemas.openxmlformats.org/officeDocument/2006/relationships/tags" Target="../tags/tag412.xml" /><Relationship Id="rId9" Type="http://schemas.openxmlformats.org/officeDocument/2006/relationships/tags" Target="../tags/tag413.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448.xml" /><Relationship Id="rId11" Type="http://schemas.openxmlformats.org/officeDocument/2006/relationships/tags" Target="../tags/tag449.xml" /><Relationship Id="rId12" Type="http://schemas.openxmlformats.org/officeDocument/2006/relationships/image" Target="../media/image42.png" /><Relationship Id="rId13" Type="http://schemas.openxmlformats.org/officeDocument/2006/relationships/tags" Target="../tags/tag450.xml" /><Relationship Id="rId14" Type="http://schemas.openxmlformats.org/officeDocument/2006/relationships/tags" Target="../tags/tag451.xml" /><Relationship Id="rId15" Type="http://schemas.openxmlformats.org/officeDocument/2006/relationships/tags" Target="../tags/tag452.xml" /><Relationship Id="rId16" Type="http://schemas.openxmlformats.org/officeDocument/2006/relationships/tags" Target="../tags/tag453.xml" /><Relationship Id="rId17" Type="http://schemas.openxmlformats.org/officeDocument/2006/relationships/tags" Target="../tags/tag454.xml" /><Relationship Id="rId18" Type="http://schemas.openxmlformats.org/officeDocument/2006/relationships/tags" Target="../tags/tag455.xml" /><Relationship Id="rId19" Type="http://schemas.openxmlformats.org/officeDocument/2006/relationships/tags" Target="../tags/tag456.xml" /><Relationship Id="rId2" Type="http://schemas.openxmlformats.org/officeDocument/2006/relationships/tags" Target="../tags/tag440.xml" /><Relationship Id="rId20" Type="http://schemas.openxmlformats.org/officeDocument/2006/relationships/tags" Target="../tags/tag457.xml" /><Relationship Id="rId21" Type="http://schemas.openxmlformats.org/officeDocument/2006/relationships/tags" Target="../tags/tag458.xml" /><Relationship Id="rId22" Type="http://schemas.openxmlformats.org/officeDocument/2006/relationships/tags" Target="../tags/tag459.xml" /><Relationship Id="rId23" Type="http://schemas.openxmlformats.org/officeDocument/2006/relationships/tags" Target="../tags/tag460.xml" /><Relationship Id="rId24" Type="http://schemas.openxmlformats.org/officeDocument/2006/relationships/tags" Target="../tags/tag461.xml" /><Relationship Id="rId25" Type="http://schemas.openxmlformats.org/officeDocument/2006/relationships/tags" Target="../tags/tag462.xml" /><Relationship Id="rId26" Type="http://schemas.openxmlformats.org/officeDocument/2006/relationships/tags" Target="../tags/tag463.xml" /><Relationship Id="rId27" Type="http://schemas.openxmlformats.org/officeDocument/2006/relationships/tags" Target="../tags/tag464.xml" /><Relationship Id="rId28" Type="http://schemas.openxmlformats.org/officeDocument/2006/relationships/tags" Target="../tags/tag465.xml" /><Relationship Id="rId29" Type="http://schemas.openxmlformats.org/officeDocument/2006/relationships/tags" Target="../tags/tag466.xml" /><Relationship Id="rId3" Type="http://schemas.openxmlformats.org/officeDocument/2006/relationships/tags" Target="../tags/tag441.xml" /><Relationship Id="rId30" Type="http://schemas.openxmlformats.org/officeDocument/2006/relationships/tags" Target="../tags/tag467.xml" /><Relationship Id="rId31" Type="http://schemas.openxmlformats.org/officeDocument/2006/relationships/tags" Target="../tags/tag468.xml" /><Relationship Id="rId32" Type="http://schemas.openxmlformats.org/officeDocument/2006/relationships/tags" Target="../tags/tag469.xml" /><Relationship Id="rId33" Type="http://schemas.openxmlformats.org/officeDocument/2006/relationships/tags" Target="../tags/tag470.xml" /><Relationship Id="rId34" Type="http://schemas.openxmlformats.org/officeDocument/2006/relationships/tags" Target="../tags/tag471.xml" /><Relationship Id="rId35" Type="http://schemas.openxmlformats.org/officeDocument/2006/relationships/tags" Target="../tags/tag472.xml" /><Relationship Id="rId36" Type="http://schemas.openxmlformats.org/officeDocument/2006/relationships/tags" Target="../tags/tag473.xml" /><Relationship Id="rId37" Type="http://schemas.openxmlformats.org/officeDocument/2006/relationships/tags" Target="../tags/tag474.xml" /><Relationship Id="rId38" Type="http://schemas.openxmlformats.org/officeDocument/2006/relationships/tags" Target="../tags/tag475.xml" /><Relationship Id="rId39" Type="http://schemas.openxmlformats.org/officeDocument/2006/relationships/tags" Target="../tags/tag476.xml" /><Relationship Id="rId4" Type="http://schemas.openxmlformats.org/officeDocument/2006/relationships/tags" Target="../tags/tag442.xml" /><Relationship Id="rId40" Type="http://schemas.openxmlformats.org/officeDocument/2006/relationships/tags" Target="../tags/tag477.xml" /><Relationship Id="rId41" Type="http://schemas.openxmlformats.org/officeDocument/2006/relationships/tags" Target="../tags/tag478.xml" /><Relationship Id="rId5" Type="http://schemas.openxmlformats.org/officeDocument/2006/relationships/tags" Target="../tags/tag443.xml" /><Relationship Id="rId6" Type="http://schemas.openxmlformats.org/officeDocument/2006/relationships/tags" Target="../tags/tag444.xml" /><Relationship Id="rId7" Type="http://schemas.openxmlformats.org/officeDocument/2006/relationships/tags" Target="../tags/tag445.xml" /><Relationship Id="rId8" Type="http://schemas.openxmlformats.org/officeDocument/2006/relationships/tags" Target="../tags/tag446.xml" /><Relationship Id="rId9" Type="http://schemas.openxmlformats.org/officeDocument/2006/relationships/tags" Target="../tags/tag447.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6.xml" /><Relationship Id="rId10" Type="http://schemas.openxmlformats.org/officeDocument/2006/relationships/tags" Target="../tags/tag486.xml" /><Relationship Id="rId11" Type="http://schemas.openxmlformats.org/officeDocument/2006/relationships/tags" Target="../tags/tag487.xml" /><Relationship Id="rId12" Type="http://schemas.openxmlformats.org/officeDocument/2006/relationships/tags" Target="../tags/tag488.xml" /><Relationship Id="rId13" Type="http://schemas.openxmlformats.org/officeDocument/2006/relationships/tags" Target="../tags/tag489.xml" /><Relationship Id="rId14" Type="http://schemas.openxmlformats.org/officeDocument/2006/relationships/tags" Target="../tags/tag490.xml" /><Relationship Id="rId15" Type="http://schemas.openxmlformats.org/officeDocument/2006/relationships/tags" Target="../tags/tag491.xml" /><Relationship Id="rId16" Type="http://schemas.openxmlformats.org/officeDocument/2006/relationships/tags" Target="../tags/tag492.xml" /><Relationship Id="rId17" Type="http://schemas.openxmlformats.org/officeDocument/2006/relationships/tags" Target="../tags/tag493.xml" /><Relationship Id="rId18" Type="http://schemas.openxmlformats.org/officeDocument/2006/relationships/tags" Target="../tags/tag494.xml" /><Relationship Id="rId19" Type="http://schemas.openxmlformats.org/officeDocument/2006/relationships/tags" Target="../tags/tag495.xml" /><Relationship Id="rId2" Type="http://schemas.openxmlformats.org/officeDocument/2006/relationships/tags" Target="../tags/tag479.xml" /><Relationship Id="rId20" Type="http://schemas.openxmlformats.org/officeDocument/2006/relationships/tags" Target="../tags/tag496.xml" /><Relationship Id="rId21" Type="http://schemas.openxmlformats.org/officeDocument/2006/relationships/tags" Target="../tags/tag497.xml" /><Relationship Id="rId22" Type="http://schemas.openxmlformats.org/officeDocument/2006/relationships/tags" Target="../tags/tag498.xml" /><Relationship Id="rId23" Type="http://schemas.openxmlformats.org/officeDocument/2006/relationships/tags" Target="../tags/tag499.xml" /><Relationship Id="rId24" Type="http://schemas.openxmlformats.org/officeDocument/2006/relationships/tags" Target="../tags/tag500.xml" /><Relationship Id="rId25" Type="http://schemas.openxmlformats.org/officeDocument/2006/relationships/tags" Target="../tags/tag501.xml" /><Relationship Id="rId26" Type="http://schemas.openxmlformats.org/officeDocument/2006/relationships/tags" Target="../tags/tag502.xml" /><Relationship Id="rId27" Type="http://schemas.openxmlformats.org/officeDocument/2006/relationships/tags" Target="../tags/tag503.xml" /><Relationship Id="rId28" Type="http://schemas.openxmlformats.org/officeDocument/2006/relationships/tags" Target="../tags/tag504.xml" /><Relationship Id="rId29" Type="http://schemas.openxmlformats.org/officeDocument/2006/relationships/tags" Target="../tags/tag505.xml" /><Relationship Id="rId3" Type="http://schemas.openxmlformats.org/officeDocument/2006/relationships/tags" Target="../tags/tag480.xml" /><Relationship Id="rId30" Type="http://schemas.openxmlformats.org/officeDocument/2006/relationships/tags" Target="../tags/tag506.xml" /><Relationship Id="rId31" Type="http://schemas.openxmlformats.org/officeDocument/2006/relationships/tags" Target="../tags/tag507.xml" /><Relationship Id="rId32" Type="http://schemas.openxmlformats.org/officeDocument/2006/relationships/tags" Target="../tags/tag508.xml" /><Relationship Id="rId33" Type="http://schemas.openxmlformats.org/officeDocument/2006/relationships/tags" Target="../tags/tag509.xml" /><Relationship Id="rId34" Type="http://schemas.openxmlformats.org/officeDocument/2006/relationships/tags" Target="../tags/tag510.xml" /><Relationship Id="rId35" Type="http://schemas.openxmlformats.org/officeDocument/2006/relationships/tags" Target="../tags/tag511.xml" /><Relationship Id="rId36" Type="http://schemas.openxmlformats.org/officeDocument/2006/relationships/tags" Target="../tags/tag512.xml" /><Relationship Id="rId37" Type="http://schemas.openxmlformats.org/officeDocument/2006/relationships/tags" Target="../tags/tag513.xml" /><Relationship Id="rId38" Type="http://schemas.openxmlformats.org/officeDocument/2006/relationships/tags" Target="../tags/tag514.xml" /><Relationship Id="rId39" Type="http://schemas.openxmlformats.org/officeDocument/2006/relationships/tags" Target="../tags/tag515.xml" /><Relationship Id="rId4" Type="http://schemas.openxmlformats.org/officeDocument/2006/relationships/image" Target="../media/image43.png" /><Relationship Id="rId40" Type="http://schemas.openxmlformats.org/officeDocument/2006/relationships/tags" Target="../tags/tag516.xml" /><Relationship Id="rId41" Type="http://schemas.openxmlformats.org/officeDocument/2006/relationships/tags" Target="../tags/tag517.xml" /><Relationship Id="rId42" Type="http://schemas.openxmlformats.org/officeDocument/2006/relationships/tags" Target="../tags/tag518.xml" /><Relationship Id="rId43" Type="http://schemas.openxmlformats.org/officeDocument/2006/relationships/tags" Target="../tags/tag519.xml" /><Relationship Id="rId44" Type="http://schemas.openxmlformats.org/officeDocument/2006/relationships/tags" Target="../tags/tag520.xml" /><Relationship Id="rId45" Type="http://schemas.openxmlformats.org/officeDocument/2006/relationships/tags" Target="../tags/tag521.xml" /><Relationship Id="rId46" Type="http://schemas.openxmlformats.org/officeDocument/2006/relationships/tags" Target="../tags/tag522.xml" /><Relationship Id="rId47" Type="http://schemas.openxmlformats.org/officeDocument/2006/relationships/tags" Target="../tags/tag523.xml" /><Relationship Id="rId48" Type="http://schemas.openxmlformats.org/officeDocument/2006/relationships/tags" Target="../tags/tag524.xml" /><Relationship Id="rId49" Type="http://schemas.openxmlformats.org/officeDocument/2006/relationships/tags" Target="../tags/tag525.xml" /><Relationship Id="rId5" Type="http://schemas.openxmlformats.org/officeDocument/2006/relationships/tags" Target="../tags/tag481.xml" /><Relationship Id="rId50" Type="http://schemas.openxmlformats.org/officeDocument/2006/relationships/tags" Target="../tags/tag526.xml" /><Relationship Id="rId51" Type="http://schemas.openxmlformats.org/officeDocument/2006/relationships/tags" Target="../tags/tag527.xml" /><Relationship Id="rId6" Type="http://schemas.openxmlformats.org/officeDocument/2006/relationships/tags" Target="../tags/tag482.xml" /><Relationship Id="rId7" Type="http://schemas.openxmlformats.org/officeDocument/2006/relationships/tags" Target="../tags/tag483.xml" /><Relationship Id="rId8" Type="http://schemas.openxmlformats.org/officeDocument/2006/relationships/tags" Target="../tags/tag484.xml" /><Relationship Id="rId9" Type="http://schemas.openxmlformats.org/officeDocument/2006/relationships/tags" Target="../tags/tag485.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536.xml" /><Relationship Id="rId11" Type="http://schemas.openxmlformats.org/officeDocument/2006/relationships/tags" Target="../tags/tag537.xml" /><Relationship Id="rId12" Type="http://schemas.openxmlformats.org/officeDocument/2006/relationships/tags" Target="../tags/tag538.xml" /><Relationship Id="rId13" Type="http://schemas.openxmlformats.org/officeDocument/2006/relationships/tags" Target="../tags/tag539.xml" /><Relationship Id="rId14" Type="http://schemas.openxmlformats.org/officeDocument/2006/relationships/tags" Target="../tags/tag540.xml" /><Relationship Id="rId15" Type="http://schemas.openxmlformats.org/officeDocument/2006/relationships/tags" Target="../tags/tag541.xml" /><Relationship Id="rId16" Type="http://schemas.openxmlformats.org/officeDocument/2006/relationships/tags" Target="../tags/tag542.xml" /><Relationship Id="rId17" Type="http://schemas.openxmlformats.org/officeDocument/2006/relationships/tags" Target="../tags/tag543.xml" /><Relationship Id="rId18" Type="http://schemas.openxmlformats.org/officeDocument/2006/relationships/tags" Target="../tags/tag544.xml" /><Relationship Id="rId19" Type="http://schemas.openxmlformats.org/officeDocument/2006/relationships/tags" Target="../tags/tag545.xml" /><Relationship Id="rId2" Type="http://schemas.openxmlformats.org/officeDocument/2006/relationships/tags" Target="../tags/tag528.xml" /><Relationship Id="rId20" Type="http://schemas.openxmlformats.org/officeDocument/2006/relationships/tags" Target="../tags/tag546.xml" /><Relationship Id="rId21" Type="http://schemas.openxmlformats.org/officeDocument/2006/relationships/tags" Target="../tags/tag547.xml" /><Relationship Id="rId22" Type="http://schemas.openxmlformats.org/officeDocument/2006/relationships/tags" Target="../tags/tag548.xml" /><Relationship Id="rId23" Type="http://schemas.openxmlformats.org/officeDocument/2006/relationships/tags" Target="../tags/tag549.xml" /><Relationship Id="rId24" Type="http://schemas.openxmlformats.org/officeDocument/2006/relationships/tags" Target="../tags/tag550.xml" /><Relationship Id="rId25" Type="http://schemas.openxmlformats.org/officeDocument/2006/relationships/tags" Target="../tags/tag551.xml" /><Relationship Id="rId26" Type="http://schemas.openxmlformats.org/officeDocument/2006/relationships/tags" Target="../tags/tag552.xml" /><Relationship Id="rId27" Type="http://schemas.openxmlformats.org/officeDocument/2006/relationships/tags" Target="../tags/tag553.xml" /><Relationship Id="rId28" Type="http://schemas.openxmlformats.org/officeDocument/2006/relationships/tags" Target="../tags/tag554.xml" /><Relationship Id="rId29" Type="http://schemas.openxmlformats.org/officeDocument/2006/relationships/tags" Target="../tags/tag555.xml" /><Relationship Id="rId3" Type="http://schemas.openxmlformats.org/officeDocument/2006/relationships/tags" Target="../tags/tag529.xml" /><Relationship Id="rId30" Type="http://schemas.openxmlformats.org/officeDocument/2006/relationships/tags" Target="../tags/tag556.xml" /><Relationship Id="rId31" Type="http://schemas.openxmlformats.org/officeDocument/2006/relationships/image" Target="../media/image28.jpeg" /><Relationship Id="rId32" Type="http://schemas.openxmlformats.org/officeDocument/2006/relationships/tags" Target="../tags/tag557.xml" /><Relationship Id="rId33" Type="http://schemas.openxmlformats.org/officeDocument/2006/relationships/tags" Target="../tags/tag558.xml" /><Relationship Id="rId34" Type="http://schemas.openxmlformats.org/officeDocument/2006/relationships/tags" Target="../tags/tag559.xml" /><Relationship Id="rId35" Type="http://schemas.openxmlformats.org/officeDocument/2006/relationships/tags" Target="../tags/tag560.xml" /><Relationship Id="rId36" Type="http://schemas.openxmlformats.org/officeDocument/2006/relationships/tags" Target="../tags/tag561.xml" /><Relationship Id="rId37" Type="http://schemas.openxmlformats.org/officeDocument/2006/relationships/tags" Target="../tags/tag562.xml" /><Relationship Id="rId38" Type="http://schemas.openxmlformats.org/officeDocument/2006/relationships/tags" Target="../tags/tag563.xml" /><Relationship Id="rId39" Type="http://schemas.openxmlformats.org/officeDocument/2006/relationships/tags" Target="../tags/tag564.xml" /><Relationship Id="rId4" Type="http://schemas.openxmlformats.org/officeDocument/2006/relationships/tags" Target="../tags/tag530.xml" /><Relationship Id="rId40" Type="http://schemas.openxmlformats.org/officeDocument/2006/relationships/tags" Target="../tags/tag565.xml" /><Relationship Id="rId41" Type="http://schemas.openxmlformats.org/officeDocument/2006/relationships/tags" Target="../tags/tag566.xml" /><Relationship Id="rId42" Type="http://schemas.openxmlformats.org/officeDocument/2006/relationships/tags" Target="../tags/tag567.xml" /><Relationship Id="rId43" Type="http://schemas.openxmlformats.org/officeDocument/2006/relationships/tags" Target="../tags/tag568.xml" /><Relationship Id="rId44" Type="http://schemas.openxmlformats.org/officeDocument/2006/relationships/tags" Target="../tags/tag569.xml" /><Relationship Id="rId45" Type="http://schemas.openxmlformats.org/officeDocument/2006/relationships/tags" Target="../tags/tag570.xml" /><Relationship Id="rId46" Type="http://schemas.openxmlformats.org/officeDocument/2006/relationships/tags" Target="../tags/tag571.xml" /><Relationship Id="rId47" Type="http://schemas.openxmlformats.org/officeDocument/2006/relationships/tags" Target="../tags/tag572.xml" /><Relationship Id="rId48" Type="http://schemas.openxmlformats.org/officeDocument/2006/relationships/tags" Target="../tags/tag573.xml" /><Relationship Id="rId49" Type="http://schemas.openxmlformats.org/officeDocument/2006/relationships/tags" Target="../tags/tag574.xml" /><Relationship Id="rId5" Type="http://schemas.openxmlformats.org/officeDocument/2006/relationships/tags" Target="../tags/tag531.xml" /><Relationship Id="rId50" Type="http://schemas.openxmlformats.org/officeDocument/2006/relationships/tags" Target="../tags/tag575.xml" /><Relationship Id="rId51" Type="http://schemas.openxmlformats.org/officeDocument/2006/relationships/tags" Target="../tags/tag576.xml" /><Relationship Id="rId52" Type="http://schemas.openxmlformats.org/officeDocument/2006/relationships/tags" Target="../tags/tag577.xml" /><Relationship Id="rId53" Type="http://schemas.openxmlformats.org/officeDocument/2006/relationships/tags" Target="../tags/tag578.xml" /><Relationship Id="rId54" Type="http://schemas.openxmlformats.org/officeDocument/2006/relationships/tags" Target="../tags/tag579.xml" /><Relationship Id="rId55" Type="http://schemas.openxmlformats.org/officeDocument/2006/relationships/tags" Target="../tags/tag580.xml" /><Relationship Id="rId56" Type="http://schemas.openxmlformats.org/officeDocument/2006/relationships/image" Target="../media/image42.png" /><Relationship Id="rId57" Type="http://schemas.openxmlformats.org/officeDocument/2006/relationships/tags" Target="../tags/tag581.xml" /><Relationship Id="rId58" Type="http://schemas.openxmlformats.org/officeDocument/2006/relationships/tags" Target="../tags/tag582.xml" /><Relationship Id="rId59" Type="http://schemas.openxmlformats.org/officeDocument/2006/relationships/tags" Target="../tags/tag583.xml" /><Relationship Id="rId6" Type="http://schemas.openxmlformats.org/officeDocument/2006/relationships/tags" Target="../tags/tag532.xml" /><Relationship Id="rId60" Type="http://schemas.openxmlformats.org/officeDocument/2006/relationships/tags" Target="../tags/tag584.xml" /><Relationship Id="rId61" Type="http://schemas.openxmlformats.org/officeDocument/2006/relationships/tags" Target="../tags/tag585.xml" /><Relationship Id="rId62" Type="http://schemas.openxmlformats.org/officeDocument/2006/relationships/tags" Target="../tags/tag586.xml" /><Relationship Id="rId63" Type="http://schemas.openxmlformats.org/officeDocument/2006/relationships/tags" Target="../tags/tag587.xml" /><Relationship Id="rId64" Type="http://schemas.openxmlformats.org/officeDocument/2006/relationships/tags" Target="../tags/tag588.xml" /><Relationship Id="rId65" Type="http://schemas.openxmlformats.org/officeDocument/2006/relationships/tags" Target="../tags/tag589.xml" /><Relationship Id="rId66" Type="http://schemas.openxmlformats.org/officeDocument/2006/relationships/tags" Target="../tags/tag590.xml" /><Relationship Id="rId67" Type="http://schemas.openxmlformats.org/officeDocument/2006/relationships/tags" Target="../tags/tag591.xml" /><Relationship Id="rId68" Type="http://schemas.openxmlformats.org/officeDocument/2006/relationships/tags" Target="../tags/tag592.xml" /><Relationship Id="rId69" Type="http://schemas.openxmlformats.org/officeDocument/2006/relationships/tags" Target="../tags/tag593.xml" /><Relationship Id="rId7" Type="http://schemas.openxmlformats.org/officeDocument/2006/relationships/tags" Target="../tags/tag533.xml" /><Relationship Id="rId70" Type="http://schemas.openxmlformats.org/officeDocument/2006/relationships/tags" Target="../tags/tag594.xml" /><Relationship Id="rId71" Type="http://schemas.openxmlformats.org/officeDocument/2006/relationships/tags" Target="../tags/tag595.xml" /><Relationship Id="rId72" Type="http://schemas.openxmlformats.org/officeDocument/2006/relationships/tags" Target="../tags/tag596.xml" /><Relationship Id="rId73" Type="http://schemas.openxmlformats.org/officeDocument/2006/relationships/tags" Target="../tags/tag597.xml" /><Relationship Id="rId74" Type="http://schemas.openxmlformats.org/officeDocument/2006/relationships/tags" Target="../tags/tag598.xml" /><Relationship Id="rId75" Type="http://schemas.openxmlformats.org/officeDocument/2006/relationships/tags" Target="../tags/tag599.xml" /><Relationship Id="rId76" Type="http://schemas.openxmlformats.org/officeDocument/2006/relationships/tags" Target="../tags/tag600.xml" /><Relationship Id="rId77" Type="http://schemas.openxmlformats.org/officeDocument/2006/relationships/tags" Target="../tags/tag601.xml" /><Relationship Id="rId8" Type="http://schemas.openxmlformats.org/officeDocument/2006/relationships/tags" Target="../tags/tag534.xml" /><Relationship Id="rId9" Type="http://schemas.openxmlformats.org/officeDocument/2006/relationships/tags" Target="../tags/tag535.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tags" Target="../tags/tag602.xml" /><Relationship Id="rId3" Type="http://schemas.openxmlformats.org/officeDocument/2006/relationships/tags" Target="../tags/tag603.xml" /><Relationship Id="rId4" Type="http://schemas.openxmlformats.org/officeDocument/2006/relationships/tags" Target="../tags/tag604.xml" /><Relationship Id="rId5" Type="http://schemas.openxmlformats.org/officeDocument/2006/relationships/tags" Target="../tags/tag605.xml" /><Relationship Id="rId6" Type="http://schemas.openxmlformats.org/officeDocument/2006/relationships/tags" Target="../tags/tag606.xml" /><Relationship Id="rId7" Type="http://schemas.openxmlformats.org/officeDocument/2006/relationships/tags" Target="../tags/tag607.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tags" Target="../tags/tag608.xml" /><Relationship Id="rId3" Type="http://schemas.openxmlformats.org/officeDocument/2006/relationships/tags" Target="../tags/tag609.xml" /><Relationship Id="rId4" Type="http://schemas.openxmlformats.org/officeDocument/2006/relationships/tags" Target="../tags/tag610.xml" /><Relationship Id="rId5" Type="http://schemas.openxmlformats.org/officeDocument/2006/relationships/tags" Target="../tags/tag611.xml" /><Relationship Id="rId6" Type="http://schemas.openxmlformats.org/officeDocument/2006/relationships/tags" Target="../tags/tag612.xml" /><Relationship Id="rId7" Type="http://schemas.openxmlformats.org/officeDocument/2006/relationships/tags" Target="../tags/tag613.xml" /><Relationship Id="rId8" Type="http://schemas.openxmlformats.org/officeDocument/2006/relationships/image" Target="../media/image44.png" /><Relationship Id="rId9" Type="http://schemas.openxmlformats.org/officeDocument/2006/relationships/tags" Target="../tags/tag614.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tags" Target="../tags/tag615.xml" /><Relationship Id="rId3" Type="http://schemas.openxmlformats.org/officeDocument/2006/relationships/tags" Target="../tags/tag616.xml" /><Relationship Id="rId4" Type="http://schemas.openxmlformats.org/officeDocument/2006/relationships/tags" Target="../tags/tag617.xml" /><Relationship Id="rId5" Type="http://schemas.openxmlformats.org/officeDocument/2006/relationships/tags" Target="../tags/tag618.xml" /><Relationship Id="rId6" Type="http://schemas.openxmlformats.org/officeDocument/2006/relationships/tags" Target="../tags/tag619.xml" /><Relationship Id="rId7" Type="http://schemas.openxmlformats.org/officeDocument/2006/relationships/tags" Target="../tags/tag620.xml" /><Relationship Id="rId8" Type="http://schemas.openxmlformats.org/officeDocument/2006/relationships/image" Target="../media/image45.png" /><Relationship Id="rId9" Type="http://schemas.openxmlformats.org/officeDocument/2006/relationships/tags" Target="../tags/tag621.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tags" Target="../tags/tag622.xml" /><Relationship Id="rId3" Type="http://schemas.openxmlformats.org/officeDocument/2006/relationships/tags" Target="../tags/tag623.xml" /><Relationship Id="rId4" Type="http://schemas.openxmlformats.org/officeDocument/2006/relationships/tags" Target="../tags/tag624.xml" /><Relationship Id="rId5" Type="http://schemas.openxmlformats.org/officeDocument/2006/relationships/tags" Target="../tags/tag625.xml" /><Relationship Id="rId6" Type="http://schemas.openxmlformats.org/officeDocument/2006/relationships/tags" Target="../tags/tag626.xml" /><Relationship Id="rId7" Type="http://schemas.openxmlformats.org/officeDocument/2006/relationships/tags" Target="../tags/tag627.xml" /><Relationship Id="rId8" Type="http://schemas.openxmlformats.org/officeDocument/2006/relationships/image" Target="../media/image46.png" /><Relationship Id="rId9" Type="http://schemas.openxmlformats.org/officeDocument/2006/relationships/tags" Target="../tags/tag628.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tags" Target="../tags/tag629.xml" /><Relationship Id="rId3" Type="http://schemas.openxmlformats.org/officeDocument/2006/relationships/tags" Target="../tags/tag630.xml" /><Relationship Id="rId4" Type="http://schemas.openxmlformats.org/officeDocument/2006/relationships/tags" Target="../tags/tag631.xml" /><Relationship Id="rId5" Type="http://schemas.openxmlformats.org/officeDocument/2006/relationships/tags" Target="../tags/tag632.xml" /><Relationship Id="rId6" Type="http://schemas.openxmlformats.org/officeDocument/2006/relationships/tags" Target="../tags/tag633.xml" /><Relationship Id="rId7" Type="http://schemas.openxmlformats.org/officeDocument/2006/relationships/tags" Target="../tags/tag634.xml" /><Relationship Id="rId8" Type="http://schemas.openxmlformats.org/officeDocument/2006/relationships/image" Target="../media/image47.png" /><Relationship Id="rId9" Type="http://schemas.openxmlformats.org/officeDocument/2006/relationships/tags" Target="../tags/tag635.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tags" Target="../tags/tag636.xml" /><Relationship Id="rId3" Type="http://schemas.openxmlformats.org/officeDocument/2006/relationships/tags" Target="../tags/tag637.xml" /><Relationship Id="rId4" Type="http://schemas.openxmlformats.org/officeDocument/2006/relationships/tags" Target="../tags/tag638.xml" /><Relationship Id="rId5" Type="http://schemas.openxmlformats.org/officeDocument/2006/relationships/tags" Target="../tags/tag639.xml" /><Relationship Id="rId6" Type="http://schemas.openxmlformats.org/officeDocument/2006/relationships/image" Target="../media/image48.png" /><Relationship Id="rId7" Type="http://schemas.openxmlformats.org/officeDocument/2006/relationships/tags" Target="../tags/tag640.xml" /><Relationship Id="rId8" Type="http://schemas.openxmlformats.org/officeDocument/2006/relationships/image" Target="../media/image49.png" /><Relationship Id="rId9" Type="http://schemas.openxmlformats.org/officeDocument/2006/relationships/tags" Target="../tags/tag641.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40" name="Shape 40"/>
          <p:cNvSpPr/>
          <p:nvPr>
            <p:custDataLst>
              <p:tags r:id="rId3"/>
            </p:custDataLst>
          </p:nvPr>
        </p:nvSpPr>
        <p:spPr>
          <a:xfrm>
            <a:off x="1235075" y="2364105"/>
            <a:ext cx="6824345" cy="645160"/>
          </a:xfrm>
          <a:prstGeom prst="rect">
            <a:avLst/>
          </a:prstGeom>
          <a:ln w="12700">
            <a:miter lim="400000"/>
          </a:ln>
        </p:spPr>
        <p:txBody>
          <a:bodyPr wrap="square" lIns="45719" rIns="45719">
            <a:spAutoFit/>
          </a:bodyPr>
          <a:lstStyle>
            <a:lvl1pPr>
              <a:defRPr sz="3600">
                <a:solidFill>
                  <a:srgbClr val="B61C2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lgn="ctr">
              <a:defRPr sz="1800">
                <a:solidFill>
                  <a:srgbClr val="000000"/>
                </a:solidFill>
              </a:defRPr>
            </a:pPr>
            <a:r>
              <a:rPr lang="zh-CN" altLang="en-US" sz="3600" b="1" smtClean="0">
                <a:solidFill>
                  <a:srgbClr val="7030A0"/>
                </a:solidFill>
                <a:latin typeface="等线" panose="02010600030101010101" pitchFamily="2" charset="-122"/>
                <a:ea typeface="等线" panose="02010600030101010101" pitchFamily="2" charset="-122"/>
              </a:rPr>
              <a:t>第三章 </a:t>
            </a:r>
            <a:r>
              <a:rPr lang="en-US" altLang="zh-CN" sz="3600" b="1" smtClean="0">
                <a:solidFill>
                  <a:srgbClr val="7030A0"/>
                </a:solidFill>
                <a:latin typeface="等线" panose="02010600030101010101" pitchFamily="2" charset="-122"/>
                <a:ea typeface="等线" panose="02010600030101010101" pitchFamily="2" charset="-122"/>
              </a:rPr>
              <a:t>   </a:t>
            </a:r>
            <a:r>
              <a:rPr lang="zh-CN" altLang="en-US" sz="3600" b="1" smtClean="0">
                <a:solidFill>
                  <a:srgbClr val="7030A0"/>
                </a:solidFill>
                <a:latin typeface="等线" panose="02010600030101010101" pitchFamily="2" charset="-122"/>
                <a:ea typeface="等线" panose="02010600030101010101" pitchFamily="2" charset="-122"/>
              </a:rPr>
              <a:t>相互作用</a:t>
            </a:r>
            <a:r>
              <a:rPr lang="en-US" altLang="zh-CN" sz="3600" b="1" smtClean="0">
                <a:solidFill>
                  <a:srgbClr val="7030A0"/>
                </a:solidFill>
                <a:latin typeface="等线" panose="02010600030101010101" pitchFamily="2" charset="-122"/>
                <a:ea typeface="等线" panose="02010600030101010101" pitchFamily="2" charset="-122"/>
              </a:rPr>
              <a:t>——</a:t>
            </a:r>
            <a:r>
              <a:rPr lang="zh-CN" altLang="en-US" sz="3600" b="1" smtClean="0">
                <a:solidFill>
                  <a:srgbClr val="7030A0"/>
                </a:solidFill>
                <a:latin typeface="等线" panose="02010600030101010101" pitchFamily="2" charset="-122"/>
                <a:ea typeface="等线" panose="02010600030101010101" pitchFamily="2" charset="-122"/>
              </a:rPr>
              <a:t>力</a:t>
            </a:r>
          </a:p>
        </p:txBody>
      </p:sp>
      <p:sp>
        <p:nvSpPr>
          <p:cNvPr id="6" name="Shape 40"/>
          <p:cNvSpPr/>
          <p:nvPr>
            <p:custDataLst>
              <p:tags r:id="rId4"/>
            </p:custDataLst>
          </p:nvPr>
        </p:nvSpPr>
        <p:spPr>
          <a:xfrm>
            <a:off x="1450340" y="3357880"/>
            <a:ext cx="6774815" cy="460375"/>
          </a:xfrm>
          <a:prstGeom prst="rect">
            <a:avLst/>
          </a:prstGeom>
          <a:ln w="12700">
            <a:miter lim="400000"/>
          </a:ln>
        </p:spPr>
        <p:txBody>
          <a:bodyPr wrap="square" lIns="45719" rIns="45719">
            <a:spAutoFit/>
          </a:bodyPr>
          <a:lstStyle>
            <a:lvl1pPr>
              <a:defRPr sz="3600">
                <a:solidFill>
                  <a:srgbClr val="B61C2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lgn="ctr">
              <a:lnSpc>
                <a:spcPct val="100000"/>
              </a:lnSpc>
              <a:defRPr sz="1800" b="0"/>
            </a:pPr>
            <a:r>
              <a:rPr lang="zh-CN" altLang="en-US" sz="2400" b="1" smtClean="0">
                <a:solidFill>
                  <a:srgbClr val="FF0000"/>
                </a:solidFill>
                <a:latin typeface="华文楷体" panose="02010600040101010101" pitchFamily="2" charset="-122"/>
                <a:ea typeface="华文楷体" panose="02010600040101010101" pitchFamily="2" charset="-122"/>
              </a:rPr>
              <a:t>第</a:t>
            </a:r>
            <a:r>
              <a:rPr lang="en-US" altLang="zh-CN" sz="2400" b="1" smtClean="0">
                <a:solidFill>
                  <a:srgbClr val="FF0000"/>
                </a:solidFill>
                <a:latin typeface="华文楷体" panose="02010600040101010101" pitchFamily="2" charset="-122"/>
                <a:ea typeface="华文楷体" panose="02010600040101010101" pitchFamily="2" charset="-122"/>
              </a:rPr>
              <a:t>1</a:t>
            </a:r>
            <a:r>
              <a:rPr lang="zh-CN" altLang="en-US" sz="2400" b="1" smtClean="0">
                <a:solidFill>
                  <a:srgbClr val="FF0000"/>
                </a:solidFill>
                <a:latin typeface="华文楷体" panose="02010600040101010101" pitchFamily="2" charset="-122"/>
                <a:ea typeface="华文楷体" panose="02010600040101010101" pitchFamily="2" charset="-122"/>
              </a:rPr>
              <a:t>节 </a:t>
            </a:r>
            <a:r>
              <a:rPr lang="en-US" altLang="zh-CN" sz="2400" b="1" smtClean="0">
                <a:solidFill>
                  <a:srgbClr val="FF0000"/>
                </a:solidFill>
                <a:latin typeface="华文楷体" panose="02010600040101010101" pitchFamily="2" charset="-122"/>
                <a:ea typeface="华文楷体" panose="02010600040101010101" pitchFamily="2" charset="-122"/>
              </a:rPr>
              <a:t>   </a:t>
            </a:r>
            <a:r>
              <a:rPr lang="zh-CN" sz="2400" b="1" smtClean="0">
                <a:solidFill>
                  <a:srgbClr val="FF0000"/>
                </a:solidFill>
                <a:latin typeface="华文楷体" panose="02010600040101010101" pitchFamily="2" charset="-122"/>
                <a:ea typeface="华文楷体" panose="02010600040101010101" pitchFamily="2" charset="-122"/>
              </a:rPr>
              <a:t>重力与弹力</a:t>
            </a:r>
            <a:endParaRPr lang="zh-CN" sz="2400" b="1" spc="300" smtClean="0">
              <a:solidFill>
                <a:srgbClr val="FF0000"/>
              </a:solidFill>
              <a:latin typeface="楷体" panose="02010609060101010101" charset="-122"/>
              <a:ea typeface="楷体" panose="02010609060101010101" charset="-122"/>
              <a:cs typeface="楷体" panose="02010609060101010101" charset="-122"/>
              <a:sym typeface="+mn-ea"/>
            </a:endParaRPr>
          </a:p>
        </p:txBody>
      </p:sp>
      <p:sp>
        <p:nvSpPr>
          <p:cNvPr id="4" name="矩形 3"/>
          <p:cNvSpPr/>
          <p:nvPr>
            <p:custDataLst>
              <p:tags r:id="rId5"/>
            </p:custDataLst>
          </p:nvPr>
        </p:nvSpPr>
        <p:spPr>
          <a:xfrm>
            <a:off x="217314" y="203839"/>
            <a:ext cx="1530566" cy="307775"/>
          </a:xfrm>
          <a:prstGeom prst="rect">
            <a:avLst/>
          </a:prstGeom>
          <a:solidFill>
            <a:srgbClr val="C00000"/>
          </a:solidFill>
          <a:ln w="12700" cap="flat">
            <a:noFill/>
            <a:prstDash val="solid"/>
            <a:miter lim="800000"/>
          </a:ln>
          <a:effectLst>
            <a:outerShdw blurRad="76200" dir="18900000" sy="23000" kx="-1200000" algn="bl" rotWithShape="0">
              <a:prstClr val="black">
                <a:alpha val="20000"/>
              </a:prstClr>
            </a:outerShdw>
            <a:softEdge rad="19050"/>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dist" defTabSz="914400" rtl="0" fontAlgn="auto" latinLnBrk="1" hangingPunct="0">
              <a:lnSpc>
                <a:spcPct val="100000"/>
              </a:lnSpc>
              <a:spcBef>
                <a:spcPct val="0"/>
              </a:spcBef>
              <a:spcAft>
                <a:spcPct val="0"/>
              </a:spcAft>
              <a:buClrTx/>
              <a:buSzTx/>
              <a:buFontTx/>
              <a:buNone/>
            </a:pPr>
            <a:r>
              <a:rPr kumimoji="0" lang="zh-CN" altLang="en-US" sz="1400" b="1" u="none" strike="noStrike" cap="none" spc="0" normalizeH="0" baseline="0">
                <a:ln>
                  <a:noFill/>
                </a:ln>
                <a:solidFill>
                  <a:schemeClr val="bg1"/>
                </a:solidFill>
                <a:effectLst/>
                <a:uFillTx/>
                <a:latin typeface="腾祥范笑歌楷书简繁合集" panose="01010104010101010101" pitchFamily="2" charset="-122"/>
                <a:ea typeface="腾祥范笑歌楷书简繁合集" panose="01010104010101010101" pitchFamily="2" charset="-122"/>
                <a:cs typeface="微软雅黑" panose="020b0503020204020204" charset="-122"/>
                <a:sym typeface="微软雅黑" panose="020b0503020204020204" charset="-122"/>
              </a:rPr>
              <a:t>学易同步精品课堂</a:t>
            </a:r>
          </a:p>
        </p:txBody>
      </p:sp>
      <p:pic>
        <p:nvPicPr>
          <p:cNvPr id="9" name="图片 8"/>
          <p:cNvPicPr>
            <a:picLocks noChangeAspect="1"/>
          </p:cNvPicPr>
          <p:nvPr>
            <p:custDataLst>
              <p:tags r:id="rId7"/>
            </p:custDataLst>
          </p:nvPr>
        </p:nvPicPr>
        <p:blipFill>
          <a:blip r:embed="rId6">
            <a:extLst>
              <a:ext uri="{28A0092B-C50C-407E-A947-70E740481C1C}">
                <a14:useLocalDpi xmlns:a14="http://schemas.microsoft.com/office/drawing/2010/main" val="0"/>
              </a:ext>
            </a:extLst>
          </a:blip>
          <a:stretch>
            <a:fillRect/>
          </a:stretch>
        </p:blipFill>
        <p:spPr>
          <a:xfrm>
            <a:off x="7394865" y="3454553"/>
            <a:ext cx="1872568" cy="1872568"/>
          </a:xfrm>
          <a:prstGeom prst="rect">
            <a:avLst/>
          </a:prstGeom>
        </p:spPr>
      </p:pic>
      <p:sp>
        <p:nvSpPr>
          <p:cNvPr id="3" name="Shape 40"/>
          <p:cNvSpPr/>
          <p:nvPr>
            <p:custDataLst>
              <p:tags r:id="rId8"/>
            </p:custDataLst>
          </p:nvPr>
        </p:nvSpPr>
        <p:spPr>
          <a:xfrm>
            <a:off x="1172210" y="835660"/>
            <a:ext cx="6950710" cy="922020"/>
          </a:xfrm>
          <a:prstGeom prst="rect">
            <a:avLst/>
          </a:prstGeom>
          <a:ln w="12700">
            <a:miter lim="400000"/>
          </a:ln>
          <a:effectLst>
            <a:outerShdw blurRad="50800" dist="38100" dir="5400000" algn="t" rotWithShape="0">
              <a:prstClr val="black">
                <a:alpha val="40000"/>
              </a:prstClr>
            </a:outerShdw>
          </a:effectLst>
        </p:spPr>
        <p:txBody>
          <a:bodyPr wrap="square" lIns="45719" rIns="45719">
            <a:spAutoFit/>
          </a:bodyPr>
          <a:lstStyle>
            <a:lvl1pPr>
              <a:defRPr sz="3600">
                <a:solidFill>
                  <a:srgbClr val="B61C2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defRPr sz="1800">
                <a:solidFill>
                  <a:srgbClr val="000000"/>
                </a:solidFill>
              </a:defRPr>
            </a:pPr>
            <a:r>
              <a:rPr lang="zh-CN" altLang="en-US" sz="4800" b="1">
                <a:solidFill>
                  <a:srgbClr val="B61C22"/>
                </a:solidFill>
                <a:latin typeface="方正姚体" panose="02010601030101010101" pitchFamily="2" charset="-122"/>
                <a:ea typeface="方正姚体" panose="02010601030101010101" pitchFamily="2" charset="-122"/>
              </a:rPr>
              <a:t>新教材人教版   </a:t>
            </a:r>
            <a:r>
              <a:rPr lang="zh-CN" altLang="en-US" sz="5400" b="1">
                <a:solidFill>
                  <a:srgbClr val="C00000"/>
                </a:solidFill>
                <a:latin typeface="方正姚体" panose="02010601030101010101" pitchFamily="2" charset="-122"/>
                <a:ea typeface="方正姚体" panose="02010601030101010101" pitchFamily="2" charset="-122"/>
              </a:rPr>
              <a:t>物理</a:t>
            </a:r>
            <a:r>
              <a:rPr lang="zh-CN" altLang="en-US" sz="1400" b="1">
                <a:solidFill>
                  <a:srgbClr val="B61C22"/>
                </a:solidFill>
                <a:latin typeface="方正姚体" panose="02010601030101010101" pitchFamily="2" charset="-122"/>
                <a:ea typeface="方正姚体" panose="02010601030101010101" pitchFamily="2" charset="-122"/>
              </a:rPr>
              <a:t>（必修第一册）</a:t>
            </a:r>
          </a:p>
        </p:txBody>
      </p:sp>
      <p:sp>
        <p:nvSpPr>
          <p:cNvPr id="2" name="文本框 1"/>
          <p:cNvSpPr txBox="1"/>
          <p:nvPr>
            <p:custDataLst>
              <p:tags r:id="rId9"/>
            </p:custDataLst>
          </p:nvPr>
        </p:nvSpPr>
        <p:spPr>
          <a:xfrm>
            <a:off x="3702050" y="4029075"/>
            <a:ext cx="2159000" cy="3670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zh-CN" altLang="en-US" sz="1800" b="1" i="0" u="none" strike="noStrike" cap="none" spc="0" normalizeH="0" baseline="0">
                <a:ln>
                  <a:noFill/>
                </a:ln>
                <a:solidFill>
                  <a:srgbClr val="000000"/>
                </a:solidFill>
                <a:effectLst/>
                <a:uFillTx/>
                <a:latin typeface="Arial"/>
                <a:ea typeface="宋体" panose="02010600030101010101" pitchFamily="2" charset="-122"/>
                <a:cs typeface="Arial"/>
                <a:sym typeface="Arial"/>
              </a:rPr>
              <a:t>第一课时：力与重力</a:t>
            </a:r>
          </a:p>
        </p:txBody>
      </p:sp>
    </p:spTree>
  </p:cSld>
  <p:clrMapOvr>
    <a:masterClrMapping/>
  </p:clrMapOvr>
  <p:transition spd="med"/>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3"/>
          </p:custDataLst>
        </p:nvPr>
      </p:nvGrpSpPr>
      <p:grpSpPr>
        <a:xfrm>
          <a:off x="0" y="0"/>
          <a:ext cx="0" cy="0"/>
        </a:xfrm>
      </p:grpSpPr>
      <p:cxnSp>
        <p:nvCxnSpPr>
          <p:cNvPr id="9" name="直接连接符 8"/>
          <p:cNvCxnSpPr/>
          <p:nvPr>
            <p:custDataLst>
              <p:tags r:id="rId4"/>
            </p:custDataLst>
          </p:nvPr>
        </p:nvCxnSpPr>
        <p:spPr>
          <a:xfrm flipV="1">
            <a:off x="-29210" y="713740"/>
            <a:ext cx="3123565" cy="635"/>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10" name="圆角矩形 9">
            <a:hlinkClick/>
          </p:cNvPr>
          <p:cNvSpPr/>
          <p:nvPr>
            <p:custDataLst>
              <p:tags r:id="rId5"/>
            </p:custDataLst>
          </p:nvPr>
        </p:nvSpPr>
        <p:spPr>
          <a:xfrm>
            <a:off x="0" y="22860"/>
            <a:ext cx="163195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sp>
        <p:nvSpPr>
          <p:cNvPr id="11" name="TextBox 14">
            <a:hlinkClick/>
          </p:cNvPr>
          <p:cNvSpPr txBox="1">
            <a:spLocks noChangeArrowheads="1"/>
          </p:cNvSpPr>
          <p:nvPr>
            <p:custDataLst>
              <p:tags r:id="rId6"/>
            </p:custDataLst>
          </p:nvPr>
        </p:nvSpPr>
        <p:spPr bwMode="auto">
          <a:xfrm>
            <a:off x="127000" y="168275"/>
            <a:ext cx="173418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课堂引入</a:t>
            </a:r>
          </a:p>
        </p:txBody>
      </p:sp>
      <p:sp>
        <p:nvSpPr>
          <p:cNvPr id="12" name="文本框 11"/>
          <p:cNvSpPr txBox="1"/>
          <p:nvPr>
            <p:custDataLst>
              <p:tags r:id="rId7"/>
            </p:custDataLst>
          </p:nvPr>
        </p:nvSpPr>
        <p:spPr>
          <a:xfrm>
            <a:off x="600710" y="3637280"/>
            <a:ext cx="7800340" cy="1014730"/>
          </a:xfrm>
          <a:prstGeom prst="rect">
            <a:avLst/>
          </a:prstGeom>
          <a:solidFill>
            <a:schemeClr val="accent5"/>
          </a:solidFill>
          <a:ln w="9525">
            <a:noFill/>
          </a:ln>
        </p:spPr>
        <p:txBody>
          <a:bodyPr wrap="square" anchor="t">
            <a:spAutoFit/>
          </a:bodyPr>
          <a:lstStyle/>
          <a:p>
            <a:pPr indent="575945" algn="just">
              <a:lnSpc>
                <a:spcPct val="150000"/>
              </a:lnSpc>
              <a:spcAft>
                <a:spcPct val="0"/>
              </a:spcAft>
            </a:pPr>
            <a:r>
              <a:rPr lang="zh-CN" altLang="zh-CN" sz="2000" b="1" kern="100">
                <a:latin typeface="宋体" panose="02010600030101010101" pitchFamily="2" charset="-122"/>
                <a:ea typeface="宋体" panose="02010600030101010101" pitchFamily="2" charset="-122"/>
                <a:cs typeface="Times New Roman" panose="02020603050405020304" pitchFamily="18" charset="0"/>
                <a:sym typeface="+mn-ea"/>
              </a:rPr>
              <a:t>力是一个物体对另一个物体的作用。认识一个力，需要弄清哪些问题呢？</a:t>
            </a:r>
            <a:endParaRPr lang="zh-CN" altLang="zh-CN" sz="2000" b="1" kern="100" smtClean="0">
              <a:solidFill>
                <a:schemeClr val="tx1"/>
              </a:solidFill>
              <a:latin typeface="宋体" panose="02010600030101010101" pitchFamily="2" charset="-122"/>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custDataLst>
              <p:tags r:id="rId9"/>
            </p:custDataLst>
          </p:nvPr>
        </p:nvPicPr>
        <p:blipFill>
          <a:blip r:embed="rId8"/>
          <a:stretch>
            <a:fillRect/>
          </a:stretch>
        </p:blipFill>
        <p:spPr>
          <a:xfrm>
            <a:off x="600710" y="939165"/>
            <a:ext cx="3870325" cy="2473325"/>
          </a:xfrm>
          <a:prstGeom prst="cube">
            <a:avLst/>
          </a:prstGeom>
        </p:spPr>
      </p:pic>
      <p:pic>
        <p:nvPicPr>
          <p:cNvPr id="2" name="图片 1" descr="9ea9f5d3b1cfc543fadb2a12baf75713"/>
          <p:cNvPicPr>
            <a:picLocks noChangeAspect="1"/>
          </p:cNvPicPr>
          <p:nvPr>
            <p:custDataLst>
              <p:tags r:id="rId11"/>
            </p:custDataLst>
          </p:nvPr>
        </p:nvPicPr>
        <p:blipFill>
          <a:blip r:embed="rId10"/>
          <a:stretch>
            <a:fillRect/>
          </a:stretch>
        </p:blipFill>
        <p:spPr>
          <a:xfrm>
            <a:off x="4739005" y="939165"/>
            <a:ext cx="3763010" cy="2473325"/>
          </a:xfrm>
          <a:prstGeom prst="cube">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after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134148" name="Text Box 4"/>
          <p:cNvSpPr txBox="1">
            <a:spLocks noChangeArrowheads="1"/>
          </p:cNvSpPr>
          <p:nvPr>
            <p:custDataLst>
              <p:tags r:id="rId3"/>
            </p:custDataLst>
          </p:nvPr>
        </p:nvSpPr>
        <p:spPr bwMode="auto">
          <a:xfrm>
            <a:off x="391636" y="939424"/>
            <a:ext cx="1568450" cy="388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455" tIns="40727" rIns="81455" bIns="40727">
            <a:spAutoFit/>
          </a:bodyPr>
          <a:lstStyle/>
          <a:p>
            <a:r>
              <a:rPr lang="en-US" altLang="zh-CN" sz="2000" b="1">
                <a:latin typeface="宋体" panose="02010600030101010101" pitchFamily="2" charset="-122"/>
                <a:ea typeface="宋体" panose="02010600030101010101" pitchFamily="2" charset="-122"/>
                <a:cs typeface="宋体" panose="02010600030101010101" pitchFamily="2" charset="-122"/>
              </a:rPr>
              <a:t>1.</a:t>
            </a:r>
            <a:r>
              <a:rPr lang="zh-CN" altLang="en-US" sz="2000" b="1">
                <a:latin typeface="宋体" panose="02010600030101010101" pitchFamily="2" charset="-122"/>
                <a:ea typeface="宋体" panose="02010600030101010101" pitchFamily="2" charset="-122"/>
                <a:cs typeface="宋体" panose="02010600030101010101" pitchFamily="2" charset="-122"/>
              </a:rPr>
              <a:t>力的性质 </a:t>
            </a:r>
          </a:p>
        </p:txBody>
      </p:sp>
      <p:sp>
        <p:nvSpPr>
          <p:cNvPr id="134149" name="Text Box 5"/>
          <p:cNvSpPr txBox="1">
            <a:spLocks noChangeArrowheads="1"/>
          </p:cNvSpPr>
          <p:nvPr>
            <p:custDataLst>
              <p:tags r:id="rId4"/>
            </p:custDataLst>
          </p:nvPr>
        </p:nvSpPr>
        <p:spPr bwMode="auto">
          <a:xfrm>
            <a:off x="230505" y="1574165"/>
            <a:ext cx="8813800" cy="388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455" tIns="40727" rIns="81455" bIns="40727">
            <a:spAutoFit/>
          </a:bodyPr>
          <a:lstStyle/>
          <a:p>
            <a:r>
              <a:rPr lang="zh-CN" altLang="en-US" sz="2000" b="1">
                <a:solidFill>
                  <a:srgbClr val="00B0F0"/>
                </a:solidFill>
                <a:latin typeface="宋体" panose="02010600030101010101" pitchFamily="2" charset="-122"/>
                <a:ea typeface="宋体" panose="02010600030101010101" pitchFamily="2" charset="-122"/>
                <a:sym typeface="+mn-ea"/>
              </a:rPr>
              <a:t>（</a:t>
            </a:r>
            <a:r>
              <a:rPr lang="en-US" altLang="zh-CN" sz="2000" b="1">
                <a:solidFill>
                  <a:srgbClr val="00B0F0"/>
                </a:solidFill>
                <a:latin typeface="宋体" panose="02010600030101010101" pitchFamily="2" charset="-122"/>
                <a:ea typeface="宋体" panose="02010600030101010101" pitchFamily="2" charset="-122"/>
                <a:sym typeface="+mn-ea"/>
              </a:rPr>
              <a:t>1</a:t>
            </a:r>
            <a:r>
              <a:rPr lang="zh-CN" altLang="en-US" sz="2000" b="1">
                <a:solidFill>
                  <a:srgbClr val="00B0F0"/>
                </a:solidFill>
                <a:latin typeface="宋体" panose="02010600030101010101" pitchFamily="2" charset="-122"/>
                <a:ea typeface="宋体" panose="02010600030101010101" pitchFamily="2" charset="-122"/>
                <a:sym typeface="+mn-ea"/>
              </a:rPr>
              <a:t>）</a:t>
            </a:r>
            <a:r>
              <a:rPr lang="zh-CN" altLang="en-US" sz="2000" b="1">
                <a:solidFill>
                  <a:srgbClr val="00B0F0"/>
                </a:solidFill>
                <a:latin typeface="宋体" panose="02010600030101010101" pitchFamily="2" charset="-122"/>
                <a:ea typeface="宋体" panose="02010600030101010101" pitchFamily="2" charset="-122"/>
              </a:rPr>
              <a:t>物质性：</a:t>
            </a:r>
            <a:r>
              <a:rPr lang="zh-CN" altLang="en-US" sz="2000" b="1" smtClean="0">
                <a:solidFill>
                  <a:schemeClr val="tx1"/>
                </a:solidFill>
                <a:latin typeface="宋体" panose="02010600030101010101" pitchFamily="2" charset="-122"/>
                <a:ea typeface="宋体" panose="02010600030101010101" pitchFamily="2" charset="-122"/>
              </a:rPr>
              <a:t>力不能离开物体而独立存在，必同时存在施</a:t>
            </a:r>
            <a:r>
              <a:rPr lang="zh-CN" altLang="en-US" sz="2000" b="1">
                <a:solidFill>
                  <a:schemeClr val="tx1"/>
                </a:solidFill>
                <a:latin typeface="宋体" panose="02010600030101010101" pitchFamily="2" charset="-122"/>
                <a:ea typeface="宋体" panose="02010600030101010101" pitchFamily="2" charset="-122"/>
              </a:rPr>
              <a:t>力物体和受力物体。</a:t>
            </a:r>
          </a:p>
        </p:txBody>
      </p:sp>
      <p:sp>
        <p:nvSpPr>
          <p:cNvPr id="134150" name="Text Box 6"/>
          <p:cNvSpPr txBox="1">
            <a:spLocks noChangeArrowheads="1"/>
          </p:cNvSpPr>
          <p:nvPr>
            <p:custDataLst>
              <p:tags r:id="rId5"/>
            </p:custDataLst>
          </p:nvPr>
        </p:nvSpPr>
        <p:spPr bwMode="auto">
          <a:xfrm>
            <a:off x="230505" y="2138680"/>
            <a:ext cx="7263765"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455" tIns="40727" rIns="81455" bIns="40727">
            <a:spAutoFit/>
          </a:bodyPr>
          <a:lstStyle/>
          <a:p>
            <a:pPr>
              <a:lnSpc>
                <a:spcPct val="150000"/>
              </a:lnSpc>
            </a:pPr>
            <a:r>
              <a:rPr lang="zh-CN" altLang="en-US" sz="2000" b="1">
                <a:solidFill>
                  <a:srgbClr val="00B0F0"/>
                </a:solidFill>
                <a:latin typeface="宋体" panose="02010600030101010101" pitchFamily="2" charset="-122"/>
                <a:ea typeface="宋体" panose="02010600030101010101" pitchFamily="2" charset="-122"/>
                <a:sym typeface="+mn-ea"/>
              </a:rPr>
              <a:t>（</a:t>
            </a:r>
            <a:r>
              <a:rPr lang="en-US" altLang="zh-CN" sz="2000" b="1">
                <a:solidFill>
                  <a:srgbClr val="00B0F0"/>
                </a:solidFill>
                <a:latin typeface="宋体" panose="02010600030101010101" pitchFamily="2" charset="-122"/>
                <a:ea typeface="宋体" panose="02010600030101010101" pitchFamily="2" charset="-122"/>
                <a:sym typeface="+mn-ea"/>
              </a:rPr>
              <a:t>2</a:t>
            </a:r>
            <a:r>
              <a:rPr lang="zh-CN" altLang="en-US" sz="2000" b="1">
                <a:solidFill>
                  <a:srgbClr val="00B0F0"/>
                </a:solidFill>
                <a:latin typeface="宋体" panose="02010600030101010101" pitchFamily="2" charset="-122"/>
                <a:ea typeface="宋体" panose="02010600030101010101" pitchFamily="2" charset="-122"/>
                <a:sym typeface="+mn-ea"/>
              </a:rPr>
              <a:t>）</a:t>
            </a:r>
            <a:r>
              <a:rPr lang="zh-CN" altLang="en-US" sz="2000" b="1">
                <a:solidFill>
                  <a:srgbClr val="00B0F0"/>
                </a:solidFill>
                <a:latin typeface="宋体" panose="02010600030101010101" pitchFamily="2" charset="-122"/>
                <a:ea typeface="宋体" panose="02010600030101010101" pitchFamily="2" charset="-122"/>
                <a:cs typeface="宋体" panose="02010600030101010101" pitchFamily="2" charset="-122"/>
              </a:rPr>
              <a:t>相互性：</a:t>
            </a:r>
            <a:r>
              <a:rPr lang="en-US" altLang="zh-CN" sz="2000" b="1">
                <a:solidFill>
                  <a:srgbClr val="00B0F0"/>
                </a:solidFill>
                <a:latin typeface="宋体" panose="02010600030101010101" pitchFamily="2" charset="-122"/>
                <a:ea typeface="宋体" panose="02010600030101010101" pitchFamily="2" charset="-122"/>
                <a:cs typeface="宋体" panose="02010600030101010101" pitchFamily="2" charset="-122"/>
              </a:rPr>
              <a:t> </a:t>
            </a:r>
            <a:r>
              <a:rPr lang="zh-CN" altLang="en-US" sz="2000" b="1">
                <a:solidFill>
                  <a:schemeClr val="tx1"/>
                </a:solidFill>
                <a:latin typeface="宋体" panose="02010600030101010101" pitchFamily="2" charset="-122"/>
                <a:ea typeface="宋体" panose="02010600030101010101" pitchFamily="2" charset="-122"/>
                <a:cs typeface="宋体" panose="02010600030101010101" pitchFamily="2" charset="-122"/>
              </a:rPr>
              <a:t>物体间力的作用是相互</a:t>
            </a: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rPr>
              <a:t>的，即力总是成对出现。</a:t>
            </a:r>
            <a:endParaRPr lang="zh-CN" altLang="en-US" sz="2000" b="1" u="sng" smtClean="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
        <p:nvSpPr>
          <p:cNvPr id="134151" name="Rectangle 7"/>
          <p:cNvSpPr>
            <a:spLocks noChangeArrowheads="1"/>
          </p:cNvSpPr>
          <p:nvPr>
            <p:custDataLst>
              <p:tags r:id="rId6"/>
            </p:custDataLst>
          </p:nvPr>
        </p:nvSpPr>
        <p:spPr bwMode="auto">
          <a:xfrm>
            <a:off x="230505" y="2978150"/>
            <a:ext cx="6285230" cy="388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455" tIns="40727" rIns="81455" bIns="40727">
            <a:spAutoFit/>
          </a:bodyPr>
          <a:lstStyle/>
          <a:p>
            <a:r>
              <a:rPr lang="zh-CN" altLang="en-US" sz="2000" b="1">
                <a:solidFill>
                  <a:srgbClr val="00B0F0"/>
                </a:solidFill>
                <a:latin typeface="宋体" panose="02010600030101010101" pitchFamily="2" charset="-122"/>
                <a:ea typeface="宋体" panose="02010600030101010101" pitchFamily="2" charset="-122"/>
                <a:sym typeface="+mn-ea"/>
              </a:rPr>
              <a:t>（</a:t>
            </a:r>
            <a:r>
              <a:rPr lang="en-US" altLang="zh-CN" sz="2000" b="1">
                <a:solidFill>
                  <a:srgbClr val="00B0F0"/>
                </a:solidFill>
                <a:latin typeface="宋体" panose="02010600030101010101" pitchFamily="2" charset="-122"/>
                <a:ea typeface="宋体" panose="02010600030101010101" pitchFamily="2" charset="-122"/>
                <a:sym typeface="+mn-ea"/>
              </a:rPr>
              <a:t>3</a:t>
            </a:r>
            <a:r>
              <a:rPr lang="zh-CN" altLang="en-US" sz="2000" b="1">
                <a:solidFill>
                  <a:srgbClr val="00B0F0"/>
                </a:solidFill>
                <a:latin typeface="宋体" panose="02010600030101010101" pitchFamily="2" charset="-122"/>
                <a:ea typeface="宋体" panose="02010600030101010101" pitchFamily="2" charset="-122"/>
                <a:sym typeface="+mn-ea"/>
              </a:rPr>
              <a:t>）</a:t>
            </a:r>
            <a:r>
              <a:rPr lang="zh-CN" altLang="en-US" sz="2000" b="1" smtClean="0">
                <a:solidFill>
                  <a:srgbClr val="00B0F0"/>
                </a:solidFill>
                <a:latin typeface="宋体" panose="02010600030101010101" pitchFamily="2" charset="-122"/>
                <a:ea typeface="宋体" panose="02010600030101010101" pitchFamily="2" charset="-122"/>
              </a:rPr>
              <a:t>矢</a:t>
            </a:r>
            <a:r>
              <a:rPr lang="zh-CN" altLang="en-US" sz="2000" b="1">
                <a:solidFill>
                  <a:srgbClr val="00B0F0"/>
                </a:solidFill>
                <a:latin typeface="宋体" panose="02010600030101010101" pitchFamily="2" charset="-122"/>
                <a:ea typeface="宋体" panose="02010600030101010101" pitchFamily="2" charset="-122"/>
              </a:rPr>
              <a:t>量性：</a:t>
            </a:r>
            <a:r>
              <a:rPr lang="zh-CN" altLang="en-US" sz="2000" b="1">
                <a:solidFill>
                  <a:schemeClr val="tx1"/>
                </a:solidFill>
                <a:latin typeface="宋体" panose="02010600030101010101" pitchFamily="2" charset="-122"/>
                <a:ea typeface="宋体" panose="02010600030101010101" pitchFamily="2" charset="-122"/>
              </a:rPr>
              <a:t>力不仅有大小，而且有方向，是矢量。</a:t>
            </a:r>
          </a:p>
        </p:txBody>
      </p:sp>
      <p:sp>
        <p:nvSpPr>
          <p:cNvPr id="9" name="Rectangle 7"/>
          <p:cNvSpPr>
            <a:spLocks noChangeArrowheads="1"/>
          </p:cNvSpPr>
          <p:nvPr>
            <p:custDataLst>
              <p:tags r:id="rId7"/>
            </p:custDataLst>
          </p:nvPr>
        </p:nvSpPr>
        <p:spPr bwMode="auto">
          <a:xfrm>
            <a:off x="230505" y="3663315"/>
            <a:ext cx="8813800" cy="1004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455" tIns="40727" rIns="81455" bIns="40727">
            <a:spAutoFit/>
          </a:bodyPr>
          <a:lstStyle/>
          <a:p>
            <a:pPr>
              <a:lnSpc>
                <a:spcPct val="150000"/>
              </a:lnSpc>
            </a:pPr>
            <a:r>
              <a:rPr lang="zh-CN" altLang="en-US" sz="2000" b="1">
                <a:solidFill>
                  <a:srgbClr val="00B0F0"/>
                </a:solidFill>
                <a:latin typeface="宋体" panose="02010600030101010101" pitchFamily="2" charset="-122"/>
                <a:ea typeface="宋体" panose="02010600030101010101" pitchFamily="2" charset="-122"/>
                <a:sym typeface="+mn-ea"/>
              </a:rPr>
              <a:t>（</a:t>
            </a:r>
            <a:r>
              <a:rPr lang="en-US" altLang="zh-CN" sz="2000" b="1">
                <a:solidFill>
                  <a:srgbClr val="00B0F0"/>
                </a:solidFill>
                <a:latin typeface="宋体" panose="02010600030101010101" pitchFamily="2" charset="-122"/>
                <a:ea typeface="宋体" panose="02010600030101010101" pitchFamily="2" charset="-122"/>
                <a:sym typeface="+mn-ea"/>
              </a:rPr>
              <a:t>4</a:t>
            </a:r>
            <a:r>
              <a:rPr lang="zh-CN" altLang="en-US" sz="2000" b="1">
                <a:solidFill>
                  <a:srgbClr val="00B0F0"/>
                </a:solidFill>
                <a:latin typeface="宋体" panose="02010600030101010101" pitchFamily="2" charset="-122"/>
                <a:ea typeface="宋体" panose="02010600030101010101" pitchFamily="2" charset="-122"/>
                <a:sym typeface="+mn-ea"/>
              </a:rPr>
              <a:t>）</a:t>
            </a:r>
            <a:r>
              <a:rPr lang="zh-CN" altLang="en-US" sz="2000" b="1" smtClean="0">
                <a:solidFill>
                  <a:srgbClr val="00B0F0"/>
                </a:solidFill>
                <a:latin typeface="宋体" panose="02010600030101010101" pitchFamily="2" charset="-122"/>
                <a:ea typeface="宋体" panose="02010600030101010101" pitchFamily="2" charset="-122"/>
                <a:cs typeface="宋体" panose="02010600030101010101" pitchFamily="2" charset="-122"/>
              </a:rPr>
              <a:t>独立性：</a:t>
            </a: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rPr>
              <a:t>一个物体可能同时受多个力作用，每一个力都产生独立的作用效果。</a:t>
            </a:r>
          </a:p>
        </p:txBody>
      </p:sp>
      <p:sp>
        <p:nvSpPr>
          <p:cNvPr id="6" name="圆角矩形 5">
            <a:hlinkClick/>
          </p:cNvPr>
          <p:cNvSpPr/>
          <p:nvPr>
            <p:custDataLst>
              <p:tags r:id="rId8"/>
            </p:custDataLst>
          </p:nvPr>
        </p:nvSpPr>
        <p:spPr>
          <a:xfrm>
            <a:off x="0" y="0"/>
            <a:ext cx="215074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29" name="TextBox 14">
            <a:hlinkClick/>
          </p:cNvPr>
          <p:cNvSpPr txBox="1">
            <a:spLocks noChangeArrowheads="1"/>
          </p:cNvSpPr>
          <p:nvPr>
            <p:custDataLst>
              <p:tags r:id="rId9"/>
            </p:custDataLst>
          </p:nvPr>
        </p:nvSpPr>
        <p:spPr bwMode="auto">
          <a:xfrm>
            <a:off x="38735" y="100330"/>
            <a:ext cx="207327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一、温故知新</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10"/>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34149"/>
                                        </p:tgtEl>
                                        <p:attrNameLst>
                                          <p:attrName>style.visibility</p:attrName>
                                        </p:attrNameLst>
                                      </p:cBhvr>
                                      <p:to>
                                        <p:strVal val="visible"/>
                                      </p:to>
                                    </p:set>
                                    <p:animEffect transition="in" filter="blinds(vertical)">
                                      <p:cBhvr>
                                        <p:cTn id="7" dur="1000"/>
                                        <p:tgtEl>
                                          <p:spTgt spid="134149"/>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5" fill="hold" grpId="1" nodeType="clickEffect">
                                  <p:stCondLst>
                                    <p:cond delay="0"/>
                                  </p:stCondLst>
                                  <p:childTnLst>
                                    <p:set>
                                      <p:cBhvr>
                                        <p:cTn id="11" dur="1" fill="hold">
                                          <p:stCondLst>
                                            <p:cond delay="0"/>
                                          </p:stCondLst>
                                        </p:cTn>
                                        <p:tgtEl>
                                          <p:spTgt spid="134150"/>
                                        </p:tgtEl>
                                        <p:attrNameLst>
                                          <p:attrName>style.visibility</p:attrName>
                                        </p:attrNameLst>
                                      </p:cBhvr>
                                      <p:to>
                                        <p:strVal val="visible"/>
                                      </p:to>
                                    </p:set>
                                    <p:animEffect transition="in" filter="blinds(vertical)">
                                      <p:cBhvr>
                                        <p:cTn id="12" dur="1000"/>
                                        <p:tgtEl>
                                          <p:spTgt spid="134150"/>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5" fill="hold" grpId="2" nodeType="clickEffect">
                                  <p:stCondLst>
                                    <p:cond delay="0"/>
                                  </p:stCondLst>
                                  <p:childTnLst>
                                    <p:set>
                                      <p:cBhvr>
                                        <p:cTn id="16" dur="1" fill="hold">
                                          <p:stCondLst>
                                            <p:cond delay="0"/>
                                          </p:stCondLst>
                                        </p:cTn>
                                        <p:tgtEl>
                                          <p:spTgt spid="134151"/>
                                        </p:tgtEl>
                                        <p:attrNameLst>
                                          <p:attrName>style.visibility</p:attrName>
                                        </p:attrNameLst>
                                      </p:cBhvr>
                                      <p:to>
                                        <p:strVal val="visible"/>
                                      </p:to>
                                    </p:set>
                                    <p:animEffect transition="in" filter="blinds(vertical)">
                                      <p:cBhvr>
                                        <p:cTn id="17" dur="500"/>
                                        <p:tgtEl>
                                          <p:spTgt spid="134151"/>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5" fill="hold" grpId="3"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vertic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9" grpId="0"/>
      <p:bldP spid="134150" grpId="1"/>
      <p:bldP spid="134151" grpId="2"/>
      <p:bldP spid="9" grpId="3"/>
    </p:bldLst>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135170" name="Rectangle 2"/>
          <p:cNvSpPr>
            <a:spLocks noChangeArrowheads="1"/>
          </p:cNvSpPr>
          <p:nvPr>
            <p:custDataLst>
              <p:tags r:id="rId3"/>
            </p:custDataLst>
          </p:nvPr>
        </p:nvSpPr>
        <p:spPr bwMode="auto">
          <a:xfrm>
            <a:off x="790863" y="1113155"/>
            <a:ext cx="2054225" cy="388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455" tIns="40727" rIns="81455" bIns="40727">
            <a:spAutoFit/>
          </a:bodyPr>
          <a:lstStyle/>
          <a:p>
            <a:r>
              <a:rPr lang="en-US" altLang="zh-CN" sz="2000" b="1">
                <a:latin typeface="宋体" panose="02010600030101010101" pitchFamily="2" charset="-122"/>
                <a:ea typeface="宋体" panose="02010600030101010101" pitchFamily="2" charset="-122"/>
                <a:cs typeface="宋体" panose="02010600030101010101" pitchFamily="2" charset="-122"/>
              </a:rPr>
              <a:t>2.</a:t>
            </a:r>
            <a:r>
              <a:rPr lang="zh-CN" altLang="en-US" sz="2000" b="1">
                <a:latin typeface="宋体" panose="02010600030101010101" pitchFamily="2" charset="-122"/>
                <a:ea typeface="宋体" panose="02010600030101010101" pitchFamily="2" charset="-122"/>
                <a:cs typeface="宋体" panose="02010600030101010101" pitchFamily="2" charset="-122"/>
              </a:rPr>
              <a:t>力的作用效果</a:t>
            </a:r>
          </a:p>
        </p:txBody>
      </p:sp>
      <p:sp>
        <p:nvSpPr>
          <p:cNvPr id="135171" name="Text Box 3"/>
          <p:cNvSpPr txBox="1">
            <a:spLocks noChangeArrowheads="1"/>
          </p:cNvSpPr>
          <p:nvPr>
            <p:custDataLst>
              <p:tags r:id="rId4"/>
            </p:custDataLst>
          </p:nvPr>
        </p:nvSpPr>
        <p:spPr bwMode="auto">
          <a:xfrm>
            <a:off x="653068" y="2469515"/>
            <a:ext cx="4632112" cy="358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455" tIns="40727" rIns="81455" bIns="40727">
            <a:spAutoFit/>
          </a:bodyPr>
          <a:lstStyle/>
          <a:p>
            <a:pPr>
              <a:lnSpc>
                <a:spcPct val="90000"/>
              </a:lnSpc>
              <a:spcBef>
                <a:spcPct val="20000"/>
              </a:spcBef>
              <a:buClr>
                <a:schemeClr val="bg2"/>
              </a:buClr>
              <a:buSzPct val="70000"/>
              <a:buFont typeface="Wingdings" panose="05000000000000000000" pitchFamily="2" charset="2"/>
              <a:buNone/>
            </a:pPr>
            <a:r>
              <a:rPr lang="zh-CN" altLang="en-US" sz="2000" b="1">
                <a:solidFill>
                  <a:schemeClr val="bg2">
                    <a:lumMod val="50000"/>
                  </a:schemeClr>
                </a:solidFill>
                <a:latin typeface="宋体" panose="02010600030101010101" pitchFamily="2" charset="-122"/>
                <a:ea typeface="宋体" panose="02010600030101010101" pitchFamily="2" charset="-122"/>
                <a:sym typeface="+mn-ea"/>
              </a:rPr>
              <a:t>（</a:t>
            </a:r>
            <a:r>
              <a:rPr lang="en-US" altLang="zh-CN" sz="2000" b="1">
                <a:solidFill>
                  <a:schemeClr val="bg2">
                    <a:lumMod val="50000"/>
                  </a:schemeClr>
                </a:solidFill>
                <a:latin typeface="宋体" panose="02010600030101010101" pitchFamily="2" charset="-122"/>
                <a:ea typeface="宋体" panose="02010600030101010101" pitchFamily="2" charset="-122"/>
                <a:sym typeface="+mn-ea"/>
              </a:rPr>
              <a:t>2</a:t>
            </a:r>
            <a:r>
              <a:rPr lang="zh-CN" altLang="en-US" sz="2000" b="1">
                <a:solidFill>
                  <a:schemeClr val="bg2">
                    <a:lumMod val="50000"/>
                  </a:schemeClr>
                </a:solidFill>
                <a:latin typeface="宋体" panose="02010600030101010101" pitchFamily="2" charset="-122"/>
                <a:ea typeface="宋体" panose="02010600030101010101" pitchFamily="2" charset="-122"/>
                <a:sym typeface="+mn-ea"/>
              </a:rPr>
              <a:t>）</a:t>
            </a:r>
            <a:r>
              <a:rPr lang="zh-CN" altLang="en-US" sz="2000" b="1" smtClean="0">
                <a:solidFill>
                  <a:srgbClr val="00B0F0"/>
                </a:solidFill>
                <a:latin typeface="宋体" panose="02010600030101010101" pitchFamily="2" charset="-122"/>
                <a:ea typeface="宋体" panose="02010600030101010101" pitchFamily="2" charset="-122"/>
                <a:cs typeface="宋体" panose="02010600030101010101" pitchFamily="2" charset="-122"/>
              </a:rPr>
              <a:t>改</a:t>
            </a:r>
            <a:r>
              <a:rPr lang="zh-CN" altLang="en-US" sz="2000" b="1">
                <a:solidFill>
                  <a:srgbClr val="00B0F0"/>
                </a:solidFill>
                <a:latin typeface="宋体" panose="02010600030101010101" pitchFamily="2" charset="-122"/>
                <a:ea typeface="宋体" panose="02010600030101010101" pitchFamily="2" charset="-122"/>
                <a:cs typeface="宋体" panose="02010600030101010101" pitchFamily="2" charset="-122"/>
              </a:rPr>
              <a:t>变</a:t>
            </a:r>
            <a:r>
              <a:rPr lang="zh-CN" altLang="en-US" sz="2000" b="1">
                <a:solidFill>
                  <a:schemeClr val="bg2">
                    <a:lumMod val="50000"/>
                  </a:schemeClr>
                </a:solidFill>
                <a:latin typeface="宋体" panose="02010600030101010101" pitchFamily="2" charset="-122"/>
                <a:ea typeface="宋体" panose="02010600030101010101" pitchFamily="2" charset="-122"/>
                <a:cs typeface="宋体" panose="02010600030101010101" pitchFamily="2" charset="-122"/>
              </a:rPr>
              <a:t>物体的</a:t>
            </a:r>
            <a:r>
              <a:rPr lang="zh-CN" altLang="en-US" sz="2000" b="1">
                <a:solidFill>
                  <a:srgbClr val="00B0F0"/>
                </a:solidFill>
                <a:latin typeface="宋体" panose="02010600030101010101" pitchFamily="2" charset="-122"/>
                <a:ea typeface="宋体" panose="02010600030101010101" pitchFamily="2" charset="-122"/>
                <a:cs typeface="宋体" panose="02010600030101010101" pitchFamily="2" charset="-122"/>
              </a:rPr>
              <a:t>运动状</a:t>
            </a:r>
            <a:r>
              <a:rPr lang="zh-CN" altLang="en-US" sz="2000" b="1" smtClean="0">
                <a:solidFill>
                  <a:srgbClr val="00B0F0"/>
                </a:solidFill>
                <a:latin typeface="宋体" panose="02010600030101010101" pitchFamily="2" charset="-122"/>
                <a:ea typeface="宋体" panose="02010600030101010101" pitchFamily="2" charset="-122"/>
                <a:cs typeface="宋体" panose="02010600030101010101" pitchFamily="2" charset="-122"/>
              </a:rPr>
              <a:t>态</a:t>
            </a:r>
            <a:r>
              <a:rPr lang="en-US" altLang="zh-CN" sz="2000" b="1" smtClean="0">
                <a:solidFill>
                  <a:schemeClr val="bg2">
                    <a:lumMod val="50000"/>
                  </a:schemeClr>
                </a:solidFill>
                <a:latin typeface="宋体" panose="02010600030101010101" pitchFamily="2" charset="-122"/>
                <a:ea typeface="宋体" panose="02010600030101010101" pitchFamily="2" charset="-122"/>
                <a:cs typeface="宋体" panose="02010600030101010101" pitchFamily="2" charset="-122"/>
              </a:rPr>
              <a:t>(</a:t>
            </a:r>
            <a:r>
              <a:rPr lang="zh-CN" altLang="en-US" sz="2000" b="1" smtClean="0">
                <a:solidFill>
                  <a:schemeClr val="bg2">
                    <a:lumMod val="50000"/>
                  </a:schemeClr>
                </a:solidFill>
                <a:latin typeface="宋体" panose="02010600030101010101" pitchFamily="2" charset="-122"/>
                <a:ea typeface="宋体" panose="02010600030101010101" pitchFamily="2" charset="-122"/>
                <a:cs typeface="宋体" panose="02010600030101010101" pitchFamily="2" charset="-122"/>
              </a:rPr>
              <a:t>动力效果</a:t>
            </a:r>
            <a:r>
              <a:rPr lang="en-US" altLang="zh-CN" sz="2000" b="1" smtClean="0">
                <a:solidFill>
                  <a:schemeClr val="bg2">
                    <a:lumMod val="50000"/>
                  </a:schemeClr>
                </a:solidFill>
                <a:latin typeface="宋体" panose="02010600030101010101" pitchFamily="2" charset="-122"/>
                <a:ea typeface="宋体" panose="02010600030101010101" pitchFamily="2" charset="-122"/>
                <a:cs typeface="宋体" panose="02010600030101010101" pitchFamily="2" charset="-122"/>
              </a:rPr>
              <a:t>)</a:t>
            </a:r>
          </a:p>
        </p:txBody>
      </p:sp>
      <p:sp>
        <p:nvSpPr>
          <p:cNvPr id="135172" name="Text Box 4"/>
          <p:cNvSpPr txBox="1">
            <a:spLocks noChangeArrowheads="1"/>
          </p:cNvSpPr>
          <p:nvPr>
            <p:custDataLst>
              <p:tags r:id="rId5"/>
            </p:custDataLst>
          </p:nvPr>
        </p:nvSpPr>
        <p:spPr bwMode="auto">
          <a:xfrm>
            <a:off x="653068" y="1806575"/>
            <a:ext cx="4155578" cy="358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455" tIns="40727" rIns="81455" bIns="40727">
            <a:spAutoFit/>
          </a:bodyPr>
          <a:lstStyle/>
          <a:p>
            <a:pPr>
              <a:lnSpc>
                <a:spcPct val="90000"/>
              </a:lnSpc>
              <a:spcBef>
                <a:spcPct val="20000"/>
              </a:spcBef>
              <a:buClr>
                <a:schemeClr val="bg2"/>
              </a:buClr>
              <a:buSzPct val="70000"/>
              <a:buFont typeface="Wingdings" panose="05000000000000000000" pitchFamily="2" charset="2"/>
              <a:buNone/>
            </a:pPr>
            <a:r>
              <a:rPr lang="zh-CN" altLang="en-US" sz="2000" b="1">
                <a:solidFill>
                  <a:schemeClr val="bg2">
                    <a:lumMod val="50000"/>
                  </a:schemeClr>
                </a:solidFill>
                <a:latin typeface="宋体" panose="02010600030101010101" pitchFamily="2" charset="-122"/>
                <a:ea typeface="宋体" panose="02010600030101010101" pitchFamily="2" charset="-122"/>
                <a:sym typeface="+mn-ea"/>
              </a:rPr>
              <a:t>（</a:t>
            </a:r>
            <a:r>
              <a:rPr lang="en-US" altLang="zh-CN" sz="2000" b="1">
                <a:solidFill>
                  <a:schemeClr val="bg2">
                    <a:lumMod val="50000"/>
                  </a:schemeClr>
                </a:solidFill>
                <a:latin typeface="宋体" panose="02010600030101010101" pitchFamily="2" charset="-122"/>
                <a:ea typeface="宋体" panose="02010600030101010101" pitchFamily="2" charset="-122"/>
                <a:sym typeface="+mn-ea"/>
              </a:rPr>
              <a:t>1</a:t>
            </a:r>
            <a:r>
              <a:rPr lang="zh-CN" altLang="en-US" sz="2000" b="1">
                <a:solidFill>
                  <a:schemeClr val="bg2">
                    <a:lumMod val="50000"/>
                  </a:schemeClr>
                </a:solidFill>
                <a:latin typeface="宋体" panose="02010600030101010101" pitchFamily="2" charset="-122"/>
                <a:ea typeface="宋体" panose="02010600030101010101" pitchFamily="2" charset="-122"/>
                <a:sym typeface="+mn-ea"/>
              </a:rPr>
              <a:t>）</a:t>
            </a:r>
            <a:r>
              <a:rPr lang="zh-CN" altLang="en-US" sz="2000" b="1" smtClean="0">
                <a:solidFill>
                  <a:schemeClr val="bg2">
                    <a:lumMod val="50000"/>
                  </a:schemeClr>
                </a:solidFill>
                <a:latin typeface="宋体" panose="02010600030101010101" pitchFamily="2" charset="-122"/>
                <a:ea typeface="宋体" panose="02010600030101010101" pitchFamily="2" charset="-122"/>
              </a:rPr>
              <a:t>使</a:t>
            </a:r>
            <a:r>
              <a:rPr lang="zh-CN" altLang="en-US" sz="2000" b="1">
                <a:solidFill>
                  <a:schemeClr val="bg2">
                    <a:lumMod val="50000"/>
                  </a:schemeClr>
                </a:solidFill>
                <a:latin typeface="宋体" panose="02010600030101010101" pitchFamily="2" charset="-122"/>
                <a:ea typeface="宋体" panose="02010600030101010101" pitchFamily="2" charset="-122"/>
              </a:rPr>
              <a:t>物体</a:t>
            </a:r>
            <a:r>
              <a:rPr lang="zh-CN" altLang="en-US" sz="2000" b="1">
                <a:solidFill>
                  <a:srgbClr val="00B0F0"/>
                </a:solidFill>
                <a:latin typeface="宋体" panose="02010600030101010101" pitchFamily="2" charset="-122"/>
                <a:ea typeface="宋体" panose="02010600030101010101" pitchFamily="2" charset="-122"/>
              </a:rPr>
              <a:t>发生形</a:t>
            </a:r>
            <a:r>
              <a:rPr lang="zh-CN" altLang="en-US" sz="2000" b="1" smtClean="0">
                <a:solidFill>
                  <a:srgbClr val="00B0F0"/>
                </a:solidFill>
                <a:latin typeface="宋体" panose="02010600030101010101" pitchFamily="2" charset="-122"/>
                <a:ea typeface="宋体" panose="02010600030101010101" pitchFamily="2" charset="-122"/>
              </a:rPr>
              <a:t>变</a:t>
            </a:r>
            <a:r>
              <a:rPr lang="zh-CN" altLang="en-US" sz="2000" b="1" smtClean="0">
                <a:solidFill>
                  <a:schemeClr val="bg2">
                    <a:lumMod val="50000"/>
                  </a:schemeClr>
                </a:solidFill>
                <a:latin typeface="宋体" panose="02010600030101010101" pitchFamily="2" charset="-122"/>
                <a:ea typeface="宋体" panose="02010600030101010101" pitchFamily="2" charset="-122"/>
              </a:rPr>
              <a:t>（静力效果）</a:t>
            </a:r>
          </a:p>
        </p:txBody>
      </p:sp>
      <p:sp>
        <p:nvSpPr>
          <p:cNvPr id="6" name="圆角矩形 5">
            <a:hlinkClick/>
          </p:cNvPr>
          <p:cNvSpPr/>
          <p:nvPr>
            <p:custDataLst>
              <p:tags r:id="rId6"/>
            </p:custDataLst>
          </p:nvPr>
        </p:nvSpPr>
        <p:spPr>
          <a:xfrm>
            <a:off x="0" y="0"/>
            <a:ext cx="215074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29" name="TextBox 14">
            <a:hlinkClick/>
          </p:cNvPr>
          <p:cNvSpPr txBox="1">
            <a:spLocks noChangeArrowheads="1"/>
          </p:cNvSpPr>
          <p:nvPr>
            <p:custDataLst>
              <p:tags r:id="rId7"/>
            </p:custDataLst>
          </p:nvPr>
        </p:nvSpPr>
        <p:spPr bwMode="auto">
          <a:xfrm>
            <a:off x="38735" y="100330"/>
            <a:ext cx="207327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一、温故知新</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8"/>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pic>
        <p:nvPicPr>
          <p:cNvPr id="5" name="图片 143394" descr="守门员扑救地址:http://www.aitupian.com/n/38648/1.jpg"/>
          <p:cNvPicPr>
            <a:picLocks noChangeAspect="1" noChangeArrowheads="1"/>
          </p:cNvPicPr>
          <p:nvPr>
            <p:custDataLst>
              <p:tags r:id="rId10"/>
            </p:custDataLst>
          </p:nvPr>
        </p:nvPicPr>
        <p:blipFill>
          <a:blip r:embed="rId9"/>
          <a:srcRect b="6844"/>
          <a:stretch>
            <a:fillRect/>
          </a:stretch>
        </p:blipFill>
        <p:spPr bwMode="auto">
          <a:xfrm>
            <a:off x="5139690" y="2267585"/>
            <a:ext cx="3387725" cy="2437765"/>
          </a:xfrm>
          <a:prstGeom prst="rect">
            <a:avLst/>
          </a:prstGeom>
          <a:noFill/>
          <a:ln w="9525" algn="ctr">
            <a:noFill/>
            <a:miter lim="800000"/>
          </a:ln>
        </p:spPr>
      </p:pic>
      <p:pic>
        <p:nvPicPr>
          <p:cNvPr id="21509" name="Picture 7" descr="弹簧的形变"/>
          <p:cNvPicPr>
            <a:picLocks noChangeAspect="1" noChangeArrowheads="1"/>
          </p:cNvPicPr>
          <p:nvPr>
            <p:custDataLst>
              <p:tags r:id="rId12"/>
            </p:custDataLst>
          </p:nvPr>
        </p:nvPicPr>
        <p:blipFill>
          <a:blip r:embed="rId11">
            <a:extLst>
              <a:ext uri="{28A0092B-C50C-407E-A947-70E740481C1C}">
                <a14:useLocalDpi xmlns:a14="http://schemas.microsoft.com/office/drawing/2010/main" val="0"/>
              </a:ext>
            </a:extLst>
          </a:blip>
          <a:stretch>
            <a:fillRect/>
          </a:stretch>
        </p:blipFill>
        <p:spPr bwMode="auto">
          <a:xfrm>
            <a:off x="1278255" y="2915920"/>
            <a:ext cx="3274695" cy="1790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云形标注 1"/>
          <p:cNvSpPr/>
          <p:nvPr>
            <p:custDataLst>
              <p:tags r:id="rId13"/>
            </p:custDataLst>
          </p:nvPr>
        </p:nvSpPr>
        <p:spPr>
          <a:xfrm>
            <a:off x="4887595" y="744876"/>
            <a:ext cx="3477260" cy="1395053"/>
          </a:xfrm>
          <a:prstGeom prst="cloudCallout">
            <a:avLst>
              <a:gd name="adj1" fmla="val -80113"/>
              <a:gd name="adj2" fmla="val -8372"/>
            </a:avLst>
          </a:prstGeom>
          <a:solidFill>
            <a:srgbClr val="FFFFFF"/>
          </a:solidFill>
          <a:ln w="12700" cap="flat">
            <a:solidFill>
              <a:srgbClr val="BBE0E3"/>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ctr" defTabSz="914400" rtl="0" fontAlgn="auto" latinLnBrk="1" hangingPunct="0">
              <a:lnSpc>
                <a:spcPct val="150000"/>
              </a:lnSpc>
              <a:spcBef>
                <a:spcPct val="0"/>
              </a:spcBef>
              <a:spcAft>
                <a:spcPct val="0"/>
              </a:spcAft>
              <a:buClrTx/>
              <a:buSzTx/>
              <a:buFontTx/>
              <a:buNone/>
            </a:pPr>
            <a:r>
              <a:rPr lang="zh-CN" altLang="en-US" sz="1800" b="1" noProof="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sym typeface="+mn-ea"/>
              </a:rPr>
              <a:t>力的作用效果与哪些因素有关？</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5170"/>
                                        </p:tgtEl>
                                        <p:attrNameLst>
                                          <p:attrName>style.visibility</p:attrName>
                                        </p:attrNameLst>
                                      </p:cBhvr>
                                      <p:to>
                                        <p:strVal val="visible"/>
                                      </p:to>
                                    </p:set>
                                    <p:anim calcmode="lin" valueType="num">
                                      <p:cBhvr additive="base">
                                        <p:cTn id="7" dur="500" fill="hold"/>
                                        <p:tgtEl>
                                          <p:spTgt spid="135170"/>
                                        </p:tgtEl>
                                        <p:attrNameLst>
                                          <p:attrName>ppt_x</p:attrName>
                                        </p:attrNameLst>
                                      </p:cBhvr>
                                      <p:tavLst>
                                        <p:tav tm="0">
                                          <p:val>
                                            <p:strVal val="0-#ppt_w/2"/>
                                          </p:val>
                                        </p:tav>
                                        <p:tav tm="100000">
                                          <p:val>
                                            <p:strVal val="#ppt_x"/>
                                          </p:val>
                                        </p:tav>
                                      </p:tavLst>
                                    </p:anim>
                                    <p:anim calcmode="lin" valueType="num">
                                      <p:cBhvr additive="base">
                                        <p:cTn id="8" dur="500" fill="hold"/>
                                        <p:tgtEl>
                                          <p:spTgt spid="13517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cond evt="onBegin" delay="0">
                          <p:tn val="8"/>
                        </p:cond>
                      </p:stCondLst>
                      <p:childTnLst>
                        <p:par>
                          <p:cTn id="10" fill="hold" nodeType="after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5172"/>
                                        </p:tgtEl>
                                        <p:attrNameLst>
                                          <p:attrName>style.visibility</p:attrName>
                                        </p:attrNameLst>
                                      </p:cBhvr>
                                      <p:to>
                                        <p:strVal val="visible"/>
                                      </p:to>
                                    </p:set>
                                    <p:anim calcmode="lin" valueType="num">
                                      <p:cBhvr additive="base">
                                        <p:cTn id="13" dur="500" fill="hold"/>
                                        <p:tgtEl>
                                          <p:spTgt spid="135172"/>
                                        </p:tgtEl>
                                        <p:attrNameLst>
                                          <p:attrName>ppt_x</p:attrName>
                                        </p:attrNameLst>
                                      </p:cBhvr>
                                      <p:tavLst>
                                        <p:tav tm="0">
                                          <p:val>
                                            <p:strVal val="#ppt_x"/>
                                          </p:val>
                                        </p:tav>
                                        <p:tav tm="100000">
                                          <p:val>
                                            <p:strVal val="#ppt_x"/>
                                          </p:val>
                                        </p:tav>
                                      </p:tavLst>
                                    </p:anim>
                                    <p:anim calcmode="lin" valueType="num">
                                      <p:cBhvr additive="base">
                                        <p:cTn id="14" dur="500" fill="hold"/>
                                        <p:tgtEl>
                                          <p:spTgt spid="13517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cond evt="onBegin" delay="0">
                          <p:tn val="14"/>
                        </p:cond>
                      </p:stCondLst>
                      <p:childTnLst>
                        <p:par>
                          <p:cTn id="16" fill="hold" nodeType="after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1509"/>
                                        </p:tgtEl>
                                        <p:attrNameLst>
                                          <p:attrName>style.visibility</p:attrName>
                                        </p:attrNameLst>
                                      </p:cBhvr>
                                      <p:to>
                                        <p:strVal val="visible"/>
                                      </p:to>
                                    </p:set>
                                    <p:anim calcmode="lin" valueType="num">
                                      <p:cBhvr additive="base">
                                        <p:cTn id="19" dur="500" fill="hold"/>
                                        <p:tgtEl>
                                          <p:spTgt spid="21509"/>
                                        </p:tgtEl>
                                        <p:attrNameLst>
                                          <p:attrName>ppt_x</p:attrName>
                                        </p:attrNameLst>
                                      </p:cBhvr>
                                      <p:tavLst>
                                        <p:tav tm="0">
                                          <p:val>
                                            <p:strVal val="#ppt_x"/>
                                          </p:val>
                                        </p:tav>
                                        <p:tav tm="100000">
                                          <p:val>
                                            <p:strVal val="#ppt_x"/>
                                          </p:val>
                                        </p:tav>
                                      </p:tavLst>
                                    </p:anim>
                                    <p:anim calcmode="lin" valueType="num">
                                      <p:cBhvr additive="base">
                                        <p:cTn id="20" dur="500" fill="hold"/>
                                        <p:tgtEl>
                                          <p:spTgt spid="2150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cond evt="onBegin" delay="0">
                          <p:tn val="20"/>
                        </p:cond>
                      </p:stCondLst>
                      <p:childTnLst>
                        <p:par>
                          <p:cTn id="22" fill="hold" nodeType="after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5171"/>
                                        </p:tgtEl>
                                        <p:attrNameLst>
                                          <p:attrName>style.visibility</p:attrName>
                                        </p:attrNameLst>
                                      </p:cBhvr>
                                      <p:to>
                                        <p:strVal val="visible"/>
                                      </p:to>
                                    </p:set>
                                    <p:anim calcmode="lin" valueType="num">
                                      <p:cBhvr additive="base">
                                        <p:cTn id="25" dur="500" fill="hold"/>
                                        <p:tgtEl>
                                          <p:spTgt spid="135171"/>
                                        </p:tgtEl>
                                        <p:attrNameLst>
                                          <p:attrName>ppt_x</p:attrName>
                                        </p:attrNameLst>
                                      </p:cBhvr>
                                      <p:tavLst>
                                        <p:tav tm="0">
                                          <p:val>
                                            <p:strVal val="#ppt_x"/>
                                          </p:val>
                                        </p:tav>
                                        <p:tav tm="100000">
                                          <p:val>
                                            <p:strVal val="#ppt_x"/>
                                          </p:val>
                                        </p:tav>
                                      </p:tavLst>
                                    </p:anim>
                                    <p:anim calcmode="lin" valueType="num">
                                      <p:cBhvr additive="base">
                                        <p:cTn id="26" dur="500" fill="hold"/>
                                        <p:tgtEl>
                                          <p:spTgt spid="135171"/>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cond evt="onBegin" delay="0">
                          <p:tn val="26"/>
                        </p:cond>
                      </p:stCondLst>
                      <p:childTnLst>
                        <p:par>
                          <p:cTn id="28" fill="hold" nodeType="after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cond evt="onBegin" delay="0">
                          <p:tn val="32"/>
                        </p:cond>
                      </p:stCondLst>
                      <p:childTnLst>
                        <p:par>
                          <p:cTn id="34" fill="hold" nodeType="after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0" grpId="0"/>
      <p:bldP spid="135171" grpId="0"/>
      <p:bldP spid="135172" grpId="0"/>
      <p:bldP spid="2" grpId="0"/>
    </p:bldLst>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135173" name="Text Box 5"/>
          <p:cNvSpPr txBox="1">
            <a:spLocks noChangeArrowheads="1"/>
          </p:cNvSpPr>
          <p:nvPr>
            <p:custDataLst>
              <p:tags r:id="rId3"/>
            </p:custDataLst>
          </p:nvPr>
        </p:nvSpPr>
        <p:spPr bwMode="auto">
          <a:xfrm>
            <a:off x="3540760" y="1647825"/>
            <a:ext cx="1992630" cy="38862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455" tIns="40727" rIns="81455" bIns="40727">
            <a:spAutoFit/>
          </a:bodyPr>
          <a:lstStyle/>
          <a:p>
            <a:r>
              <a:rPr kumimoji="1" lang="en-US" altLang="zh-CN" sz="2000" b="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a:solidFill>
                  <a:srgbClr val="00B0F0"/>
                </a:solidFill>
                <a:effectLst/>
                <a:latin typeface="宋体" panose="02010600030101010101" pitchFamily="2" charset="-122"/>
                <a:ea typeface="宋体" panose="02010600030101010101" pitchFamily="2" charset="-122"/>
                <a:cs typeface="宋体" panose="02010600030101010101" pitchFamily="2" charset="-122"/>
              </a:rPr>
              <a:t>力的三要素</a:t>
            </a:r>
          </a:p>
        </p:txBody>
      </p:sp>
      <p:sp>
        <p:nvSpPr>
          <p:cNvPr id="135174" name="Rectangle 6"/>
          <p:cNvSpPr>
            <a:spLocks noChangeArrowheads="1"/>
          </p:cNvSpPr>
          <p:nvPr>
            <p:custDataLst>
              <p:tags r:id="rId4"/>
            </p:custDataLst>
          </p:nvPr>
        </p:nvSpPr>
        <p:spPr bwMode="auto">
          <a:xfrm>
            <a:off x="608965" y="1647825"/>
            <a:ext cx="3229610" cy="388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455" tIns="40727" rIns="81455" bIns="40727">
            <a:spAutoFit/>
          </a:bodyPr>
          <a:lstStyle/>
          <a:p>
            <a:r>
              <a:rPr kumimoji="1" lang="zh-CN" altLang="en-US" sz="2000" b="1">
                <a:solidFill>
                  <a:schemeClr val="tx1"/>
                </a:solidFill>
                <a:effectLst/>
                <a:latin typeface="宋体" panose="02010600030101010101" pitchFamily="2" charset="-122"/>
                <a:ea typeface="宋体" panose="02010600030101010101" pitchFamily="2" charset="-122"/>
              </a:rPr>
              <a:t>力的大小、方向和作用点</a:t>
            </a:r>
          </a:p>
        </p:txBody>
      </p:sp>
      <p:sp>
        <p:nvSpPr>
          <p:cNvPr id="135176" name="Rectangle 8"/>
          <p:cNvSpPr>
            <a:spLocks noChangeArrowheads="1"/>
          </p:cNvSpPr>
          <p:nvPr>
            <p:custDataLst>
              <p:tags r:id="rId5"/>
            </p:custDataLst>
          </p:nvPr>
        </p:nvSpPr>
        <p:spPr bwMode="auto">
          <a:xfrm>
            <a:off x="608965" y="2582545"/>
            <a:ext cx="4853305" cy="388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455" tIns="40727" rIns="81455" bIns="40727">
            <a:spAutoFit/>
          </a:bodyPr>
          <a:lstStyle/>
          <a:p>
            <a:r>
              <a:rPr lang="zh-CN" altLang="en-US" sz="2000" b="1">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lang="en-US" altLang="zh-CN" sz="2000" b="1">
                <a:solidFill>
                  <a:schemeClr val="tx1"/>
                </a:solidFill>
                <a:effectLst/>
                <a:latin typeface="宋体" panose="02010600030101010101" pitchFamily="2" charset="-122"/>
                <a:ea typeface="宋体" panose="02010600030101010101" pitchFamily="2" charset="-122"/>
                <a:cs typeface="宋体" panose="02010600030101010101" pitchFamily="2" charset="-122"/>
              </a:rPr>
              <a:t>1</a:t>
            </a:r>
            <a:r>
              <a:rPr lang="zh-CN" altLang="en-US" sz="2000" b="1">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lang="zh-CN" altLang="en-US" sz="2000" b="1">
                <a:solidFill>
                  <a:schemeClr val="tx1"/>
                </a:solidFill>
                <a:effectLst/>
                <a:latin typeface="宋体" panose="02010600030101010101" pitchFamily="2" charset="-122"/>
                <a:ea typeface="宋体" panose="02010600030101010101" pitchFamily="2" charset="-122"/>
                <a:cs typeface="宋体" panose="02010600030101010101" pitchFamily="2" charset="-122"/>
                <a:sym typeface="+mn-ea"/>
              </a:rPr>
              <a:t>力的大小可用测力计</a:t>
            </a:r>
            <a:r>
              <a:rPr lang="en-US" altLang="zh-CN" sz="2000" b="1">
                <a:solidFill>
                  <a:srgbClr val="00B0F0"/>
                </a:solidFill>
                <a:effectLst/>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b="1">
                <a:solidFill>
                  <a:srgbClr val="00B0F0"/>
                </a:solidFill>
                <a:effectLst/>
                <a:latin typeface="宋体" panose="02010600030101010101" pitchFamily="2" charset="-122"/>
                <a:ea typeface="宋体" panose="02010600030101010101" pitchFamily="2" charset="-122"/>
                <a:cs typeface="宋体" panose="02010600030101010101" pitchFamily="2" charset="-122"/>
                <a:sym typeface="+mn-ea"/>
              </a:rPr>
              <a:t>弹簧秤</a:t>
            </a:r>
            <a:r>
              <a:rPr lang="en-US" altLang="zh-CN" sz="2000" b="1">
                <a:solidFill>
                  <a:srgbClr val="00B0F0"/>
                </a:solidFill>
                <a:effectLst/>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b="1">
                <a:solidFill>
                  <a:schemeClr val="tx1"/>
                </a:solidFill>
                <a:effectLst/>
                <a:latin typeface="宋体" panose="02010600030101010101" pitchFamily="2" charset="-122"/>
                <a:ea typeface="宋体" panose="02010600030101010101" pitchFamily="2" charset="-122"/>
                <a:cs typeface="宋体" panose="02010600030101010101" pitchFamily="2" charset="-122"/>
                <a:sym typeface="+mn-ea"/>
              </a:rPr>
              <a:t>测</a:t>
            </a:r>
            <a:r>
              <a:rPr lang="zh-CN" altLang="en-US" sz="2000" b="1" smtClean="0">
                <a:solidFill>
                  <a:schemeClr val="tx1"/>
                </a:solidFill>
                <a:effectLst/>
                <a:latin typeface="宋体" panose="02010600030101010101" pitchFamily="2" charset="-122"/>
                <a:ea typeface="宋体" panose="02010600030101010101" pitchFamily="2" charset="-122"/>
                <a:cs typeface="宋体" panose="02010600030101010101" pitchFamily="2" charset="-122"/>
                <a:sym typeface="+mn-ea"/>
              </a:rPr>
              <a:t>量。</a:t>
            </a:r>
            <a:endParaRPr lang="zh-CN" altLang="en-US" sz="2000" b="1">
              <a:solidFill>
                <a:schemeClr val="tx1"/>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11" name="Rectangle 8"/>
          <p:cNvSpPr>
            <a:spLocks noChangeArrowheads="1"/>
          </p:cNvSpPr>
          <p:nvPr>
            <p:custDataLst>
              <p:tags r:id="rId6"/>
            </p:custDataLst>
          </p:nvPr>
        </p:nvSpPr>
        <p:spPr bwMode="auto">
          <a:xfrm>
            <a:off x="609026" y="3263324"/>
            <a:ext cx="8074145" cy="1004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455" tIns="40727" rIns="81455" bIns="40727">
            <a:spAutoFit/>
          </a:bodyPr>
          <a:lstStyle/>
          <a:p>
            <a:pPr>
              <a:lnSpc>
                <a:spcPct val="150000"/>
              </a:lnSpc>
            </a:pPr>
            <a:r>
              <a:rPr lang="zh-CN" altLang="en-US" sz="2000" b="1" smtClean="0">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lang="en-US" altLang="zh-CN" sz="2000" b="1" smtClean="0">
                <a:solidFill>
                  <a:schemeClr val="tx1"/>
                </a:solidFill>
                <a:effectLst/>
                <a:latin typeface="宋体" panose="02010600030101010101" pitchFamily="2" charset="-122"/>
                <a:ea typeface="宋体" panose="02010600030101010101" pitchFamily="2" charset="-122"/>
                <a:cs typeface="宋体" panose="02010600030101010101" pitchFamily="2" charset="-122"/>
              </a:rPr>
              <a:t>2</a:t>
            </a:r>
            <a:r>
              <a:rPr lang="zh-CN" altLang="en-US" sz="2000" b="1" smtClean="0">
                <a:solidFill>
                  <a:schemeClr val="tx1"/>
                </a:solidFill>
                <a:effectLst/>
                <a:latin typeface="宋体" panose="02010600030101010101" pitchFamily="2" charset="-122"/>
                <a:ea typeface="宋体" panose="02010600030101010101" pitchFamily="2" charset="-122"/>
                <a:cs typeface="宋体" panose="02010600030101010101" pitchFamily="2" charset="-122"/>
              </a:rPr>
              <a:t>）三要素相同的力，作用效果相同；大小、方向相同，仅作用点不同，力的作用效果也可能相同（例如推力和拉力）。</a:t>
            </a:r>
          </a:p>
        </p:txBody>
      </p:sp>
      <p:sp>
        <p:nvSpPr>
          <p:cNvPr id="135170" name="Rectangle 2"/>
          <p:cNvSpPr>
            <a:spLocks noChangeArrowheads="1"/>
          </p:cNvSpPr>
          <p:nvPr>
            <p:custDataLst>
              <p:tags r:id="rId7"/>
            </p:custDataLst>
          </p:nvPr>
        </p:nvSpPr>
        <p:spPr bwMode="auto">
          <a:xfrm>
            <a:off x="608965" y="961390"/>
            <a:ext cx="3068955" cy="388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455" tIns="40727" rIns="81455" bIns="40727">
            <a:spAutoFit/>
          </a:bodyPr>
          <a:lstStyle/>
          <a:p>
            <a:r>
              <a:rPr lang="en-US" altLang="zh-CN" sz="2000" b="1">
                <a:latin typeface="宋体" panose="02010600030101010101" pitchFamily="2" charset="-122"/>
                <a:ea typeface="宋体" panose="02010600030101010101" pitchFamily="2" charset="-122"/>
                <a:cs typeface="宋体" panose="02010600030101010101" pitchFamily="2" charset="-122"/>
              </a:rPr>
              <a:t>3.</a:t>
            </a:r>
            <a:r>
              <a:rPr lang="zh-CN" altLang="en-US" sz="2000" b="1">
                <a:latin typeface="宋体" panose="02010600030101010101" pitchFamily="2" charset="-122"/>
                <a:ea typeface="宋体" panose="02010600030101010101" pitchFamily="2" charset="-122"/>
                <a:cs typeface="宋体" panose="02010600030101010101" pitchFamily="2" charset="-122"/>
              </a:rPr>
              <a:t>影响力作用效果的因素</a:t>
            </a:r>
          </a:p>
        </p:txBody>
      </p:sp>
      <p:pic>
        <p:nvPicPr>
          <p:cNvPr id="2" name="图片 1" descr="63fb09e8ea2188aad57bcd4bad644f48"/>
          <p:cNvPicPr>
            <a:picLocks noChangeAspect="1"/>
          </p:cNvPicPr>
          <p:nvPr>
            <p:custDataLst>
              <p:tags r:id="rId9"/>
            </p:custDataLst>
          </p:nvPr>
        </p:nvPicPr>
        <p:blipFill>
          <a:blip r:embed="rId8"/>
          <a:srcRect l="27124" r="23764"/>
          <a:stretch>
            <a:fillRect/>
          </a:stretch>
        </p:blipFill>
        <p:spPr>
          <a:xfrm>
            <a:off x="5701665" y="1099185"/>
            <a:ext cx="1443990" cy="2164080"/>
          </a:xfrm>
          <a:prstGeom prst="rect">
            <a:avLst/>
          </a:prstGeom>
        </p:spPr>
      </p:pic>
      <p:sp>
        <p:nvSpPr>
          <p:cNvPr id="6" name="圆角矩形 5">
            <a:hlinkClick/>
          </p:cNvPr>
          <p:cNvSpPr/>
          <p:nvPr>
            <p:custDataLst>
              <p:tags r:id="rId10"/>
            </p:custDataLst>
          </p:nvPr>
        </p:nvSpPr>
        <p:spPr>
          <a:xfrm>
            <a:off x="0" y="0"/>
            <a:ext cx="215074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29" name="TextBox 14">
            <a:hlinkClick/>
          </p:cNvPr>
          <p:cNvSpPr txBox="1">
            <a:spLocks noChangeArrowheads="1"/>
          </p:cNvSpPr>
          <p:nvPr>
            <p:custDataLst>
              <p:tags r:id="rId11"/>
            </p:custDataLst>
          </p:nvPr>
        </p:nvSpPr>
        <p:spPr bwMode="auto">
          <a:xfrm>
            <a:off x="38735" y="100330"/>
            <a:ext cx="207327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一、温故知新</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12"/>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3" name="线形标注 1 2"/>
          <p:cNvSpPr/>
          <p:nvPr>
            <p:custDataLst>
              <p:tags r:id="rId13"/>
            </p:custDataLst>
          </p:nvPr>
        </p:nvSpPr>
        <p:spPr>
          <a:xfrm>
            <a:off x="7622540" y="1042035"/>
            <a:ext cx="1011555" cy="2082799"/>
          </a:xfrm>
          <a:prstGeom prst="borderCallout1">
            <a:avLst>
              <a:gd name="adj1" fmla="val 18750"/>
              <a:gd name="adj2" fmla="val -8333"/>
              <a:gd name="adj3" fmla="val 109451"/>
              <a:gd name="adj4" fmla="val -21280"/>
            </a:avLst>
          </a:prstGeom>
          <a:solidFill>
            <a:schemeClr val="accent1"/>
          </a:solidFill>
          <a:ln w="12700" cap="flat">
            <a:solidFill>
              <a:srgbClr val="BBE0E3"/>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ctr" defTabSz="914400" rtl="0" fontAlgn="auto" latinLnBrk="1" hangingPunct="0">
              <a:lnSpc>
                <a:spcPct val="120000"/>
              </a:lnSpc>
              <a:spcBef>
                <a:spcPct val="0"/>
              </a:spcBef>
              <a:spcAft>
                <a:spcPct val="0"/>
              </a:spcAft>
              <a:buClrTx/>
              <a:buSzTx/>
              <a:buFontTx/>
              <a:buNone/>
            </a:pPr>
            <a:r>
              <a:rPr kumimoji="0" lang="zh-CN" altLang="en-US" sz="1800" b="1" i="0" u="none" strike="noStrike" cap="none" spc="0" normalizeH="0" baseline="0">
                <a:ln>
                  <a:noFill/>
                </a:ln>
                <a:solidFill>
                  <a:srgbClr val="000000"/>
                </a:solidFill>
                <a:effectLst/>
                <a:uFillTx/>
                <a:latin typeface="楷体" panose="02010609060101010101" charset="-122"/>
                <a:ea typeface="楷体" panose="02010609060101010101" charset="-122"/>
                <a:cs typeface="微软雅黑" panose="020b0503020204020204" charset="-122"/>
                <a:sym typeface="微软雅黑" panose="020b0503020204020204" charset="-122"/>
              </a:rPr>
              <a:t>我们学过的力有哪些？他们的性质和效果一样吗？</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5170"/>
                                        </p:tgtEl>
                                        <p:attrNameLst>
                                          <p:attrName>style.visibility</p:attrName>
                                        </p:attrNameLst>
                                      </p:cBhvr>
                                      <p:to>
                                        <p:strVal val="visible"/>
                                      </p:to>
                                    </p:set>
                                    <p:anim calcmode="lin" valueType="num">
                                      <p:cBhvr additive="base">
                                        <p:cTn id="7" dur="500" fill="hold"/>
                                        <p:tgtEl>
                                          <p:spTgt spid="135170"/>
                                        </p:tgtEl>
                                        <p:attrNameLst>
                                          <p:attrName>ppt_x</p:attrName>
                                        </p:attrNameLst>
                                      </p:cBhvr>
                                      <p:tavLst>
                                        <p:tav tm="0">
                                          <p:val>
                                            <p:strVal val="0-#ppt_w/2"/>
                                          </p:val>
                                        </p:tav>
                                        <p:tav tm="100000">
                                          <p:val>
                                            <p:strVal val="#ppt_x"/>
                                          </p:val>
                                        </p:tav>
                                      </p:tavLst>
                                    </p:anim>
                                    <p:anim calcmode="lin" valueType="num">
                                      <p:cBhvr additive="base">
                                        <p:cTn id="8" dur="500" fill="hold"/>
                                        <p:tgtEl>
                                          <p:spTgt spid="13517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cond evt="onBegin" delay="0">
                          <p:tn val="8"/>
                        </p:cond>
                      </p:stCondLst>
                      <p:childTnLst>
                        <p:par>
                          <p:cTn id="10" fill="hold" nodeType="afterGroup">
                            <p:stCondLst>
                              <p:cond delay="0"/>
                            </p:stCondLst>
                            <p:childTnLst>
                              <p:par>
                                <p:cTn id="11" presetID="45" presetClass="entr" presetSubtype="0" fill="hold" grpId="0" nodeType="clickEffect">
                                  <p:stCondLst>
                                    <p:cond delay="0"/>
                                  </p:stCondLst>
                                  <p:iterate type="lt">
                                    <p:tmPct val="10000"/>
                                  </p:iterate>
                                  <p:childTnLst>
                                    <p:set>
                                      <p:cBhvr>
                                        <p:cTn id="12" dur="1" fill="hold">
                                          <p:stCondLst>
                                            <p:cond delay="0"/>
                                          </p:stCondLst>
                                        </p:cTn>
                                        <p:tgtEl>
                                          <p:spTgt spid="135174"/>
                                        </p:tgtEl>
                                        <p:attrNameLst>
                                          <p:attrName>style.visibility</p:attrName>
                                        </p:attrNameLst>
                                      </p:cBhvr>
                                      <p:to>
                                        <p:strVal val="visible"/>
                                      </p:to>
                                    </p:set>
                                    <p:animEffect transition="in" filter="fade">
                                      <p:cBhvr>
                                        <p:cTn id="13" dur="2000"/>
                                        <p:tgtEl>
                                          <p:spTgt spid="135174"/>
                                        </p:tgtEl>
                                      </p:cBhvr>
                                    </p:animEffect>
                                    <p:anim calcmode="lin" valueType="num">
                                      <p:cBhvr>
                                        <p:cTn id="14" dur="2000" fill="hold"/>
                                        <p:tgtEl>
                                          <p:spTgt spid="135174"/>
                                        </p:tgtEl>
                                        <p:attrNameLst>
                                          <p:attrName>ppt_w</p:attrName>
                                        </p:attrNameLst>
                                      </p:cBhvr>
                                      <p:tavLst>
                                        <p:tav tm="0" fmla="#ppt_w*sin(2.5*pi*$)">
                                          <p:val>
                                            <p:fltVal val="0"/>
                                          </p:val>
                                        </p:tav>
                                        <p:tav tm="100000">
                                          <p:val>
                                            <p:fltVal val="1"/>
                                          </p:val>
                                        </p:tav>
                                      </p:tavLst>
                                    </p:anim>
                                    <p:anim calcmode="lin" valueType="num">
                                      <p:cBhvr>
                                        <p:cTn id="15" dur="2000" fill="hold"/>
                                        <p:tgtEl>
                                          <p:spTgt spid="135174"/>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cond evt="onBegin" delay="0">
                          <p:tn val="15"/>
                        </p:cond>
                      </p:stCondLst>
                      <p:childTnLst>
                        <p:par>
                          <p:cTn id="17" fill="hold" nodeType="afterGroup">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135173"/>
                                        </p:tgtEl>
                                        <p:attrNameLst>
                                          <p:attrName>style.visibility</p:attrName>
                                        </p:attrNameLst>
                                      </p:cBhvr>
                                      <p:to>
                                        <p:strVal val="visible"/>
                                      </p:to>
                                    </p:set>
                                    <p:animEffect transition="in" filter="checkerboard(across)">
                                      <p:cBhvr>
                                        <p:cTn id="20" dur="500"/>
                                        <p:tgtEl>
                                          <p:spTgt spid="135173"/>
                                        </p:tgtEl>
                                      </p:cBhvr>
                                    </p:animEffect>
                                  </p:childTnLst>
                                </p:cTn>
                              </p:par>
                            </p:childTnLst>
                          </p:cTn>
                        </p:par>
                      </p:childTnLst>
                    </p:cTn>
                  </p:par>
                  <p:par>
                    <p:cTn id="21" fill="hold" nodeType="clickPar">
                      <p:stCondLst>
                        <p:cond delay="indefinite"/>
                        <p:cond evt="onBegin" delay="0">
                          <p:tn val="20"/>
                        </p:cond>
                      </p:stCondLst>
                      <p:childTnLst>
                        <p:par>
                          <p:cTn id="22" fill="hold" nodeType="after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35176"/>
                                        </p:tgtEl>
                                        <p:attrNameLst>
                                          <p:attrName>style.visibility</p:attrName>
                                        </p:attrNameLst>
                                      </p:cBhvr>
                                      <p:to>
                                        <p:strVal val="visible"/>
                                      </p:to>
                                    </p:set>
                                    <p:animEffect transition="in" filter="blinds(horizontal)">
                                      <p:cBhvr>
                                        <p:cTn id="25" dur="500"/>
                                        <p:tgtEl>
                                          <p:spTgt spid="135176"/>
                                        </p:tgtEl>
                                      </p:cBhvr>
                                    </p:animEffect>
                                  </p:childTnLst>
                                </p:cTn>
                              </p:par>
                            </p:childTnLst>
                          </p:cTn>
                        </p:par>
                      </p:childTnLst>
                    </p:cTn>
                  </p:par>
                  <p:par>
                    <p:cTn id="26" fill="hold" nodeType="clickPar">
                      <p:stCondLst>
                        <p:cond delay="indefinite"/>
                        <p:cond evt="onBegin" delay="0">
                          <p:tn val="25"/>
                        </p:cond>
                      </p:stCondLst>
                      <p:childTnLst>
                        <p:par>
                          <p:cTn id="27" fill="hold" nodeType="afterGroup">
                            <p:stCondLst>
                              <p:cond delay="0"/>
                            </p:stCondLst>
                            <p:childTnLst>
                              <p:par>
                                <p:cTn id="28" presetID="2" presetClass="entr" presetSubtype="4"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additive="base">
                                        <p:cTn id="30" dur="500" fill="hold"/>
                                        <p:tgtEl>
                                          <p:spTgt spid="2"/>
                                        </p:tgtEl>
                                        <p:attrNameLst>
                                          <p:attrName>ppt_x</p:attrName>
                                        </p:attrNameLst>
                                      </p:cBhvr>
                                      <p:tavLst>
                                        <p:tav tm="0">
                                          <p:val>
                                            <p:strVal val="#ppt_x"/>
                                          </p:val>
                                        </p:tav>
                                        <p:tav tm="100000">
                                          <p:val>
                                            <p:strVal val="#ppt_x"/>
                                          </p:val>
                                        </p:tav>
                                      </p:tavLst>
                                    </p:anim>
                                    <p:anim calcmode="lin" valueType="num">
                                      <p:cBhvr additive="base">
                                        <p:cTn id="3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cond evt="onBegin" delay="0">
                          <p:tn val="31"/>
                        </p:cond>
                      </p:stCondLst>
                      <p:childTnLst>
                        <p:par>
                          <p:cTn id="33" fill="hold" nodeType="after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blinds(horizontal)">
                                      <p:cBhvr>
                                        <p:cTn id="36" dur="500"/>
                                        <p:tgtEl>
                                          <p:spTgt spid="11"/>
                                        </p:tgtEl>
                                      </p:cBhvr>
                                    </p:animEffect>
                                  </p:childTnLst>
                                </p:cTn>
                              </p:par>
                            </p:childTnLst>
                          </p:cTn>
                        </p:par>
                      </p:childTnLst>
                    </p:cTn>
                  </p:par>
                  <p:par>
                    <p:cTn id="37" fill="hold" nodeType="clickPar">
                      <p:stCondLst>
                        <p:cond delay="indefinite"/>
                        <p:cond evt="onBegin" delay="0">
                          <p:tn val="36"/>
                        </p:cond>
                      </p:stCondLst>
                      <p:childTnLst>
                        <p:par>
                          <p:cTn id="38" fill="hold" nodeType="after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anim calcmode="lin" valueType="num">
                                      <p:cBhvr additive="base">
                                        <p:cTn id="41" dur="500" fill="hold"/>
                                        <p:tgtEl>
                                          <p:spTgt spid="3"/>
                                        </p:tgtEl>
                                        <p:attrNameLst>
                                          <p:attrName>ppt_x</p:attrName>
                                        </p:attrNameLst>
                                      </p:cBhvr>
                                      <p:tavLst>
                                        <p:tav tm="0">
                                          <p:val>
                                            <p:strVal val="#ppt_x"/>
                                          </p:val>
                                        </p:tav>
                                        <p:tav tm="100000">
                                          <p:val>
                                            <p:strVal val="#ppt_x"/>
                                          </p:val>
                                        </p:tav>
                                      </p:tavLst>
                                    </p:anim>
                                    <p:anim calcmode="lin" valueType="num">
                                      <p:cBhvr additive="base">
                                        <p:cTn id="4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3" grpId="0"/>
      <p:bldP spid="135174" grpId="0"/>
      <p:bldP spid="135176" grpId="0"/>
      <p:bldP spid="11" grpId="0"/>
      <p:bldP spid="135170" grpId="0"/>
      <p:bldP spid="3" grpId="0"/>
    </p:bld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11" name="TextBox 10"/>
          <p:cNvSpPr txBox="1">
            <a:spLocks noChangeArrowheads="1"/>
          </p:cNvSpPr>
          <p:nvPr>
            <p:custDataLst>
              <p:tags r:id="rId3"/>
            </p:custDataLst>
          </p:nvPr>
        </p:nvSpPr>
        <p:spPr bwMode="auto">
          <a:xfrm>
            <a:off x="624840" y="826770"/>
            <a:ext cx="1801495" cy="388620"/>
          </a:xfrm>
          <a:prstGeom prst="rect">
            <a:avLst/>
          </a:prstGeom>
          <a:noFill/>
          <a:ln>
            <a:noFill/>
          </a:ln>
        </p:spPr>
        <p:txBody>
          <a:bodyPr wrap="square" lIns="81455" tIns="40727" rIns="81455" bIns="40727">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2000" b="1">
                <a:solidFill>
                  <a:schemeClr val="tx1"/>
                </a:solidFill>
                <a:effectLst/>
                <a:latin typeface="宋体" panose="02010600030101010101" pitchFamily="2" charset="-122"/>
                <a:cs typeface="宋体" panose="02010600030101010101" pitchFamily="2" charset="-122"/>
              </a:rPr>
              <a:t>4.</a:t>
            </a:r>
            <a:r>
              <a:rPr lang="zh-CN" altLang="en-US" sz="2000" b="1">
                <a:solidFill>
                  <a:schemeClr val="tx1"/>
                </a:solidFill>
                <a:effectLst/>
                <a:latin typeface="宋体" panose="02010600030101010101" pitchFamily="2" charset="-122"/>
                <a:cs typeface="宋体" panose="02010600030101010101" pitchFamily="2" charset="-122"/>
              </a:rPr>
              <a:t>力的分类：</a:t>
            </a:r>
          </a:p>
        </p:txBody>
      </p:sp>
      <p:sp>
        <p:nvSpPr>
          <p:cNvPr id="12" name="左大括号 11"/>
          <p:cNvSpPr/>
          <p:nvPr>
            <p:custDataLst>
              <p:tags r:id="rId4"/>
            </p:custDataLst>
          </p:nvPr>
        </p:nvSpPr>
        <p:spPr bwMode="auto">
          <a:xfrm>
            <a:off x="624840" y="1395730"/>
            <a:ext cx="227965" cy="1657350"/>
          </a:xfrm>
          <a:prstGeom prst="leftBrace">
            <a:avLst>
              <a:gd name="adj1" fmla="val 8296"/>
              <a:gd name="adj2" fmla="val 49711"/>
            </a:avLst>
          </a:prstGeom>
          <a:noFill/>
          <a:ln w="12700" cmpd="sng" algn="ctr">
            <a:solidFill>
              <a:srgbClr val="00B0F0"/>
            </a:solidFill>
            <a:prstDash val="solid"/>
            <a:round/>
          </a:ln>
        </p:spPr>
        <p:txBody>
          <a:bodyPr lIns="81455" tIns="40727" rIns="81455" bIns="40727"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000" b="1">
              <a:solidFill>
                <a:schemeClr val="tx1"/>
              </a:solidFill>
              <a:effectLst/>
              <a:latin typeface="宋体" panose="02010600030101010101" pitchFamily="2" charset="-122"/>
            </a:endParaRPr>
          </a:p>
        </p:txBody>
      </p:sp>
      <p:sp>
        <p:nvSpPr>
          <p:cNvPr id="13" name="TextBox 12"/>
          <p:cNvSpPr txBox="1">
            <a:spLocks noChangeArrowheads="1"/>
          </p:cNvSpPr>
          <p:nvPr>
            <p:custDataLst>
              <p:tags r:id="rId5"/>
            </p:custDataLst>
          </p:nvPr>
        </p:nvSpPr>
        <p:spPr bwMode="auto">
          <a:xfrm>
            <a:off x="989330" y="2235200"/>
            <a:ext cx="4619625" cy="911860"/>
          </a:xfrm>
          <a:prstGeom prst="rect">
            <a:avLst/>
          </a:prstGeom>
          <a:noFill/>
          <a:ln>
            <a:noFill/>
          </a:ln>
        </p:spPr>
        <p:txBody>
          <a:bodyPr wrap="square" lIns="81455" tIns="40727" rIns="81455" bIns="40727">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defRPr/>
            </a:pPr>
            <a:r>
              <a:rPr lang="zh-CN" altLang="en-US" sz="1800" b="1" smtClean="0">
                <a:solidFill>
                  <a:srgbClr val="FF0000"/>
                </a:solidFill>
                <a:effectLst/>
                <a:latin typeface="宋体" panose="02010600030101010101" pitchFamily="2" charset="-122"/>
                <a:cs typeface="宋体" panose="02010600030101010101" pitchFamily="2" charset="-122"/>
              </a:rPr>
              <a:t>性质力</a:t>
            </a:r>
            <a:r>
              <a:rPr lang="zh-CN" altLang="en-US" sz="1800" b="1" smtClean="0">
                <a:solidFill>
                  <a:schemeClr val="tx1"/>
                </a:solidFill>
                <a:effectLst/>
                <a:latin typeface="宋体" panose="02010600030101010101" pitchFamily="2" charset="-122"/>
                <a:cs typeface="宋体" panose="02010600030101010101" pitchFamily="2" charset="-122"/>
              </a:rPr>
              <a:t>（力的</a:t>
            </a:r>
            <a:r>
              <a:rPr lang="zh-CN" altLang="en-US" sz="1800" b="1" smtClean="0">
                <a:solidFill>
                  <a:srgbClr val="00B0F0"/>
                </a:solidFill>
                <a:effectLst/>
                <a:latin typeface="宋体" panose="02010600030101010101" pitchFamily="2" charset="-122"/>
                <a:cs typeface="宋体" panose="02010600030101010101" pitchFamily="2" charset="-122"/>
              </a:rPr>
              <a:t>产生来源</a:t>
            </a:r>
            <a:r>
              <a:rPr lang="zh-CN" altLang="en-US" sz="1800" b="1" smtClean="0">
                <a:solidFill>
                  <a:schemeClr val="tx1"/>
                </a:solidFill>
                <a:effectLst/>
                <a:latin typeface="宋体" panose="02010600030101010101" pitchFamily="2" charset="-122"/>
                <a:cs typeface="宋体" panose="02010600030101010101" pitchFamily="2" charset="-122"/>
              </a:rPr>
              <a:t>命名）：重力、弹力、摩擦力、分子力、电场力、磁场力等</a:t>
            </a:r>
            <a:r>
              <a:rPr lang="en-US" altLang="zh-CN" sz="1800" b="1" smtClean="0">
                <a:solidFill>
                  <a:schemeClr val="tx1"/>
                </a:solidFill>
                <a:effectLst/>
                <a:latin typeface="宋体" panose="02010600030101010101" pitchFamily="2" charset="-122"/>
                <a:cs typeface="宋体" panose="02010600030101010101" pitchFamily="2" charset="-122"/>
              </a:rPr>
              <a:t>.</a:t>
            </a:r>
          </a:p>
        </p:txBody>
      </p:sp>
      <p:sp>
        <p:nvSpPr>
          <p:cNvPr id="14" name="TextBox 13"/>
          <p:cNvSpPr txBox="1">
            <a:spLocks noChangeArrowheads="1"/>
          </p:cNvSpPr>
          <p:nvPr>
            <p:custDataLst>
              <p:tags r:id="rId6"/>
            </p:custDataLst>
          </p:nvPr>
        </p:nvSpPr>
        <p:spPr bwMode="auto">
          <a:xfrm>
            <a:off x="989330" y="1230630"/>
            <a:ext cx="6072505" cy="911860"/>
          </a:xfrm>
          <a:prstGeom prst="rect">
            <a:avLst/>
          </a:prstGeom>
          <a:noFill/>
          <a:ln>
            <a:noFill/>
          </a:ln>
        </p:spPr>
        <p:txBody>
          <a:bodyPr wrap="square" lIns="81455" tIns="40727" rIns="81455" bIns="40727">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defRPr/>
            </a:pPr>
            <a:r>
              <a:rPr lang="zh-CN" altLang="en-US" sz="1800" b="1" smtClean="0">
                <a:solidFill>
                  <a:srgbClr val="FF0000"/>
                </a:solidFill>
                <a:effectLst/>
                <a:latin typeface="宋体" panose="02010600030101010101" pitchFamily="2" charset="-122"/>
                <a:cs typeface="宋体" panose="02010600030101010101" pitchFamily="2" charset="-122"/>
              </a:rPr>
              <a:t>效果力</a:t>
            </a:r>
            <a:r>
              <a:rPr lang="zh-CN" altLang="en-US" sz="1800" b="1" smtClean="0">
                <a:solidFill>
                  <a:schemeClr val="tx1"/>
                </a:solidFill>
                <a:effectLst/>
                <a:latin typeface="宋体" panose="02010600030101010101" pitchFamily="2" charset="-122"/>
                <a:cs typeface="宋体" panose="02010600030101010101" pitchFamily="2" charset="-122"/>
              </a:rPr>
              <a:t>（力的</a:t>
            </a:r>
            <a:r>
              <a:rPr lang="zh-CN" altLang="en-US" sz="1800" b="1" smtClean="0">
                <a:solidFill>
                  <a:srgbClr val="00B0F0"/>
                </a:solidFill>
                <a:effectLst/>
                <a:latin typeface="宋体" panose="02010600030101010101" pitchFamily="2" charset="-122"/>
                <a:cs typeface="宋体" panose="02010600030101010101" pitchFamily="2" charset="-122"/>
              </a:rPr>
              <a:t>作用效果</a:t>
            </a:r>
            <a:r>
              <a:rPr lang="zh-CN" altLang="en-US" sz="1800" b="1" smtClean="0">
                <a:solidFill>
                  <a:schemeClr val="tx1"/>
                </a:solidFill>
                <a:effectLst/>
                <a:latin typeface="宋体" panose="02010600030101010101" pitchFamily="2" charset="-122"/>
                <a:cs typeface="宋体" panose="02010600030101010101" pitchFamily="2" charset="-122"/>
              </a:rPr>
              <a:t>命名）：压力、支持力、拉力、推力、动力、阻力、吸引力、排斥力等</a:t>
            </a:r>
            <a:r>
              <a:rPr lang="en-US" altLang="zh-CN" sz="1800" b="1" smtClean="0">
                <a:solidFill>
                  <a:schemeClr val="tx1"/>
                </a:solidFill>
                <a:effectLst/>
                <a:latin typeface="宋体" panose="02010600030101010101" pitchFamily="2" charset="-122"/>
                <a:cs typeface="宋体" panose="02010600030101010101" pitchFamily="2" charset="-122"/>
              </a:rPr>
              <a:t>.</a:t>
            </a:r>
          </a:p>
        </p:txBody>
      </p:sp>
      <p:sp>
        <p:nvSpPr>
          <p:cNvPr id="6" name="矩形 5"/>
          <p:cNvSpPr/>
          <p:nvPr>
            <p:custDataLst>
              <p:tags r:id="rId7"/>
            </p:custDataLst>
          </p:nvPr>
        </p:nvSpPr>
        <p:spPr>
          <a:xfrm>
            <a:off x="765175" y="3352165"/>
            <a:ext cx="5276850" cy="368300"/>
          </a:xfrm>
          <a:prstGeom prst="rect">
            <a:avLst/>
          </a:prstGeom>
        </p:spPr>
        <p:txBody>
          <a:bodyPr wrap="square">
            <a:spAutoFit/>
          </a:bodyPr>
          <a:lstStyle/>
          <a:p>
            <a:r>
              <a:rPr lang="zh-CN" altLang="en-US" sz="1800" b="1" smtClean="0">
                <a:solidFill>
                  <a:srgbClr val="0000FF"/>
                </a:solidFill>
                <a:effectLst/>
                <a:latin typeface="宋体" panose="02010600030101010101" pitchFamily="2" charset="-122"/>
                <a:ea typeface="宋体" panose="02010600030101010101" pitchFamily="2" charset="-122"/>
                <a:cs typeface="宋体" panose="02010600030101010101" pitchFamily="2" charset="-122"/>
              </a:rPr>
              <a:t>思考</a:t>
            </a:r>
            <a:r>
              <a:rPr lang="en-US" altLang="zh-CN" sz="1800" b="1" smtClean="0">
                <a:solidFill>
                  <a:srgbClr val="0000FF"/>
                </a:solidFill>
                <a:effectLst/>
                <a:latin typeface="宋体" panose="02010600030101010101" pitchFamily="2" charset="-122"/>
                <a:ea typeface="宋体" panose="02010600030101010101" pitchFamily="2" charset="-122"/>
                <a:cs typeface="宋体" panose="02010600030101010101" pitchFamily="2" charset="-122"/>
              </a:rPr>
              <a:t>: </a:t>
            </a:r>
            <a:r>
              <a:rPr lang="zh-CN" altLang="en-US" sz="1800" b="1" smtClean="0">
                <a:solidFill>
                  <a:schemeClr val="tx1"/>
                </a:solidFill>
                <a:effectLst/>
                <a:latin typeface="宋体" panose="02010600030101010101" pitchFamily="2" charset="-122"/>
                <a:ea typeface="宋体" panose="02010600030101010101" pitchFamily="2" charset="-122"/>
                <a:cs typeface="宋体" panose="02010600030101010101" pitchFamily="2" charset="-122"/>
              </a:rPr>
              <a:t>不同性质的力产生的效果可以相同吗？</a:t>
            </a:r>
          </a:p>
        </p:txBody>
      </p:sp>
      <p:sp>
        <p:nvSpPr>
          <p:cNvPr id="8" name="Text Box 7"/>
          <p:cNvSpPr txBox="1">
            <a:spLocks noChangeArrowheads="1"/>
          </p:cNvSpPr>
          <p:nvPr>
            <p:custDataLst>
              <p:tags r:id="rId8"/>
            </p:custDataLst>
          </p:nvPr>
        </p:nvSpPr>
        <p:spPr bwMode="auto">
          <a:xfrm>
            <a:off x="706755" y="3874770"/>
            <a:ext cx="7971790" cy="368300"/>
          </a:xfrm>
          <a:prstGeom prst="rect">
            <a:avLst/>
          </a:prstGeom>
          <a:noFill/>
          <a:ln w="12700">
            <a:noFill/>
            <a:miter lim="800000"/>
          </a:ln>
        </p:spPr>
        <p:txBody>
          <a:bodyPr wrap="square">
            <a:spAutoFit/>
          </a:bodyPr>
          <a:lstStyle/>
          <a:p>
            <a:pPr>
              <a:spcBef>
                <a:spcPct val="50000"/>
              </a:spcBef>
            </a:pPr>
            <a:r>
              <a:rPr lang="zh-CN" altLang="en-US" sz="1800" b="1">
                <a:solidFill>
                  <a:schemeClr val="tx1"/>
                </a:solidFill>
                <a:effectLst/>
                <a:latin typeface="宋体" panose="02010600030101010101" pitchFamily="2" charset="-122"/>
                <a:ea typeface="宋体" panose="02010600030101010101" pitchFamily="2" charset="-122"/>
                <a:cs typeface="宋体" panose="02010600030101010101" pitchFamily="2" charset="-122"/>
              </a:rPr>
              <a:t>不同性质的力</a:t>
            </a:r>
            <a:r>
              <a:rPr lang="en-US" altLang="zh-CN" sz="1800" b="1">
                <a:solidFill>
                  <a:schemeClr val="tx1"/>
                </a:solidFill>
                <a:effectLst/>
                <a:latin typeface="宋体" panose="02010600030101010101" pitchFamily="2" charset="-122"/>
                <a:ea typeface="宋体" panose="02010600030101010101" pitchFamily="2" charset="-122"/>
                <a:cs typeface="宋体" panose="02010600030101010101" pitchFamily="2" charset="-122"/>
              </a:rPr>
              <a:t>, </a:t>
            </a:r>
            <a:r>
              <a:rPr lang="zh-CN" altLang="en-US" sz="1800" b="1">
                <a:solidFill>
                  <a:schemeClr val="tx1"/>
                </a:solidFill>
                <a:effectLst/>
                <a:latin typeface="宋体" panose="02010600030101010101" pitchFamily="2" charset="-122"/>
                <a:ea typeface="宋体" panose="02010600030101010101" pitchFamily="2" charset="-122"/>
                <a:cs typeface="宋体" panose="02010600030101010101" pitchFamily="2" charset="-122"/>
              </a:rPr>
              <a:t>效果可以相</a:t>
            </a:r>
            <a:r>
              <a:rPr lang="zh-CN" altLang="en-US" sz="1800" b="1" smtClean="0">
                <a:solidFill>
                  <a:schemeClr val="tx1"/>
                </a:solidFill>
                <a:effectLst/>
                <a:latin typeface="宋体" panose="02010600030101010101" pitchFamily="2" charset="-122"/>
                <a:ea typeface="宋体" panose="02010600030101010101" pitchFamily="2" charset="-122"/>
                <a:cs typeface="宋体" panose="02010600030101010101" pitchFamily="2" charset="-122"/>
              </a:rPr>
              <a:t>同；同一性质的力也可以产生不同的效果。 </a:t>
            </a:r>
          </a:p>
        </p:txBody>
      </p:sp>
      <p:sp>
        <p:nvSpPr>
          <p:cNvPr id="2" name="圆角矩形 1">
            <a:hlinkClick/>
          </p:cNvPr>
          <p:cNvSpPr/>
          <p:nvPr>
            <p:custDataLst>
              <p:tags r:id="rId9"/>
            </p:custDataLst>
          </p:nvPr>
        </p:nvSpPr>
        <p:spPr>
          <a:xfrm>
            <a:off x="0" y="0"/>
            <a:ext cx="215074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29" name="TextBox 14">
            <a:hlinkClick/>
          </p:cNvPr>
          <p:cNvSpPr txBox="1">
            <a:spLocks noChangeArrowheads="1"/>
          </p:cNvSpPr>
          <p:nvPr>
            <p:custDataLst>
              <p:tags r:id="rId10"/>
            </p:custDataLst>
          </p:nvPr>
        </p:nvSpPr>
        <p:spPr bwMode="auto">
          <a:xfrm>
            <a:off x="38735" y="100330"/>
            <a:ext cx="207327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一、温故知新</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11"/>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3" name="线形标注 1 2"/>
          <p:cNvSpPr/>
          <p:nvPr>
            <p:custDataLst>
              <p:tags r:id="rId12"/>
            </p:custDataLst>
          </p:nvPr>
        </p:nvSpPr>
        <p:spPr>
          <a:xfrm>
            <a:off x="7753985" y="1215073"/>
            <a:ext cx="737235" cy="2675255"/>
          </a:xfrm>
          <a:prstGeom prst="borderCallout1">
            <a:avLst>
              <a:gd name="adj1" fmla="val 18750"/>
              <a:gd name="adj2" fmla="val -8333"/>
              <a:gd name="adj3" fmla="val 47199"/>
              <a:gd name="adj4" fmla="val -416623"/>
            </a:avLst>
          </a:prstGeom>
          <a:solidFill>
            <a:schemeClr val="accent1"/>
          </a:solidFill>
          <a:ln w="12700" cap="flat">
            <a:solidFill>
              <a:srgbClr val="BBE0E3"/>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ctr" defTabSz="914400" rtl="0" fontAlgn="auto" latinLnBrk="1" hangingPunct="0">
              <a:lnSpc>
                <a:spcPct val="120000"/>
              </a:lnSpc>
              <a:spcBef>
                <a:spcPct val="0"/>
              </a:spcBef>
              <a:spcAft>
                <a:spcPct val="0"/>
              </a:spcAft>
              <a:buClrTx/>
              <a:buSzTx/>
              <a:buFontTx/>
              <a:buNone/>
            </a:pPr>
            <a:r>
              <a:rPr kumimoji="0" lang="zh-CN" altLang="en-US" sz="2000" b="1" i="0" u="none" strike="noStrike" cap="none" spc="0" normalizeH="0" baseline="0">
                <a:ln>
                  <a:noFill/>
                </a:ln>
                <a:solidFill>
                  <a:srgbClr val="000000"/>
                </a:solidFill>
                <a:effectLst/>
                <a:uFillTx/>
                <a:latin typeface="楷体" panose="02010609060101010101" charset="-122"/>
                <a:ea typeface="楷体" panose="02010609060101010101" charset="-122"/>
                <a:cs typeface="微软雅黑" panose="020b0503020204020204" charset="-122"/>
                <a:sym typeface="微软雅黑" panose="020b0503020204020204" charset="-122"/>
              </a:rPr>
              <a:t>你知道</a:t>
            </a:r>
            <a:r>
              <a:rPr kumimoji="0" lang="zh-CN" altLang="en-US" sz="2000" b="1" i="0" u="none" strike="noStrike" cap="none" spc="0" normalizeH="0" baseline="0">
                <a:ln>
                  <a:noFill/>
                </a:ln>
                <a:solidFill>
                  <a:srgbClr val="FF0000"/>
                </a:solidFill>
                <a:effectLst/>
                <a:uFillTx/>
                <a:latin typeface="楷体" panose="02010609060101010101" charset="-122"/>
                <a:ea typeface="楷体" panose="02010609060101010101" charset="-122"/>
                <a:cs typeface="微软雅黑" panose="020b0503020204020204" charset="-122"/>
                <a:sym typeface="微软雅黑" panose="020b0503020204020204" charset="-122"/>
              </a:rPr>
              <a:t>重力又</a:t>
            </a:r>
            <a:r>
              <a:rPr kumimoji="0" lang="zh-CN" altLang="en-US" sz="2000" b="1" i="0" u="none" strike="noStrike" cap="none" spc="0" normalizeH="0" baseline="0">
                <a:ln>
                  <a:noFill/>
                </a:ln>
                <a:solidFill>
                  <a:srgbClr val="000000"/>
                </a:solidFill>
                <a:effectLst/>
                <a:uFillTx/>
                <a:latin typeface="楷体" panose="02010609060101010101" charset="-122"/>
                <a:ea typeface="楷体" panose="02010609060101010101" charset="-122"/>
                <a:cs typeface="微软雅黑" panose="020b0503020204020204" charset="-122"/>
                <a:sym typeface="微软雅黑" panose="020b0503020204020204" charset="-122"/>
              </a:rPr>
              <a:t>是怎么产生的吗？</a:t>
            </a:r>
          </a:p>
        </p:txBody>
      </p:sp>
      <p:sp>
        <p:nvSpPr>
          <p:cNvPr id="26626" name="文本占位符 26625"/>
          <p:cNvSpPr>
            <a:spLocks noGrp="1"/>
          </p:cNvSpPr>
          <p:nvPr>
            <p:ph type="body" idx="1"/>
            <p:custDataLst>
              <p:tags r:id="rId13"/>
            </p:custDataLst>
          </p:nvPr>
        </p:nvSpPr>
        <p:spPr>
          <a:xfrm>
            <a:off x="1188085" y="4445000"/>
            <a:ext cx="6428105" cy="372745"/>
          </a:xfrm>
          <a:solidFill>
            <a:schemeClr val="accent1"/>
          </a:solidFill>
        </p:spPr>
        <p:txBody>
          <a:bodyPr/>
          <a:lstStyle/>
          <a:p>
            <a:pPr marL="0" indent="0">
              <a:buNone/>
            </a:pPr>
            <a:r>
              <a:rPr lang="zh-CN" altLang="en-US" sz="2000" b="1">
                <a:latin typeface="楷体" panose="02010609060101010101" charset="-122"/>
                <a:ea typeface="楷体" panose="02010609060101010101" charset="-122"/>
                <a:cs typeface="宋体" panose="02010600030101010101" pitchFamily="2" charset="-122"/>
                <a:sym typeface="+mn-ea"/>
              </a:rPr>
              <a:t>物体为什么会下落？蹦极时人为什么不会掉进太空里？</a:t>
            </a:r>
            <a:endParaRPr lang="zh-CN" altLang="en-US" sz="2000" b="1">
              <a:latin typeface="楷体" panose="02010609060101010101" charset="-122"/>
              <a:ea typeface="楷体" panose="02010609060101010101" charset="-122"/>
              <a:cs typeface="宋体" panose="02010600030101010101" pitchFamily="2" charset="-122"/>
            </a:endParaRPr>
          </a:p>
        </p:txBody>
      </p:sp>
      <p:pic>
        <p:nvPicPr>
          <p:cNvPr id="4" name="图片 3"/>
          <p:cNvPicPr>
            <a:picLocks noChangeAspect="1"/>
          </p:cNvPicPr>
          <p:nvPr>
            <p:custDataLst>
              <p:tags r:id="rId15"/>
            </p:custDataLst>
          </p:nvPr>
        </p:nvPicPr>
        <p:blipFill>
          <a:blip r:embed="rId14"/>
          <a:srcRect l="260" t="-463" r="47064" b="463"/>
          <a:stretch>
            <a:fillRect/>
          </a:stretch>
        </p:blipFill>
        <p:spPr>
          <a:xfrm>
            <a:off x="5608955" y="1811655"/>
            <a:ext cx="2007235" cy="190881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000"/>
                                        <p:tgtEl>
                                          <p:spTgt spid="11"/>
                                        </p:tgtEl>
                                      </p:cBhvr>
                                    </p:animEffect>
                                  </p:childTnLst>
                                </p:cTn>
                              </p:par>
                            </p:childTnLst>
                          </p:cTn>
                        </p:par>
                      </p:childTnLst>
                    </p:cTn>
                  </p:par>
                  <p:par>
                    <p:cTn id="8" fill="hold" nodeType="clickPar">
                      <p:stCondLst>
                        <p:cond delay="indefinite"/>
                        <p:cond evt="onBegin" delay="0">
                          <p:tn val="7"/>
                        </p:cond>
                      </p:stCondLst>
                      <p:childTnLst>
                        <p:par>
                          <p:cTn id="9" fill="hold" nodeType="after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1000"/>
                                        <p:tgtEl>
                                          <p:spTgt spid="12"/>
                                        </p:tgtEl>
                                      </p:cBhvr>
                                    </p:animEffect>
                                  </p:childTnLst>
                                </p:cTn>
                              </p:par>
                            </p:childTnLst>
                          </p:cTn>
                        </p:par>
                      </p:childTnLst>
                    </p:cTn>
                  </p:par>
                  <p:par>
                    <p:cTn id="13" fill="hold" nodeType="clickPar">
                      <p:stCondLst>
                        <p:cond delay="indefinite"/>
                        <p:cond evt="onBegin" delay="0">
                          <p:tn val="12"/>
                        </p:cond>
                      </p:stCondLst>
                      <p:childTnLst>
                        <p:par>
                          <p:cTn id="14" fill="hold" nodeType="after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cond evt="onBegin" delay="0">
                          <p:tn val="18"/>
                        </p:cond>
                      </p:stCondLst>
                      <p:childTnLst>
                        <p:par>
                          <p:cTn id="20" fill="hold" nodeType="after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cond evt="onBegin" delay="0">
                          <p:tn val="24"/>
                        </p:cond>
                      </p:stCondLst>
                      <p:childTnLst>
                        <p:par>
                          <p:cTn id="26" fill="hold" nodeType="after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cond evt="onBegin" delay="0">
                          <p:tn val="30"/>
                        </p:cond>
                      </p:stCondLst>
                      <p:childTnLst>
                        <p:par>
                          <p:cTn id="32" fill="hold" nodeType="after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ppt_x"/>
                                          </p:val>
                                        </p:tav>
                                        <p:tav tm="100000">
                                          <p:val>
                                            <p:strVal val="#ppt_x"/>
                                          </p:val>
                                        </p:tav>
                                      </p:tavLst>
                                    </p:anim>
                                    <p:anim calcmode="lin" valueType="num">
                                      <p:cBhvr additive="base">
                                        <p:cTn id="3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cond evt="onBegin" delay="0">
                          <p:tn val="36"/>
                        </p:cond>
                      </p:stCondLst>
                      <p:childTnLst>
                        <p:par>
                          <p:cTn id="38" fill="hold" nodeType="afterGroup">
                            <p:stCondLst>
                              <p:cond delay="0"/>
                            </p:stCondLst>
                            <p:childTnLst>
                              <p:par>
                                <p:cTn id="39" presetID="2" presetClass="entr" presetSubtype="4"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 calcmode="lin" valueType="num">
                                      <p:cBhvr additive="base">
                                        <p:cTn id="41" dur="500" fill="hold"/>
                                        <p:tgtEl>
                                          <p:spTgt spid="4"/>
                                        </p:tgtEl>
                                        <p:attrNameLst>
                                          <p:attrName>ppt_x</p:attrName>
                                        </p:attrNameLst>
                                      </p:cBhvr>
                                      <p:tavLst>
                                        <p:tav tm="0">
                                          <p:val>
                                            <p:strVal val="#ppt_x"/>
                                          </p:val>
                                        </p:tav>
                                        <p:tav tm="100000">
                                          <p:val>
                                            <p:strVal val="#ppt_x"/>
                                          </p:val>
                                        </p:tav>
                                      </p:tavLst>
                                    </p:anim>
                                    <p:anim calcmode="lin" valueType="num">
                                      <p:cBhvr additive="base">
                                        <p:cTn id="42" dur="500" fill="hold"/>
                                        <p:tgtEl>
                                          <p:spTgt spid="4"/>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6626">
                                            <p:txEl>
                                              <p:pRg st="0" end="0"/>
                                            </p:txEl>
                                          </p:spTgt>
                                        </p:tgtEl>
                                        <p:attrNameLst>
                                          <p:attrName>style.visibility</p:attrName>
                                        </p:attrNameLst>
                                      </p:cBhvr>
                                      <p:to>
                                        <p:strVal val="visible"/>
                                      </p:to>
                                    </p:set>
                                    <p:anim calcmode="lin" valueType="num">
                                      <p:cBhvr additive="base">
                                        <p:cTn id="45" dur="500" fill="hold"/>
                                        <p:tgtEl>
                                          <p:spTgt spid="26626">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662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cond evt="onBegin" delay="0">
                          <p:tn val="46"/>
                        </p:cond>
                      </p:stCondLst>
                      <p:childTnLst>
                        <p:par>
                          <p:cTn id="48" fill="hold" nodeType="afterGroup">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anim calcmode="lin" valueType="num">
                                      <p:cBhvr additive="base">
                                        <p:cTn id="51" dur="500" fill="hold"/>
                                        <p:tgtEl>
                                          <p:spTgt spid="3"/>
                                        </p:tgtEl>
                                        <p:attrNameLst>
                                          <p:attrName>ppt_x</p:attrName>
                                        </p:attrNameLst>
                                      </p:cBhvr>
                                      <p:tavLst>
                                        <p:tav tm="0">
                                          <p:val>
                                            <p:strVal val="#ppt_x"/>
                                          </p:val>
                                        </p:tav>
                                        <p:tav tm="100000">
                                          <p:val>
                                            <p:strVal val="#ppt_x"/>
                                          </p:val>
                                        </p:tav>
                                      </p:tavLst>
                                    </p:anim>
                                    <p:anim calcmode="lin" valueType="num">
                                      <p:cBhvr additive="base">
                                        <p:cTn id="5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6" grpId="0"/>
      <p:bldP spid="8" grpId="0"/>
      <p:bldP spid="3" grpId="0"/>
      <p:bldP spid="26626" grpId="0" build="p"/>
    </p:bldLst>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28675" name="Rectangle 2"/>
          <p:cNvSpPr>
            <a:spLocks noGrp="1"/>
          </p:cNvSpPr>
          <p:nvPr>
            <p:ph type="body" idx="1"/>
            <p:custDataLst>
              <p:tags r:id="rId3"/>
            </p:custDataLst>
          </p:nvPr>
        </p:nvSpPr>
        <p:spPr>
          <a:xfrm>
            <a:off x="367665" y="1169670"/>
            <a:ext cx="6521450" cy="400685"/>
          </a:xfrm>
        </p:spPr>
        <p:txBody>
          <a:bodyPr wrap="square" lIns="68240" tIns="34120" rIns="68240" bIns="34120" anchor="t" anchorCtr="0">
            <a:normAutofit/>
          </a:bodyPr>
          <a:lstStyle/>
          <a:p>
            <a:pPr marL="0" indent="0" eaLnBrk="1" latinLnBrk="0" hangingPunct="1">
              <a:spcBef>
                <a:spcPct val="20000"/>
              </a:spcBef>
              <a:buClr>
                <a:schemeClr val="folHlink"/>
              </a:buClr>
              <a:buNone/>
            </a:pPr>
            <a:r>
              <a:rPr lang="en-US" altLang="zh-CN" sz="2000" b="1">
                <a:solidFill>
                  <a:schemeClr val="tx1"/>
                </a:solidFill>
                <a:effectLst/>
                <a:latin typeface="宋体" panose="02010600030101010101" pitchFamily="2" charset="-122"/>
                <a:ea typeface="宋体" panose="02010600030101010101" pitchFamily="2" charset="-122"/>
                <a:cs typeface="宋体" panose="02010600030101010101" pitchFamily="2" charset="-122"/>
              </a:rPr>
              <a:t>1.</a:t>
            </a:r>
            <a:r>
              <a:rPr lang="zh-CN" altLang="en-US" sz="2000" b="1">
                <a:solidFill>
                  <a:schemeClr val="tx1"/>
                </a:solidFill>
                <a:effectLst/>
                <a:latin typeface="宋体" panose="02010600030101010101" pitchFamily="2" charset="-122"/>
                <a:ea typeface="宋体" panose="02010600030101010101" pitchFamily="2" charset="-122"/>
                <a:cs typeface="宋体" panose="02010600030101010101" pitchFamily="2" charset="-122"/>
              </a:rPr>
              <a:t>产生：</a:t>
            </a:r>
            <a:r>
              <a:rPr lang="zh-CN" altLang="en-US" sz="2000" b="1">
                <a:solidFill>
                  <a:schemeClr val="tx1"/>
                </a:solidFill>
                <a:effectLst/>
                <a:latin typeface="宋体" panose="02010600030101010101" pitchFamily="2" charset="-122"/>
                <a:ea typeface="宋体" panose="02010600030101010101" pitchFamily="2" charset="-122"/>
                <a:sym typeface="+mn-ea"/>
              </a:rPr>
              <a:t>由于地球的吸引而使物体受到的力叫做重力。</a:t>
            </a:r>
            <a:endParaRPr lang="zh-CN" altLang="en-US" sz="2000" b="1">
              <a:solidFill>
                <a:schemeClr val="tx1"/>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12290" name="Rectangle 2"/>
          <p:cNvSpPr>
            <a:spLocks noGrp="1" noRot="1" noChangeArrowheads="1"/>
          </p:cNvSpPr>
          <p:nvPr>
            <p:custDataLst>
              <p:tags r:id="rId4"/>
            </p:custDataLst>
          </p:nvPr>
        </p:nvSpPr>
        <p:spPr>
          <a:xfrm>
            <a:off x="427355" y="2479040"/>
            <a:ext cx="8421370" cy="2178050"/>
          </a:xfrm>
          <a:prstGeom prst="rect">
            <a:avLst/>
          </a:prstGeom>
          <a:ln w="19050">
            <a:noFill/>
            <a:prstDash val="dash"/>
          </a:ln>
        </p:spPr>
        <p:txBody>
          <a:bodyPr vert="horz" lIns="67333" tIns="35013" rIns="67333" bIns="35013" rtlCol="0">
            <a:noAutofit/>
          </a:bodyPr>
          <a:lst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ct val="0"/>
              </a:spcBef>
              <a:buNone/>
            </a:pPr>
            <a:r>
              <a:rPr lang="zh-CN" altLang="en-US" sz="2000" b="1">
                <a:solidFill>
                  <a:srgbClr val="0000FF"/>
                </a:solidFill>
                <a:effectLst/>
                <a:latin typeface="宋体" panose="02010600030101010101" pitchFamily="2" charset="-122"/>
                <a:ea typeface="宋体" panose="02010600030101010101" pitchFamily="2" charset="-122"/>
                <a:cs typeface="宋体" panose="02010600030101010101" pitchFamily="2" charset="-122"/>
              </a:rPr>
              <a:t>说明：</a:t>
            </a:r>
          </a:p>
          <a:p>
            <a:pPr marL="0" indent="0">
              <a:lnSpc>
                <a:spcPct val="130000"/>
              </a:lnSpc>
              <a:spcBef>
                <a:spcPct val="0"/>
              </a:spcBef>
              <a:buNone/>
            </a:pPr>
            <a:r>
              <a:rPr lang="en-US" altLang="zh-CN" sz="2000" b="1">
                <a:solidFill>
                  <a:schemeClr val="tx1"/>
                </a:solidFill>
                <a:effectLst/>
                <a:latin typeface="楷体" panose="02010609060101010101" charset="-122"/>
                <a:ea typeface="楷体" panose="02010609060101010101" charset="-122"/>
                <a:cs typeface="楷体" panose="02010609060101010101" charset="-122"/>
              </a:rPr>
              <a:t>(1)</a:t>
            </a:r>
            <a:r>
              <a:rPr lang="zh-CN" altLang="en-US" sz="2000" b="1">
                <a:solidFill>
                  <a:schemeClr val="tx1"/>
                </a:solidFill>
                <a:effectLst/>
                <a:latin typeface="楷体" panose="02010609060101010101" charset="-122"/>
                <a:ea typeface="楷体" panose="02010609060101010101" charset="-122"/>
                <a:cs typeface="楷体" panose="02010609060101010101" charset="-122"/>
              </a:rPr>
              <a:t>不能说重力就是地球对物体的吸引力（</a:t>
            </a:r>
            <a:r>
              <a:rPr lang="en-US" altLang="zh-CN" sz="2000" b="1">
                <a:solidFill>
                  <a:schemeClr val="tx1"/>
                </a:solidFill>
                <a:effectLst/>
                <a:latin typeface="楷体" panose="02010609060101010101" charset="-122"/>
                <a:ea typeface="楷体" panose="02010609060101010101" charset="-122"/>
                <a:cs typeface="楷体" panose="02010609060101010101" charset="-122"/>
              </a:rPr>
              <a:t>G≤F</a:t>
            </a:r>
            <a:r>
              <a:rPr lang="zh-CN" altLang="en-US" sz="2000" b="1" baseline="-25000">
                <a:solidFill>
                  <a:schemeClr val="tx1"/>
                </a:solidFill>
                <a:effectLst/>
                <a:latin typeface="楷体" panose="02010609060101010101" charset="-122"/>
                <a:ea typeface="楷体" panose="02010609060101010101" charset="-122"/>
                <a:cs typeface="楷体" panose="02010609060101010101" charset="-122"/>
              </a:rPr>
              <a:t>引</a:t>
            </a:r>
            <a:r>
              <a:rPr lang="zh-CN" altLang="en-US" sz="2000" b="1">
                <a:solidFill>
                  <a:schemeClr val="tx1"/>
                </a:solidFill>
                <a:effectLst/>
                <a:latin typeface="楷体" panose="02010609060101010101" charset="-122"/>
                <a:ea typeface="楷体" panose="02010609060101010101" charset="-122"/>
                <a:cs typeface="楷体" panose="02010609060101010101" charset="-122"/>
              </a:rPr>
              <a:t>）；</a:t>
            </a:r>
          </a:p>
          <a:p>
            <a:pPr marL="0" indent="0">
              <a:lnSpc>
                <a:spcPct val="130000"/>
              </a:lnSpc>
              <a:spcBef>
                <a:spcPct val="0"/>
              </a:spcBef>
              <a:buNone/>
            </a:pPr>
            <a:r>
              <a:rPr lang="en-US" altLang="zh-CN" sz="2000" b="1">
                <a:solidFill>
                  <a:schemeClr val="tx1"/>
                </a:solidFill>
                <a:effectLst/>
                <a:latin typeface="楷体" panose="02010609060101010101" charset="-122"/>
                <a:ea typeface="楷体" panose="02010609060101010101" charset="-122"/>
                <a:cs typeface="楷体" panose="02010609060101010101" charset="-122"/>
              </a:rPr>
              <a:t>(2)</a:t>
            </a:r>
            <a:r>
              <a:rPr lang="zh-CN" altLang="en-US" sz="2000" b="1">
                <a:solidFill>
                  <a:schemeClr val="tx1"/>
                </a:solidFill>
                <a:effectLst/>
                <a:latin typeface="楷体" panose="02010609060101010101" charset="-122"/>
                <a:ea typeface="楷体" panose="02010609060101010101" charset="-122"/>
                <a:cs typeface="楷体" panose="02010609060101010101" charset="-122"/>
              </a:rPr>
              <a:t>地球上一切物体都受重力作用，物体所受重力的施力物体是地球；</a:t>
            </a:r>
          </a:p>
          <a:p>
            <a:pPr marL="0" indent="0" algn="just">
              <a:lnSpc>
                <a:spcPct val="130000"/>
              </a:lnSpc>
              <a:spcBef>
                <a:spcPct val="0"/>
              </a:spcBef>
              <a:buNone/>
            </a:pPr>
            <a:r>
              <a:rPr lang="en-US" altLang="zh-CN" sz="2000" b="1">
                <a:solidFill>
                  <a:schemeClr val="tx1"/>
                </a:solidFill>
                <a:effectLst/>
                <a:latin typeface="楷体" panose="02010609060101010101" charset="-122"/>
                <a:ea typeface="楷体" panose="02010609060101010101" charset="-122"/>
                <a:cs typeface="楷体" panose="02010609060101010101" charset="-122"/>
              </a:rPr>
              <a:t>(3)</a:t>
            </a:r>
            <a:r>
              <a:rPr lang="zh-CN" altLang="en-US" sz="2000" b="1">
                <a:solidFill>
                  <a:schemeClr val="tx1"/>
                </a:solidFill>
                <a:effectLst/>
                <a:latin typeface="楷体" panose="02010609060101010101" charset="-122"/>
                <a:ea typeface="楷体" panose="02010609060101010101" charset="-122"/>
                <a:cs typeface="楷体" panose="02010609060101010101" charset="-122"/>
              </a:rPr>
              <a:t>物体所受的重力与它所处的运动状态、速度大小、是否接触无关。</a:t>
            </a:r>
          </a:p>
        </p:txBody>
      </p:sp>
      <p:sp>
        <p:nvSpPr>
          <p:cNvPr id="4" name="圆角矩形 3">
            <a:hlinkClick/>
          </p:cNvPr>
          <p:cNvSpPr/>
          <p:nvPr>
            <p:custDataLst>
              <p:tags r:id="rId5"/>
            </p:custDataLst>
          </p:nvPr>
        </p:nvSpPr>
        <p:spPr>
          <a:xfrm>
            <a:off x="0" y="0"/>
            <a:ext cx="157543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29" name="TextBox 14">
            <a:hlinkClick/>
          </p:cNvPr>
          <p:cNvSpPr txBox="1">
            <a:spLocks noChangeArrowheads="1"/>
          </p:cNvSpPr>
          <p:nvPr>
            <p:custDataLst>
              <p:tags r:id="rId6"/>
            </p:custDataLst>
          </p:nvPr>
        </p:nvSpPr>
        <p:spPr bwMode="auto">
          <a:xfrm>
            <a:off x="38735" y="100330"/>
            <a:ext cx="153733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二、重力</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7"/>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7" name="文本框 6"/>
          <p:cNvSpPr txBox="1"/>
          <p:nvPr>
            <p:custDataLst>
              <p:tags r:id="rId8"/>
            </p:custDataLst>
          </p:nvPr>
        </p:nvSpPr>
        <p:spPr>
          <a:xfrm>
            <a:off x="367665" y="1825625"/>
            <a:ext cx="4525010" cy="398780"/>
          </a:xfrm>
          <a:prstGeom prst="rect">
            <a:avLst/>
          </a:prstGeom>
          <a:noFill/>
        </p:spPr>
        <p:txBody>
          <a:bodyPr wrap="none" rtlCol="0" anchor="t">
            <a:spAutoFit/>
          </a:bodyPr>
          <a:lstStyle/>
          <a:p>
            <a:r>
              <a:rPr lang="en-US" altLang="zh-CN" sz="2000" b="1">
                <a:latin typeface="宋体" panose="02010600030101010101" pitchFamily="2" charset="-122"/>
                <a:ea typeface="宋体" panose="02010600030101010101" pitchFamily="2" charset="-122"/>
                <a:cs typeface="宋体" panose="02010600030101010101" pitchFamily="2" charset="-122"/>
                <a:sym typeface="+mn-ea"/>
              </a:rPr>
              <a:t>2.</a:t>
            </a:r>
            <a:r>
              <a:rPr lang="zh-CN" altLang="en-US" sz="2000" b="1">
                <a:latin typeface="宋体" panose="02010600030101010101" pitchFamily="2" charset="-122"/>
                <a:ea typeface="宋体" panose="02010600030101010101" pitchFamily="2" charset="-122"/>
                <a:cs typeface="宋体" panose="02010600030101010101" pitchFamily="2" charset="-122"/>
                <a:sym typeface="+mn-ea"/>
              </a:rPr>
              <a:t>单位</a:t>
            </a:r>
            <a:r>
              <a:rPr lang="en-US" altLang="zh-CN" sz="2000" b="1">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b="1">
                <a:latin typeface="宋体" panose="02010600030101010101" pitchFamily="2" charset="-122"/>
                <a:ea typeface="宋体" panose="02010600030101010101" pitchFamily="2" charset="-122"/>
                <a:cs typeface="宋体" panose="02010600030101010101" pitchFamily="2" charset="-122"/>
                <a:sym typeface="+mn-ea"/>
              </a:rPr>
              <a:t>牛顿，简称牛，符号用</a:t>
            </a:r>
            <a:r>
              <a:rPr lang="en-US" altLang="zh-CN" sz="2000" b="1">
                <a:solidFill>
                  <a:srgbClr val="00B0F0"/>
                </a:solidFill>
                <a:latin typeface="宋体" panose="02010600030101010101" pitchFamily="2" charset="-122"/>
                <a:ea typeface="宋体" panose="02010600030101010101" pitchFamily="2" charset="-122"/>
                <a:cs typeface="宋体" panose="02010600030101010101" pitchFamily="2" charset="-122"/>
                <a:sym typeface="+mn-ea"/>
              </a:rPr>
              <a:t>N</a:t>
            </a:r>
            <a:r>
              <a:rPr lang="zh-CN" altLang="en-US" sz="2000" b="1">
                <a:latin typeface="宋体" panose="02010600030101010101" pitchFamily="2" charset="-122"/>
                <a:ea typeface="宋体" panose="02010600030101010101" pitchFamily="2" charset="-122"/>
                <a:cs typeface="宋体" panose="02010600030101010101" pitchFamily="2" charset="-122"/>
                <a:sym typeface="+mn-ea"/>
              </a:rPr>
              <a:t>表示。</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9" name="图片 8" descr="68079bd7f7d659f5ccc72872efdc6ebb"/>
          <p:cNvPicPr>
            <a:picLocks noChangeAspect="1"/>
          </p:cNvPicPr>
          <p:nvPr>
            <p:custDataLst>
              <p:tags r:id="rId10"/>
            </p:custDataLst>
          </p:nvPr>
        </p:nvPicPr>
        <p:blipFill>
          <a:blip r:embed="rId9"/>
          <a:stretch>
            <a:fillRect/>
          </a:stretch>
        </p:blipFill>
        <p:spPr>
          <a:xfrm>
            <a:off x="6772910" y="1266825"/>
            <a:ext cx="1986915" cy="1658620"/>
          </a:xfrm>
          <a:prstGeom prst="rect">
            <a:avLst/>
          </a:prstGeom>
        </p:spPr>
      </p:pic>
    </p:spTree>
  </p:cSld>
  <p:clrMapOvr>
    <a:masterClrMapping/>
  </p:clrMapOvr>
  <mc:AlternateContent>
    <mc:Choice xmlns:p15="http://schemas.microsoft.com/office/powerpoint/2012/main" Requires="p15">
      <p:transition spd="slow" p14:dur="2000">
        <p15:prstTrans prst="prestig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checkerboard(across)">
                                      <p:cBhvr>
                                        <p:cTn id="7" dur="500" fill="hold"/>
                                        <p:tgtEl>
                                          <p:spTgt spid="28675">
                                            <p:txEl>
                                              <p:pRg st="0" end="0"/>
                                            </p:txEl>
                                          </p:spTgt>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after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2290">
                                            <p:txEl>
                                              <p:pRg st="0" end="0"/>
                                            </p:txEl>
                                          </p:spTgt>
                                        </p:tgtEl>
                                        <p:attrNameLst>
                                          <p:attrName>style.visibility</p:attrName>
                                        </p:attrNameLst>
                                      </p:cBhvr>
                                      <p:to>
                                        <p:strVal val="visible"/>
                                      </p:to>
                                    </p:set>
                                    <p:anim calcmode="lin" valueType="num">
                                      <p:cBhvr additive="base">
                                        <p:cTn id="18" dur="500" fill="hold"/>
                                        <p:tgtEl>
                                          <p:spTgt spid="12290">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229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after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2290">
                                            <p:txEl>
                                              <p:pRg st="1" end="1"/>
                                            </p:txEl>
                                          </p:spTgt>
                                        </p:tgtEl>
                                        <p:attrNameLst>
                                          <p:attrName>style.visibility</p:attrName>
                                        </p:attrNameLst>
                                      </p:cBhvr>
                                      <p:to>
                                        <p:strVal val="visible"/>
                                      </p:to>
                                    </p:set>
                                    <p:anim calcmode="lin" valueType="num">
                                      <p:cBhvr additive="base">
                                        <p:cTn id="24" dur="500" fill="hold"/>
                                        <p:tgtEl>
                                          <p:spTgt spid="12290">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22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after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2290">
                                            <p:txEl>
                                              <p:pRg st="2" end="2"/>
                                            </p:txEl>
                                          </p:spTgt>
                                        </p:tgtEl>
                                        <p:attrNameLst>
                                          <p:attrName>style.visibility</p:attrName>
                                        </p:attrNameLst>
                                      </p:cBhvr>
                                      <p:to>
                                        <p:strVal val="visible"/>
                                      </p:to>
                                    </p:set>
                                    <p:anim calcmode="lin" valueType="num">
                                      <p:cBhvr additive="base">
                                        <p:cTn id="30" dur="500" fill="hold"/>
                                        <p:tgtEl>
                                          <p:spTgt spid="12290">
                                            <p:txEl>
                                              <p:pRg st="2" end="2"/>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229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afterGroup">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2290">
                                            <p:txEl>
                                              <p:pRg st="3" end="3"/>
                                            </p:txEl>
                                          </p:spTgt>
                                        </p:tgtEl>
                                        <p:attrNameLst>
                                          <p:attrName>style.visibility</p:attrName>
                                        </p:attrNameLst>
                                      </p:cBhvr>
                                      <p:to>
                                        <p:strVal val="visible"/>
                                      </p:to>
                                    </p:set>
                                    <p:anim calcmode="lin" valueType="num">
                                      <p:cBhvr additive="base">
                                        <p:cTn id="36" dur="500" fill="hold"/>
                                        <p:tgtEl>
                                          <p:spTgt spid="12290">
                                            <p:txEl>
                                              <p:pRg st="3" end="3"/>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229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P spid="12290" grpId="0" uiExpand="1" build="p"/>
      <p:bldP spid="7" grpId="0"/>
    </p:bldLst>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28675" name="Rectangle 2"/>
          <p:cNvSpPr>
            <a:spLocks noGrp="1"/>
          </p:cNvSpPr>
          <p:nvPr>
            <p:ph type="body" idx="1"/>
            <p:custDataLst>
              <p:tags r:id="rId3"/>
            </p:custDataLst>
          </p:nvPr>
        </p:nvSpPr>
        <p:spPr>
          <a:xfrm>
            <a:off x="569595" y="970915"/>
            <a:ext cx="1759585" cy="400685"/>
          </a:xfrm>
        </p:spPr>
        <p:txBody>
          <a:bodyPr wrap="square" lIns="68240" tIns="34120" rIns="68240" bIns="34120" anchor="t" anchorCtr="0">
            <a:noAutofit/>
          </a:bodyPr>
          <a:lstStyle/>
          <a:p>
            <a:pPr marL="0" indent="0" eaLnBrk="1" latinLnBrk="0" hangingPunct="1">
              <a:spcBef>
                <a:spcPct val="20000"/>
              </a:spcBef>
              <a:buClr>
                <a:schemeClr val="folHlink"/>
              </a:buClr>
              <a:buNone/>
            </a:pPr>
            <a:r>
              <a:rPr lang="en-US" sz="2000" b="1">
                <a:solidFill>
                  <a:schemeClr val="tx1"/>
                </a:solidFill>
                <a:effectLst/>
                <a:latin typeface="宋体" panose="02010600030101010101" pitchFamily="2" charset="-122"/>
                <a:ea typeface="宋体" panose="02010600030101010101" pitchFamily="2" charset="-122"/>
                <a:cs typeface="宋体" panose="02010600030101010101" pitchFamily="2" charset="-122"/>
              </a:rPr>
              <a:t>3.</a:t>
            </a:r>
            <a:r>
              <a:rPr sz="2000" b="1">
                <a:solidFill>
                  <a:schemeClr val="tx1"/>
                </a:solidFill>
                <a:effectLst/>
                <a:latin typeface="宋体" panose="02010600030101010101" pitchFamily="2" charset="-122"/>
                <a:ea typeface="宋体" panose="02010600030101010101" pitchFamily="2" charset="-122"/>
                <a:cs typeface="宋体" panose="02010600030101010101" pitchFamily="2" charset="-122"/>
              </a:rPr>
              <a:t>重力的大小</a:t>
            </a:r>
          </a:p>
        </p:txBody>
      </p:sp>
      <p:sp>
        <p:nvSpPr>
          <p:cNvPr id="13315" name="Rectangle 3"/>
          <p:cNvSpPr>
            <a:spLocks noGrp="1" noChangeArrowheads="1"/>
          </p:cNvSpPr>
          <p:nvPr>
            <p:custDataLst>
              <p:tags r:id="rId4"/>
            </p:custDataLst>
          </p:nvPr>
        </p:nvSpPr>
        <p:spPr>
          <a:xfrm>
            <a:off x="569595" y="1562100"/>
            <a:ext cx="6201410" cy="483235"/>
          </a:xfrm>
          <a:prstGeom prst="rect">
            <a:avLst/>
          </a:prstGeom>
        </p:spPr>
        <p:txBody>
          <a:bodyPr vert="horz" lIns="81405" tIns="40705" rIns="81405" bIns="40705" rtlCol="0">
            <a:noAutofit/>
          </a:bodyPr>
          <a:lst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fontAlgn="auto" hangingPunct="1">
              <a:lnSpc>
                <a:spcPct val="120000"/>
              </a:lnSpc>
              <a:spcBef>
                <a:spcPct val="0"/>
              </a:spcBef>
              <a:spcAft>
                <a:spcPct val="0"/>
              </a:spcAft>
              <a:buFont typeface="Arial" panose="020b0604020202020204" pitchFamily="34" charset="0"/>
              <a:buNone/>
              <a:defRPr/>
            </a:pPr>
            <a:r>
              <a:rPr lang="zh-CN" altLang="en-US" sz="2000" b="1">
                <a:solidFill>
                  <a:schemeClr val="tx1"/>
                </a:solidFill>
                <a:effectLst/>
                <a:latin typeface="宋体" panose="02010600030101010101" pitchFamily="2" charset="-122"/>
                <a:ea typeface="宋体" panose="02010600030101010101" pitchFamily="2" charset="-122"/>
                <a:cs typeface="宋体" panose="02010600030101010101" pitchFamily="2" charset="-122"/>
              </a:rPr>
              <a:t>重力的大小跟物体的质量 </a:t>
            </a:r>
            <a:r>
              <a:rPr lang="en-US" altLang="zh-CN" sz="2000" b="1">
                <a:solidFill>
                  <a:schemeClr val="tx1"/>
                </a:solidFill>
                <a:effectLst/>
                <a:latin typeface="宋体" panose="02010600030101010101" pitchFamily="2" charset="-122"/>
                <a:ea typeface="宋体" panose="02010600030101010101" pitchFamily="2" charset="-122"/>
                <a:cs typeface="宋体" panose="02010600030101010101" pitchFamily="2" charset="-122"/>
              </a:rPr>
              <a:t>m </a:t>
            </a:r>
            <a:r>
              <a:rPr lang="zh-CN" altLang="en-US" sz="2000" b="1">
                <a:solidFill>
                  <a:schemeClr val="tx1"/>
                </a:solidFill>
                <a:effectLst/>
                <a:latin typeface="宋体" panose="02010600030101010101" pitchFamily="2" charset="-122"/>
                <a:ea typeface="宋体" panose="02010600030101010101" pitchFamily="2" charset="-122"/>
                <a:cs typeface="宋体" panose="02010600030101010101" pitchFamily="2" charset="-122"/>
              </a:rPr>
              <a:t>成正比</a:t>
            </a:r>
            <a:r>
              <a:rPr lang="en-US" altLang="zh-CN" sz="2000" b="1">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lang="zh-CN" altLang="en-US" sz="2000" b="1">
                <a:solidFill>
                  <a:srgbClr val="000000"/>
                </a:solidFill>
                <a:effectLst/>
                <a:latin typeface="宋体" panose="02010600030101010101" pitchFamily="2" charset="-122"/>
                <a:ea typeface="宋体" panose="02010600030101010101" pitchFamily="2" charset="-122"/>
                <a:cs typeface="宋体" panose="02010600030101010101" pitchFamily="2" charset="-122"/>
              </a:rPr>
              <a:t>即：</a:t>
            </a:r>
            <a:r>
              <a:rPr lang="en-US" altLang="zh-CN" sz="2000" b="1">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sym typeface="+mn-ea"/>
              </a:rPr>
              <a:t>G = mg</a:t>
            </a:r>
          </a:p>
        </p:txBody>
      </p:sp>
      <p:sp>
        <p:nvSpPr>
          <p:cNvPr id="22537" name="Rectangle 13"/>
          <p:cNvSpPr>
            <a:spLocks noChangeArrowheads="1"/>
          </p:cNvSpPr>
          <p:nvPr>
            <p:custDataLst>
              <p:tags r:id="rId5"/>
            </p:custDataLst>
          </p:nvPr>
        </p:nvSpPr>
        <p:spPr bwMode="auto">
          <a:xfrm>
            <a:off x="4737100" y="4109085"/>
            <a:ext cx="2684145" cy="706755"/>
          </a:xfrm>
          <a:prstGeom prst="rect">
            <a:avLst/>
          </a:prstGeom>
          <a:noFill/>
          <a:ln w="9525">
            <a:noFill/>
            <a:miter lim="800000"/>
          </a:ln>
        </p:spPr>
        <p:txBody>
          <a:bodyPr>
            <a:spAutoFit/>
          </a:bodyPr>
          <a:lstStyle/>
          <a:p>
            <a:r>
              <a:rPr lang="zh-CN" altLang="en-US" sz="2000" b="1">
                <a:solidFill>
                  <a:schemeClr val="bg1"/>
                </a:solidFill>
                <a:effectLst/>
                <a:latin typeface="宋体" panose="02010600030101010101" pitchFamily="2" charset="-122"/>
                <a:ea typeface="宋体" panose="02010600030101010101" pitchFamily="2" charset="-122"/>
              </a:rPr>
              <a:t>弹簧秤测重力的原理是什么？</a:t>
            </a:r>
          </a:p>
        </p:txBody>
      </p:sp>
      <p:sp>
        <p:nvSpPr>
          <p:cNvPr id="13326" name="Rectangle 14"/>
          <p:cNvSpPr>
            <a:spLocks noChangeArrowheads="1"/>
          </p:cNvSpPr>
          <p:nvPr>
            <p:custDataLst>
              <p:tags r:id="rId6"/>
            </p:custDataLst>
          </p:nvPr>
        </p:nvSpPr>
        <p:spPr bwMode="auto">
          <a:xfrm>
            <a:off x="569595" y="2319655"/>
            <a:ext cx="4583430" cy="388620"/>
          </a:xfrm>
          <a:prstGeom prst="rect">
            <a:avLst/>
          </a:prstGeom>
          <a:noFill/>
          <a:ln w="9525">
            <a:noFill/>
            <a:miter lim="800000"/>
          </a:ln>
        </p:spPr>
        <p:txBody>
          <a:bodyPr wrap="square" lIns="81470" tIns="40735" rIns="81470" bIns="40735">
            <a:spAutoFit/>
          </a:bodyPr>
          <a:lstStyle/>
          <a:p>
            <a:r>
              <a:rPr lang="zh-CN" altLang="en-US" sz="2000" b="1">
                <a:solidFill>
                  <a:srgbClr val="000000"/>
                </a:solidFill>
                <a:effectLst/>
                <a:latin typeface="宋体" panose="02010600030101010101" pitchFamily="2" charset="-122"/>
                <a:ea typeface="宋体" panose="02010600030101010101" pitchFamily="2" charset="-122"/>
              </a:rPr>
              <a:t>其中</a:t>
            </a:r>
            <a:r>
              <a:rPr lang="en-US" altLang="zh-CN" sz="2000" b="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g = 9.8 N/kg</a:t>
            </a:r>
            <a:r>
              <a:rPr lang="en-US" altLang="zh-CN" sz="2000" b="1">
                <a:effectLst/>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b="1">
                <a:effectLst/>
                <a:latin typeface="宋体" panose="02010600030101010101" pitchFamily="2" charset="-122"/>
                <a:ea typeface="宋体" panose="02010600030101010101" pitchFamily="2" charset="-122"/>
                <a:cs typeface="宋体" panose="02010600030101010101" pitchFamily="2" charset="-122"/>
                <a:sym typeface="+mn-ea"/>
              </a:rPr>
              <a:t>粗略计算取</a:t>
            </a:r>
            <a:r>
              <a:rPr lang="en-US" altLang="zh-CN" sz="2000" b="1">
                <a:effectLst/>
                <a:latin typeface="Times New Roman" panose="02020603050405020304" pitchFamily="18" charset="0"/>
                <a:ea typeface="宋体" panose="02010600030101010101" pitchFamily="2" charset="-122"/>
                <a:cs typeface="Times New Roman" panose="02020603050405020304" pitchFamily="18" charset="0"/>
                <a:sym typeface="+mn-ea"/>
              </a:rPr>
              <a:t>10N/Kg</a:t>
            </a:r>
            <a:endParaRPr lang="en-US" altLang="zh-CN" sz="2000" b="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53" name="文本框 52"/>
          <p:cNvSpPr txBox="1"/>
          <p:nvPr>
            <p:custDataLst>
              <p:tags r:id="rId7"/>
            </p:custDataLst>
          </p:nvPr>
        </p:nvSpPr>
        <p:spPr>
          <a:xfrm>
            <a:off x="569595" y="2982595"/>
            <a:ext cx="6317615" cy="398780"/>
          </a:xfrm>
          <a:prstGeom prst="rect">
            <a:avLst/>
          </a:prstGeom>
          <a:noFill/>
          <a:ln w="28575">
            <a:noFill/>
          </a:ln>
        </p:spPr>
        <p:txBody>
          <a:bodyPr wrap="square" rtlCol="0" anchor="t">
            <a:spAutoFit/>
          </a:bodyPr>
          <a:lstStyle/>
          <a:p>
            <a:pPr fontAlgn="base">
              <a:spcBef>
                <a:spcPct val="0"/>
              </a:spcBef>
              <a:spcAft>
                <a:spcPct val="0"/>
              </a:spcAft>
            </a:pPr>
            <a:r>
              <a:rPr lang="zh-CN" altLang="en-US" sz="2000" b="1">
                <a:solidFill>
                  <a:schemeClr val="tx1"/>
                </a:solidFill>
                <a:effectLst/>
                <a:latin typeface="宋体" panose="02010600030101010101" pitchFamily="2" charset="-122"/>
                <a:ea typeface="宋体" panose="02010600030101010101" pitchFamily="2" charset="-122"/>
                <a:cs typeface="宋体" panose="02010600030101010101" pitchFamily="2" charset="-122"/>
                <a:sym typeface="+mn-ea"/>
              </a:rPr>
              <a:t>因为</a:t>
            </a:r>
            <a:r>
              <a:rPr lang="en-US" altLang="zh-CN" sz="2000" b="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rPr>
              <a:t>1 N/kg</a:t>
            </a:r>
            <a:r>
              <a:rPr lang="zh-CN" altLang="en-US" sz="2000" b="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b="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rPr>
              <a:t>1 m/s</a:t>
            </a:r>
            <a:r>
              <a:rPr lang="en-US" altLang="zh-CN" sz="2000" b="1" baseline="300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b="1" baseline="30000">
                <a:solidFill>
                  <a:schemeClr val="tx1"/>
                </a:solidFill>
                <a:effectLst/>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b="1">
                <a:solidFill>
                  <a:schemeClr val="tx1"/>
                </a:solidFill>
                <a:effectLst/>
                <a:latin typeface="宋体" panose="02010600030101010101" pitchFamily="2" charset="-122"/>
                <a:ea typeface="宋体" panose="02010600030101010101" pitchFamily="2" charset="-122"/>
                <a:cs typeface="宋体" panose="02010600030101010101" pitchFamily="2" charset="-122"/>
                <a:sym typeface="+mn-ea"/>
              </a:rPr>
              <a:t>，所以</a:t>
            </a:r>
            <a:r>
              <a:rPr lang="zh-CN" altLang="zh-CN" sz="2000" b="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rPr>
              <a:t> 9.8 N/kg = 9.8 m/s</a:t>
            </a:r>
            <a:r>
              <a:rPr lang="zh-CN" altLang="zh-CN" sz="2000" b="1" baseline="300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zh-CN" sz="2000" b="1">
                <a:solidFill>
                  <a:schemeClr val="tx1"/>
                </a:solidFill>
                <a:effectLst/>
                <a:latin typeface="宋体" panose="02010600030101010101" pitchFamily="2" charset="-122"/>
                <a:ea typeface="宋体" panose="02010600030101010101" pitchFamily="2" charset="-122"/>
                <a:cs typeface="宋体" panose="02010600030101010101" pitchFamily="2" charset="-122"/>
                <a:sym typeface="+mn-ea"/>
              </a:rPr>
              <a:t> 。</a:t>
            </a:r>
          </a:p>
        </p:txBody>
      </p:sp>
      <p:sp>
        <p:nvSpPr>
          <p:cNvPr id="4" name="圆角矩形 3">
            <a:hlinkClick/>
          </p:cNvPr>
          <p:cNvSpPr/>
          <p:nvPr>
            <p:custDataLst>
              <p:tags r:id="rId8"/>
            </p:custDataLst>
          </p:nvPr>
        </p:nvSpPr>
        <p:spPr>
          <a:xfrm>
            <a:off x="0" y="0"/>
            <a:ext cx="157543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29" name="TextBox 14">
            <a:hlinkClick/>
          </p:cNvPr>
          <p:cNvSpPr txBox="1">
            <a:spLocks noChangeArrowheads="1"/>
          </p:cNvSpPr>
          <p:nvPr>
            <p:custDataLst>
              <p:tags r:id="rId9"/>
            </p:custDataLst>
          </p:nvPr>
        </p:nvSpPr>
        <p:spPr bwMode="auto">
          <a:xfrm>
            <a:off x="38735" y="100330"/>
            <a:ext cx="153733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二、重力</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10"/>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5" name="文本框 4"/>
          <p:cNvSpPr txBox="1"/>
          <p:nvPr>
            <p:custDataLst>
              <p:tags r:id="rId11"/>
            </p:custDataLst>
          </p:nvPr>
        </p:nvSpPr>
        <p:spPr>
          <a:xfrm>
            <a:off x="480695" y="3574415"/>
            <a:ext cx="7753350" cy="1014730"/>
          </a:xfrm>
          <a:prstGeom prst="rect">
            <a:avLst/>
          </a:prstGeom>
          <a:noFill/>
        </p:spPr>
        <p:txBody>
          <a:bodyPr wrap="square" rtlCol="0" anchor="t">
            <a:spAutoFit/>
          </a:bodyPr>
          <a:lstStyle/>
          <a:p>
            <a:pPr>
              <a:lnSpc>
                <a:spcPct val="150000"/>
              </a:lnSpc>
            </a:pPr>
            <a:r>
              <a:rPr lang="en-US" altLang="zh-CN" sz="2000" b="1">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zh-CN" altLang="en-US" sz="2000" b="1">
                <a:solidFill>
                  <a:schemeClr val="tx1"/>
                </a:solidFill>
                <a:latin typeface="宋体" panose="02010600030101010101" pitchFamily="2" charset="-122"/>
                <a:ea typeface="宋体" panose="02010600030101010101" pitchFamily="2" charset="-122"/>
                <a:cs typeface="宋体" panose="02010600030101010101" pitchFamily="2" charset="-122"/>
              </a:rPr>
              <a:t>与前面学过的</a:t>
            </a:r>
            <a:r>
              <a:rPr lang="zh-CN" altLang="en-US" sz="2000" b="1">
                <a:solidFill>
                  <a:srgbClr val="00B0F0"/>
                </a:solidFill>
                <a:latin typeface="宋体" panose="02010600030101010101" pitchFamily="2" charset="-122"/>
                <a:ea typeface="宋体" panose="02010600030101010101" pitchFamily="2" charset="-122"/>
                <a:cs typeface="宋体" panose="02010600030101010101" pitchFamily="2" charset="-122"/>
              </a:rPr>
              <a:t>自由落体加速度</a:t>
            </a:r>
            <a:r>
              <a:rPr lang="zh-CN" altLang="en-US" sz="2000" b="1">
                <a:solidFill>
                  <a:schemeClr val="tx1"/>
                </a:solidFill>
                <a:latin typeface="宋体" panose="02010600030101010101" pitchFamily="2" charset="-122"/>
                <a:ea typeface="宋体" panose="02010600030101010101" pitchFamily="2" charset="-122"/>
                <a:cs typeface="宋体" panose="02010600030101010101" pitchFamily="2" charset="-122"/>
              </a:rPr>
              <a:t>一样吗？同一物体在不同地点的重力一样吗？</a:t>
            </a:r>
          </a:p>
        </p:txBody>
      </p:sp>
      <p:pic>
        <p:nvPicPr>
          <p:cNvPr id="2" name="图片 1" descr="ac8669780596a21d1af3300570866245"/>
          <p:cNvPicPr>
            <a:picLocks noChangeAspect="1"/>
          </p:cNvPicPr>
          <p:nvPr>
            <p:custDataLst>
              <p:tags r:id="rId13"/>
            </p:custDataLst>
          </p:nvPr>
        </p:nvPicPr>
        <p:blipFill>
          <a:blip r:embed="rId12"/>
          <a:stretch>
            <a:fillRect/>
          </a:stretch>
        </p:blipFill>
        <p:spPr>
          <a:xfrm>
            <a:off x="6508115" y="2040255"/>
            <a:ext cx="2058035" cy="1534160"/>
          </a:xfrm>
          <a:prstGeom prst="rect">
            <a:avLst/>
          </a:prstGeom>
        </p:spPr>
      </p:pic>
      <p:pic>
        <p:nvPicPr>
          <p:cNvPr id="28676" name="New picture"/>
          <p:cNvPicPr/>
          <p:nvPr>
            <p:custDataLst>
              <p:tags r:id="rId15"/>
            </p:custDataLst>
          </p:nvPr>
        </p:nvPicPr>
        <p:blipFill>
          <a:blip r:embed="rId14"/>
          <a:stretch>
            <a:fillRect/>
          </a:stretch>
        </p:blipFill>
        <p:spPr>
          <a:xfrm>
            <a:off x="11607800" y="12217400"/>
            <a:ext cx="355600" cy="266700"/>
          </a:xfrm>
          <a:prstGeom prst="cube">
            <a:avLst/>
          </a:prstGeom>
        </p:spPr>
      </p:pic>
    </p:spTree>
  </p:cSld>
  <p:clrMapOvr>
    <a:masterClrMapping/>
  </p:clrMapOvr>
  <mc:AlternateContent>
    <mc:Choice xmlns:p15="http://schemas.microsoft.com/office/powerpoint/2012/main" Requires="p15">
      <p:transition spd="slow" p14:dur="2000">
        <p15:prstTrans prst="prestig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checkerboard(across)">
                                      <p:cBhvr>
                                        <p:cTn id="7" dur="500" fill="hold"/>
                                        <p:tgtEl>
                                          <p:spTgt spid="28675">
                                            <p:txEl>
                                              <p:pRg st="0" end="0"/>
                                            </p:txEl>
                                          </p:spTgt>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3315">
                                            <p:txEl>
                                              <p:pRg st="0" end="0"/>
                                            </p:txEl>
                                          </p:spTgt>
                                        </p:tgtEl>
                                        <p:attrNameLst>
                                          <p:attrName>style.visibility</p:attrName>
                                        </p:attrNameLst>
                                      </p:cBhvr>
                                      <p:to>
                                        <p:strVal val="visible"/>
                                      </p:to>
                                    </p:set>
                                    <p:anim calcmode="lin" valueType="num">
                                      <p:cBhvr additive="base">
                                        <p:cTn id="12" dur="5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after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3326"/>
                                        </p:tgtEl>
                                        <p:attrNameLst>
                                          <p:attrName>style.visibility</p:attrName>
                                        </p:attrNameLst>
                                      </p:cBhvr>
                                      <p:to>
                                        <p:strVal val="visible"/>
                                      </p:to>
                                    </p:set>
                                    <p:anim calcmode="lin" valueType="num">
                                      <p:cBhvr additive="base">
                                        <p:cTn id="18" dur="500" fill="hold"/>
                                        <p:tgtEl>
                                          <p:spTgt spid="13326"/>
                                        </p:tgtEl>
                                        <p:attrNameLst>
                                          <p:attrName>ppt_x</p:attrName>
                                        </p:attrNameLst>
                                      </p:cBhvr>
                                      <p:tavLst>
                                        <p:tav tm="0">
                                          <p:val>
                                            <p:strVal val="#ppt_x"/>
                                          </p:val>
                                        </p:tav>
                                        <p:tav tm="100000">
                                          <p:val>
                                            <p:strVal val="#ppt_x"/>
                                          </p:val>
                                        </p:tav>
                                      </p:tavLst>
                                    </p:anim>
                                    <p:anim calcmode="lin" valueType="num">
                                      <p:cBhvr additive="base">
                                        <p:cTn id="19" dur="500" fill="hold"/>
                                        <p:tgtEl>
                                          <p:spTgt spid="13326"/>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after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53"/>
                                        </p:tgtEl>
                                        <p:attrNameLst>
                                          <p:attrName>style.visibility</p:attrName>
                                        </p:attrNameLst>
                                      </p:cBhvr>
                                      <p:to>
                                        <p:strVal val="visible"/>
                                      </p:to>
                                    </p:set>
                                    <p:animEffect transition="in" filter="wipe(left)">
                                      <p:cBhvr>
                                        <p:cTn id="24" dur="500"/>
                                        <p:tgtEl>
                                          <p:spTgt spid="53"/>
                                        </p:tgtEl>
                                      </p:cBhvr>
                                    </p:animEffect>
                                  </p:childTnLst>
                                </p:cTn>
                              </p:par>
                            </p:childTnLst>
                          </p:cTn>
                        </p:par>
                      </p:childTnLst>
                    </p:cTn>
                  </p:par>
                  <p:par>
                    <p:cTn id="25" fill="hold" nodeType="clickPar">
                      <p:stCondLst>
                        <p:cond delay="indefinite"/>
                      </p:stCondLst>
                      <p:childTnLst>
                        <p:par>
                          <p:cTn id="26" fill="hold" nodeType="afterGroup">
                            <p:stCondLst>
                              <p:cond delay="0"/>
                            </p:stCondLst>
                            <p:childTnLst>
                              <p:par>
                                <p:cTn id="27" presetID="2" presetClass="entr" presetSubtype="4"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after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ppt_x"/>
                                          </p:val>
                                        </p:tav>
                                        <p:tav tm="100000">
                                          <p:val>
                                            <p:strVal val="#ppt_x"/>
                                          </p:val>
                                        </p:tav>
                                      </p:tavLst>
                                    </p:anim>
                                    <p:anim calcmode="lin" valueType="num">
                                      <p:cBhvr additive="base">
                                        <p:cTn id="3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P spid="13315" grpId="0" build="p"/>
      <p:bldP spid="13326" grpId="0"/>
      <p:bldP spid="53" grpId="0"/>
      <p:bldP spid="5" grpId="0"/>
    </p:bldLst>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14338" name="Rectangle 2"/>
          <p:cNvSpPr>
            <a:spLocks noGrp="1" noRot="1" noChangeArrowheads="1"/>
          </p:cNvSpPr>
          <p:nvPr>
            <p:ph type="title" idx="4294967295"/>
            <p:custDataLst>
              <p:tags r:id="rId3"/>
            </p:custDataLst>
          </p:nvPr>
        </p:nvSpPr>
        <p:spPr>
          <a:xfrm>
            <a:off x="823934" y="1032115"/>
            <a:ext cx="1776302" cy="465573"/>
          </a:xfrm>
          <a:prstGeom prst="rect">
            <a:avLst/>
          </a:prstGeom>
          <a:ln>
            <a:solidFill>
              <a:srgbClr val="000000">
                <a:alpha val="0"/>
              </a:srgbClr>
            </a:solidFill>
          </a:ln>
        </p:spPr>
        <p:txBody>
          <a:bodyPr lIns="81405" tIns="40705" rIns="81405" bIns="40705"/>
          <a:lstStyle/>
          <a:p>
            <a:pPr algn="l" fontAlgn="auto">
              <a:lnSpc>
                <a:spcPct val="100000"/>
              </a:lnSpc>
            </a:pPr>
            <a:r>
              <a:rPr lang="en-US" altLang="zh-CN" sz="2000" b="1" i="0">
                <a:latin typeface="宋体" panose="02010600030101010101" pitchFamily="2" charset="-122"/>
                <a:ea typeface="宋体" panose="02010600030101010101" pitchFamily="2" charset="-122"/>
                <a:cs typeface="宋体" panose="02010600030101010101" pitchFamily="2" charset="-122"/>
              </a:rPr>
              <a:t>4.</a:t>
            </a:r>
            <a:r>
              <a:rPr lang="zh-CN" altLang="en-US" sz="2000" b="1" i="0">
                <a:latin typeface="宋体" panose="02010600030101010101" pitchFamily="2" charset="-122"/>
                <a:ea typeface="宋体" panose="02010600030101010101" pitchFamily="2" charset="-122"/>
                <a:cs typeface="宋体" panose="02010600030101010101" pitchFamily="2" charset="-122"/>
              </a:rPr>
              <a:t>重力的方向</a:t>
            </a:r>
          </a:p>
        </p:txBody>
      </p:sp>
      <p:sp>
        <p:nvSpPr>
          <p:cNvPr id="11" name="矩形 10"/>
          <p:cNvSpPr/>
          <p:nvPr>
            <p:custDataLst>
              <p:tags r:id="rId4"/>
            </p:custDataLst>
          </p:nvPr>
        </p:nvSpPr>
        <p:spPr>
          <a:xfrm>
            <a:off x="888271" y="1694327"/>
            <a:ext cx="4253724" cy="374650"/>
          </a:xfrm>
          <a:prstGeom prst="rect">
            <a:avLst/>
          </a:prstGeom>
          <a:ln w="19050">
            <a:solidFill>
              <a:srgbClr val="000000">
                <a:alpha val="0"/>
              </a:srgbClr>
            </a:solidFill>
            <a:prstDash val="dash"/>
          </a:ln>
        </p:spPr>
        <p:txBody>
          <a:bodyPr wrap="square" lIns="68356" tIns="34175" rIns="68356" bIns="34175">
            <a:spAutoFit/>
          </a:bodyPr>
          <a:lstStyle/>
          <a:p>
            <a:r>
              <a:rPr lang="zh-CN" altLang="en-US" sz="2000" b="1">
                <a:solidFill>
                  <a:srgbClr val="00B0F0"/>
                </a:solidFill>
                <a:latin typeface="宋体" panose="02010600030101010101" pitchFamily="2" charset="-122"/>
                <a:ea typeface="宋体" panose="02010600030101010101" pitchFamily="2" charset="-122"/>
              </a:rPr>
              <a:t>竖直向下（或垂直于水平面向下）。</a:t>
            </a:r>
          </a:p>
        </p:txBody>
      </p:sp>
      <p:pic>
        <p:nvPicPr>
          <p:cNvPr id="2" name="图片 1" descr="47404119db91dcbe4ea6d0bd0822d8dc"/>
          <p:cNvPicPr>
            <a:picLocks noChangeAspect="1"/>
          </p:cNvPicPr>
          <p:nvPr>
            <p:custDataLst>
              <p:tags r:id="rId6"/>
            </p:custDataLst>
          </p:nvPr>
        </p:nvPicPr>
        <p:blipFill>
          <a:blip r:embed="rId5"/>
          <a:stretch>
            <a:fillRect/>
          </a:stretch>
        </p:blipFill>
        <p:spPr>
          <a:xfrm>
            <a:off x="5674995" y="614680"/>
            <a:ext cx="1818005" cy="1818005"/>
          </a:xfrm>
          <a:prstGeom prst="rect">
            <a:avLst/>
          </a:prstGeom>
        </p:spPr>
      </p:pic>
      <p:sp>
        <p:nvSpPr>
          <p:cNvPr id="4" name="圆角矩形 3">
            <a:hlinkClick/>
          </p:cNvPr>
          <p:cNvSpPr/>
          <p:nvPr>
            <p:custDataLst>
              <p:tags r:id="rId7"/>
            </p:custDataLst>
          </p:nvPr>
        </p:nvSpPr>
        <p:spPr>
          <a:xfrm>
            <a:off x="0" y="0"/>
            <a:ext cx="157543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29" name="TextBox 14">
            <a:hlinkClick/>
          </p:cNvPr>
          <p:cNvSpPr txBox="1">
            <a:spLocks noChangeArrowheads="1"/>
          </p:cNvSpPr>
          <p:nvPr>
            <p:custDataLst>
              <p:tags r:id="rId8"/>
            </p:custDataLst>
          </p:nvPr>
        </p:nvSpPr>
        <p:spPr bwMode="auto">
          <a:xfrm>
            <a:off x="38735" y="100330"/>
            <a:ext cx="153733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二、重力</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9"/>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pic>
        <p:nvPicPr>
          <p:cNvPr id="82949" name="Picture 5" descr="D:\USER\Desktop\ba3173f397795e2ffcc2a5d2bfc5fb77.jpg"/>
          <p:cNvPicPr>
            <a:picLocks noChangeAspect="1" noChangeArrowheads="1"/>
          </p:cNvPicPr>
          <p:nvPr>
            <p:custDataLst>
              <p:tags r:id="rId11"/>
            </p:custDataLst>
          </p:nvPr>
        </p:nvPicPr>
        <p:blipFill>
          <a:blip r:embed="rId10"/>
          <a:srcRect b="9459"/>
          <a:stretch>
            <a:fillRect/>
          </a:stretch>
        </p:blipFill>
        <p:spPr bwMode="auto">
          <a:xfrm>
            <a:off x="4351020" y="2510155"/>
            <a:ext cx="3838575" cy="2378710"/>
          </a:xfrm>
          <a:prstGeom prst="rect">
            <a:avLst/>
          </a:prstGeom>
          <a:noFill/>
        </p:spPr>
      </p:pic>
      <p:pic>
        <p:nvPicPr>
          <p:cNvPr id="9" name="图片 8"/>
          <p:cNvPicPr>
            <a:picLocks noChangeAspect="1"/>
          </p:cNvPicPr>
          <p:nvPr>
            <p:custDataLst>
              <p:tags r:id="rId13"/>
            </p:custDataLst>
          </p:nvPr>
        </p:nvPicPr>
        <p:blipFill>
          <a:blip r:embed="rId12"/>
          <a:stretch>
            <a:fillRect/>
          </a:stretch>
        </p:blipFill>
        <p:spPr>
          <a:xfrm>
            <a:off x="888365" y="2510155"/>
            <a:ext cx="3197860" cy="2398395"/>
          </a:xfrm>
          <a:prstGeom prst="rect">
            <a:avLst/>
          </a:prstGeom>
        </p:spPr>
      </p:pic>
    </p:spTree>
  </p:cSld>
  <p:clrMapOvr>
    <a:masterClrMapping/>
  </p:clrMapOvr>
  <mc:AlternateContent>
    <mc:Choice xmlns:p15="http://schemas.microsoft.com/office/powerpoint/2012/main" Requires="p15">
      <p:transition spd="slow" p14:dur="2000">
        <p15:prstTrans prst="prestig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after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2949"/>
                                        </p:tgtEl>
                                        <p:attrNameLst>
                                          <p:attrName>style.visibility</p:attrName>
                                        </p:attrNameLst>
                                      </p:cBhvr>
                                      <p:to>
                                        <p:strVal val="visible"/>
                                      </p:to>
                                    </p:set>
                                    <p:anim calcmode="lin" valueType="num">
                                      <p:cBhvr additive="base">
                                        <p:cTn id="13" dur="500" fill="hold"/>
                                        <p:tgtEl>
                                          <p:spTgt spid="82949"/>
                                        </p:tgtEl>
                                        <p:attrNameLst>
                                          <p:attrName>ppt_x</p:attrName>
                                        </p:attrNameLst>
                                      </p:cBhvr>
                                      <p:tavLst>
                                        <p:tav tm="0">
                                          <p:val>
                                            <p:strVal val="#ppt_x"/>
                                          </p:val>
                                        </p:tav>
                                        <p:tav tm="100000">
                                          <p:val>
                                            <p:strVal val="#ppt_x"/>
                                          </p:val>
                                        </p:tav>
                                      </p:tavLst>
                                    </p:anim>
                                    <p:anim calcmode="lin" valueType="num">
                                      <p:cBhvr additive="base">
                                        <p:cTn id="14" dur="500" fill="hold"/>
                                        <p:tgtEl>
                                          <p:spTgt spid="8294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after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afterGroup">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grpSp>
        <p:nvGrpSpPr>
          <p:cNvPr id="34" name="组合 33"/>
          <p:cNvGrpSpPr/>
          <p:nvPr>
            <p:custDataLst>
              <p:tags r:id="rId3"/>
            </p:custDataLst>
          </p:nvPr>
        </p:nvGrpSpPr>
        <p:grpSpPr>
          <a:xfrm>
            <a:off x="1132237" y="3161990"/>
            <a:ext cx="1915011" cy="1650051"/>
            <a:chOff x="9723" y="4468"/>
            <a:chExt cx="3016" cy="2599"/>
          </a:xfrm>
        </p:grpSpPr>
        <p:pic>
          <p:nvPicPr>
            <p:cNvPr id="33" name="Picture 2"/>
            <p:cNvPicPr>
              <a:picLocks noChangeAspect="1" noChangeArrowheads="1"/>
            </p:cNvPicPr>
            <p:nvPr>
              <p:custDataLst>
                <p:tags r:id="rId5"/>
              </p:custDataLst>
            </p:nvPr>
          </p:nvPicPr>
          <p:blipFill>
            <a:blip r:embed="rId4"/>
            <a:srcRect l="1542" t="1123" r="1826" b="1123"/>
            <a:stretch>
              <a:fillRect/>
            </a:stretch>
          </p:blipFill>
          <p:spPr bwMode="auto">
            <a:xfrm>
              <a:off x="10099" y="4636"/>
              <a:ext cx="2253" cy="2191"/>
            </a:xfrm>
            <a:prstGeom prst="ellipse">
              <a:avLst/>
            </a:prstGeom>
            <a:noFill/>
            <a:ln w="9525">
              <a:noFill/>
              <a:miter lim="800000"/>
            </a:ln>
            <a:effectLst/>
          </p:spPr>
        </p:pic>
        <p:sp>
          <p:nvSpPr>
            <p:cNvPr id="21" name="直接连接符 226306"/>
            <p:cNvSpPr>
              <a:spLocks noChangeShapeType="1"/>
            </p:cNvSpPr>
            <p:nvPr>
              <p:custDataLst>
                <p:tags r:id="rId6"/>
              </p:custDataLst>
            </p:nvPr>
          </p:nvSpPr>
          <p:spPr bwMode="auto">
            <a:xfrm flipH="1" flipV="1">
              <a:off x="11276" y="6269"/>
              <a:ext cx="2" cy="797"/>
            </a:xfrm>
            <a:prstGeom prst="line">
              <a:avLst/>
            </a:prstGeom>
            <a:noFill/>
            <a:ln w="38100">
              <a:solidFill>
                <a:srgbClr val="FF0000"/>
              </a:solidFill>
              <a:round/>
              <a:tailEnd type="stealth" w="lg" len="lg"/>
            </a:ln>
            <a:extLst>
              <a:ext uri="{909E8E84-426E-40DD-AFC4-6F175D3DCCD1}">
                <a14:hiddenFill xmlns:a14="http://schemas.microsoft.com/office/drawing/2010/main">
                  <a:noFill/>
                </a14:hiddenFill>
              </a:ext>
            </a:extLst>
          </p:spPr>
          <p:txBody>
            <a:bodyPr/>
            <a:lstStyle/>
            <a:p>
              <a:endParaRPr lang="zh-CN" altLang="en-US" sz="100"/>
            </a:p>
          </p:txBody>
        </p:sp>
        <p:sp>
          <p:nvSpPr>
            <p:cNvPr id="22" name="直接连接符 226307"/>
            <p:cNvSpPr>
              <a:spLocks noChangeShapeType="1"/>
            </p:cNvSpPr>
            <p:nvPr>
              <p:custDataLst>
                <p:tags r:id="rId7"/>
              </p:custDataLst>
            </p:nvPr>
          </p:nvSpPr>
          <p:spPr bwMode="auto">
            <a:xfrm flipH="1">
              <a:off x="11892" y="5775"/>
              <a:ext cx="847" cy="2"/>
            </a:xfrm>
            <a:prstGeom prst="line">
              <a:avLst/>
            </a:prstGeom>
            <a:noFill/>
            <a:ln w="38100">
              <a:solidFill>
                <a:srgbClr val="FF0000"/>
              </a:solidFill>
              <a:round/>
              <a:tailEnd type="stealth" w="lg" len="lg"/>
            </a:ln>
            <a:extLst>
              <a:ext uri="{909E8E84-426E-40DD-AFC4-6F175D3DCCD1}">
                <a14:hiddenFill xmlns:a14="http://schemas.microsoft.com/office/drawing/2010/main">
                  <a:noFill/>
                </a14:hiddenFill>
              </a:ext>
            </a:extLst>
          </p:spPr>
          <p:txBody>
            <a:bodyPr/>
            <a:lstStyle/>
            <a:p>
              <a:endParaRPr lang="zh-CN" altLang="en-US" sz="100"/>
            </a:p>
          </p:txBody>
        </p:sp>
        <p:sp>
          <p:nvSpPr>
            <p:cNvPr id="23" name="直接连接符 226308"/>
            <p:cNvSpPr>
              <a:spLocks noChangeShapeType="1"/>
            </p:cNvSpPr>
            <p:nvPr>
              <p:custDataLst>
                <p:tags r:id="rId8"/>
              </p:custDataLst>
            </p:nvPr>
          </p:nvSpPr>
          <p:spPr bwMode="auto">
            <a:xfrm flipH="1">
              <a:off x="11225" y="4468"/>
              <a:ext cx="2" cy="797"/>
            </a:xfrm>
            <a:prstGeom prst="line">
              <a:avLst/>
            </a:prstGeom>
            <a:noFill/>
            <a:ln w="38100">
              <a:solidFill>
                <a:srgbClr val="FF0000"/>
              </a:solidFill>
              <a:round/>
              <a:tailEnd type="stealth" w="lg" len="lg"/>
            </a:ln>
            <a:extLst>
              <a:ext uri="{909E8E84-426E-40DD-AFC4-6F175D3DCCD1}">
                <a14:hiddenFill xmlns:a14="http://schemas.microsoft.com/office/drawing/2010/main">
                  <a:noFill/>
                </a14:hiddenFill>
              </a:ext>
            </a:extLst>
          </p:spPr>
          <p:txBody>
            <a:bodyPr/>
            <a:lstStyle/>
            <a:p>
              <a:endParaRPr lang="zh-CN" altLang="en-US" sz="100"/>
            </a:p>
          </p:txBody>
        </p:sp>
        <p:sp>
          <p:nvSpPr>
            <p:cNvPr id="24" name="直接连接符 226309"/>
            <p:cNvSpPr>
              <a:spLocks noChangeShapeType="1"/>
            </p:cNvSpPr>
            <p:nvPr>
              <p:custDataLst>
                <p:tags r:id="rId9"/>
              </p:custDataLst>
            </p:nvPr>
          </p:nvSpPr>
          <p:spPr bwMode="auto">
            <a:xfrm>
              <a:off x="9723" y="5775"/>
              <a:ext cx="847" cy="2"/>
            </a:xfrm>
            <a:prstGeom prst="line">
              <a:avLst/>
            </a:prstGeom>
            <a:noFill/>
            <a:ln w="38100">
              <a:solidFill>
                <a:srgbClr val="FF0000"/>
              </a:solidFill>
              <a:round/>
              <a:tailEnd type="stealth" w="lg" len="lg"/>
            </a:ln>
            <a:extLst>
              <a:ext uri="{909E8E84-426E-40DD-AFC4-6F175D3DCCD1}">
                <a14:hiddenFill xmlns:a14="http://schemas.microsoft.com/office/drawing/2010/main">
                  <a:noFill/>
                </a14:hiddenFill>
              </a:ext>
            </a:extLst>
          </p:spPr>
          <p:txBody>
            <a:bodyPr/>
            <a:lstStyle/>
            <a:p>
              <a:endParaRPr lang="zh-CN" altLang="en-US" sz="100"/>
            </a:p>
          </p:txBody>
        </p:sp>
      </p:grpSp>
      <p:sp>
        <p:nvSpPr>
          <p:cNvPr id="6" name="文本框 5"/>
          <p:cNvSpPr txBox="1"/>
          <p:nvPr>
            <p:custDataLst>
              <p:tags r:id="rId10"/>
            </p:custDataLst>
          </p:nvPr>
        </p:nvSpPr>
        <p:spPr>
          <a:xfrm>
            <a:off x="893445" y="1667510"/>
            <a:ext cx="7128510" cy="1013460"/>
          </a:xfrm>
          <a:prstGeom prst="rect">
            <a:avLst/>
          </a:prstGeom>
          <a:solidFill>
            <a:schemeClr val="accent5"/>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1" hangingPunct="0">
              <a:lnSpc>
                <a:spcPct val="150000"/>
              </a:lnSpc>
              <a:spcBef>
                <a:spcPct val="0"/>
              </a:spcBef>
              <a:spcAft>
                <a:spcPct val="0"/>
              </a:spcAft>
              <a:buClrTx/>
              <a:buSzTx/>
              <a:buFontTx/>
              <a:buNone/>
            </a:pPr>
            <a:r>
              <a:rPr lang="zh-CN" altLang="en-US" sz="2000" b="1">
                <a:solidFill>
                  <a:srgbClr val="FF0000"/>
                </a:solidFill>
                <a:latin typeface="宋体" panose="02010600030101010101" pitchFamily="2" charset="-122"/>
                <a:ea typeface="宋体" panose="02010600030101010101" pitchFamily="2" charset="-122"/>
                <a:sym typeface="+mn-ea"/>
              </a:rPr>
              <a:t>说明：</a:t>
            </a:r>
            <a:r>
              <a:rPr lang="zh-CN" altLang="en-US" sz="2000" b="1">
                <a:solidFill>
                  <a:schemeClr val="tx1"/>
                </a:solidFill>
                <a:latin typeface="宋体" panose="02010600030101010101" pitchFamily="2" charset="-122"/>
                <a:ea typeface="宋体" panose="02010600030101010101" pitchFamily="2" charset="-122"/>
                <a:sym typeface="+mn-ea"/>
              </a:rPr>
              <a:t>地球上不同地方重力方向不同，</a:t>
            </a:r>
            <a:r>
              <a:rPr lang="zh-CN" altLang="en-US" sz="2000" b="1">
                <a:solidFill>
                  <a:srgbClr val="00B0F0"/>
                </a:solidFill>
                <a:latin typeface="宋体" panose="02010600030101010101" pitchFamily="2" charset="-122"/>
                <a:ea typeface="宋体" panose="02010600030101010101" pitchFamily="2" charset="-122"/>
                <a:cs typeface="宋体" panose="02010600030101010101" pitchFamily="2" charset="-122"/>
                <a:sym typeface="+mn-ea"/>
              </a:rPr>
              <a:t>竖直向下</a:t>
            </a:r>
            <a:r>
              <a:rPr lang="zh-CN" altLang="en-US" sz="20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b="1">
                <a:solidFill>
                  <a:srgbClr val="00B0F0"/>
                </a:solidFill>
                <a:latin typeface="宋体" panose="02010600030101010101" pitchFamily="2" charset="-122"/>
                <a:ea typeface="宋体" panose="02010600030101010101" pitchFamily="2" charset="-122"/>
                <a:cs typeface="宋体" panose="02010600030101010101" pitchFamily="2" charset="-122"/>
                <a:sym typeface="+mn-ea"/>
              </a:rPr>
              <a:t>指向地心</a:t>
            </a:r>
            <a:r>
              <a:rPr lang="zh-CN" altLang="en-US" sz="2000" b="1">
                <a:latin typeface="宋体" panose="02010600030101010101" pitchFamily="2" charset="-122"/>
                <a:ea typeface="宋体" panose="02010600030101010101" pitchFamily="2" charset="-122"/>
                <a:cs typeface="宋体" panose="02010600030101010101" pitchFamily="2" charset="-122"/>
                <a:sym typeface="+mn-ea"/>
              </a:rPr>
              <a:t>，</a:t>
            </a:r>
            <a:r>
              <a:rPr lang="zh-CN" altLang="zh-CN" sz="20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也不能说垂直地面向下，</a:t>
            </a:r>
            <a:r>
              <a:rPr lang="zh-CN" altLang="en-US" sz="2000" b="1">
                <a:latin typeface="宋体" panose="02010600030101010101" pitchFamily="2" charset="-122"/>
                <a:ea typeface="宋体" panose="02010600030101010101" pitchFamily="2" charset="-122"/>
                <a:cs typeface="宋体" panose="02010600030101010101" pitchFamily="2" charset="-122"/>
                <a:sym typeface="+mn-ea"/>
              </a:rPr>
              <a:t>只有两极和赤道处指向地心。</a:t>
            </a:r>
            <a:endParaRPr kumimoji="0" lang="zh-CN" altLang="en-US" sz="2000" b="1" i="0" u="none" strike="noStrike" cap="none" spc="0" normalizeH="0" baseline="0">
              <a:ln>
                <a:noFill/>
              </a:ln>
              <a:solidFill>
                <a:srgbClr val="000000"/>
              </a:solidFill>
              <a:effectLst/>
              <a:uFillTx/>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4338" name="Rectangle 2"/>
          <p:cNvSpPr>
            <a:spLocks noGrp="1" noRot="1" noChangeArrowheads="1"/>
          </p:cNvSpPr>
          <p:nvPr>
            <p:ph type="title" idx="4294967295"/>
            <p:custDataLst>
              <p:tags r:id="rId11"/>
            </p:custDataLst>
          </p:nvPr>
        </p:nvSpPr>
        <p:spPr>
          <a:xfrm>
            <a:off x="735034" y="1047990"/>
            <a:ext cx="1776302" cy="465573"/>
          </a:xfrm>
          <a:prstGeom prst="rect">
            <a:avLst/>
          </a:prstGeom>
          <a:ln>
            <a:solidFill>
              <a:srgbClr val="000000">
                <a:alpha val="0"/>
              </a:srgbClr>
            </a:solidFill>
          </a:ln>
        </p:spPr>
        <p:txBody>
          <a:bodyPr lIns="81405" tIns="40705" rIns="81405" bIns="40705"/>
          <a:lstStyle/>
          <a:p>
            <a:pPr algn="l" fontAlgn="auto">
              <a:lnSpc>
                <a:spcPct val="100000"/>
              </a:lnSpc>
            </a:pPr>
            <a:r>
              <a:rPr lang="en-US" altLang="zh-CN" sz="2000" b="1" i="0">
                <a:latin typeface="宋体" panose="02010600030101010101" pitchFamily="2" charset="-122"/>
                <a:ea typeface="宋体" panose="02010600030101010101" pitchFamily="2" charset="-122"/>
                <a:cs typeface="宋体" panose="02010600030101010101" pitchFamily="2" charset="-122"/>
              </a:rPr>
              <a:t>4.</a:t>
            </a:r>
            <a:r>
              <a:rPr lang="zh-CN" altLang="en-US" sz="2000" b="1" i="0">
                <a:latin typeface="宋体" panose="02010600030101010101" pitchFamily="2" charset="-122"/>
                <a:ea typeface="宋体" panose="02010600030101010101" pitchFamily="2" charset="-122"/>
                <a:cs typeface="宋体" panose="02010600030101010101" pitchFamily="2" charset="-122"/>
              </a:rPr>
              <a:t>重力的方向</a:t>
            </a:r>
          </a:p>
        </p:txBody>
      </p:sp>
      <p:sp>
        <p:nvSpPr>
          <p:cNvPr id="5" name="圆角矩形 4">
            <a:hlinkClick/>
          </p:cNvPr>
          <p:cNvSpPr/>
          <p:nvPr>
            <p:custDataLst>
              <p:tags r:id="rId12"/>
            </p:custDataLst>
          </p:nvPr>
        </p:nvSpPr>
        <p:spPr>
          <a:xfrm>
            <a:off x="0" y="0"/>
            <a:ext cx="157543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9" name="TextBox 14">
            <a:hlinkClick/>
          </p:cNvPr>
          <p:cNvSpPr txBox="1">
            <a:spLocks noChangeArrowheads="1"/>
          </p:cNvSpPr>
          <p:nvPr>
            <p:custDataLst>
              <p:tags r:id="rId13"/>
            </p:custDataLst>
          </p:nvPr>
        </p:nvSpPr>
        <p:spPr bwMode="auto">
          <a:xfrm>
            <a:off x="38735" y="100330"/>
            <a:ext cx="153733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二、重力</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14"/>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grpSp>
        <p:nvGrpSpPr>
          <p:cNvPr id="42" name="组合 41"/>
          <p:cNvGrpSpPr/>
          <p:nvPr>
            <p:custDataLst>
              <p:tags r:id="rId15"/>
            </p:custDataLst>
          </p:nvPr>
        </p:nvGrpSpPr>
        <p:grpSpPr>
          <a:xfrm>
            <a:off x="3594100" y="3348355"/>
            <a:ext cx="2029460" cy="1280795"/>
            <a:chOff x="5660" y="5273"/>
            <a:chExt cx="3196" cy="2017"/>
          </a:xfrm>
        </p:grpSpPr>
        <p:pic>
          <p:nvPicPr>
            <p:cNvPr id="40" name="图片 39" descr="32313539303338363b32313539303336323bd0a1c6fbb3b5"/>
            <p:cNvPicPr>
              <a:picLocks noChangeAspect="1"/>
            </p:cNvPicPr>
            <p:nvPr>
              <p:custDataLst>
                <p:tags r:id="rId18"/>
              </p:custDataLst>
            </p:nvPr>
          </p:nvPicPr>
          <p:blipFill>
            <a:blip r:embed="rId16">
              <a:extLst>
                <a:ext uri="{96DAC541-7B7A-43D3-8B79-37D633B846F1}">
                  <asvg:svgBlip xmlns:asvg="http://schemas.microsoft.com/office/drawing/2016/SVG/main" xmlns="" r:embed="rId17"/>
                </a:ext>
              </a:extLst>
            </a:blip>
            <a:stretch>
              <a:fillRect/>
            </a:stretch>
          </p:blipFill>
          <p:spPr>
            <a:xfrm>
              <a:off x="6472" y="5273"/>
              <a:ext cx="1440" cy="1440"/>
            </a:xfrm>
            <a:prstGeom prst="rect">
              <a:avLst/>
            </a:prstGeom>
          </p:spPr>
        </p:pic>
        <p:grpSp>
          <p:nvGrpSpPr>
            <p:cNvPr id="31" name="组合 30"/>
            <p:cNvGrpSpPr/>
            <p:nvPr>
              <p:custDataLst>
                <p:tags r:id="rId19"/>
              </p:custDataLst>
            </p:nvPr>
          </p:nvGrpSpPr>
          <p:grpSpPr>
            <a:xfrm>
              <a:off x="5660" y="6078"/>
              <a:ext cx="3196" cy="1213"/>
              <a:chOff x="4791" y="5933"/>
              <a:chExt cx="3196" cy="1213"/>
            </a:xfrm>
          </p:grpSpPr>
          <p:cxnSp>
            <p:nvCxnSpPr>
              <p:cNvPr id="14" name="直接连接符 13"/>
              <p:cNvCxnSpPr/>
              <p:nvPr>
                <p:custDataLst>
                  <p:tags r:id="rId20"/>
                </p:custDataLst>
              </p:nvPr>
            </p:nvCxnSpPr>
            <p:spPr>
              <a:xfrm>
                <a:off x="4791" y="6272"/>
                <a:ext cx="3196" cy="0"/>
              </a:xfrm>
              <a:prstGeom prst="line">
                <a:avLst/>
              </a:prstGeom>
              <a:noFill/>
              <a:ln w="28575" cap="flat" cmpd="sng">
                <a:solidFill>
                  <a:schemeClr val="accent5">
                    <a:lumMod val="75000"/>
                  </a:schemeClr>
                </a:solidFill>
                <a:prstDash val="solid"/>
                <a:miter lim="800000"/>
              </a:ln>
            </p:spPr>
            <p:style>
              <a:lnRef idx="0">
                <a:scrgbClr r="0" g="0" b="0"/>
              </a:lnRef>
              <a:fillRef idx="0">
                <a:scrgbClr r="0" g="0" b="0"/>
              </a:fillRef>
              <a:effectRef idx="0">
                <a:scrgbClr r="0" g="0" b="0"/>
              </a:effectRef>
              <a:fontRef idx="none"/>
            </p:style>
          </p:cxnSp>
          <p:sp>
            <p:nvSpPr>
              <p:cNvPr id="13" name="Line 7"/>
              <p:cNvSpPr>
                <a:spLocks noChangeShapeType="1"/>
              </p:cNvSpPr>
              <p:nvPr>
                <p:custDataLst>
                  <p:tags r:id="rId21"/>
                </p:custDataLst>
              </p:nvPr>
            </p:nvSpPr>
            <p:spPr bwMode="auto">
              <a:xfrm flipH="1">
                <a:off x="6387" y="5933"/>
                <a:ext cx="2" cy="1029"/>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sz="100"/>
              </a:p>
            </p:txBody>
          </p:sp>
          <p:sp>
            <p:nvSpPr>
              <p:cNvPr id="15" name="文本框 14"/>
              <p:cNvSpPr txBox="1"/>
              <p:nvPr>
                <p:custDataLst>
                  <p:tags r:id="rId22"/>
                </p:custDataLst>
              </p:nvPr>
            </p:nvSpPr>
            <p:spPr>
              <a:xfrm>
                <a:off x="6484" y="6568"/>
                <a:ext cx="422" cy="57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en-US" altLang="zh-CN" sz="1800" b="0" i="0" u="none" strike="noStrike" cap="none" spc="0" normalizeH="0" baseline="0">
                    <a:ln>
                      <a:noFill/>
                    </a:ln>
                    <a:solidFill>
                      <a:srgbClr val="000000"/>
                    </a:solidFill>
                    <a:effectLst/>
                    <a:uFillTx/>
                    <a:latin typeface="Arial"/>
                    <a:ea typeface="Arial"/>
                    <a:cs typeface="Arial"/>
                    <a:sym typeface="Arial"/>
                  </a:rPr>
                  <a:t>G</a:t>
                </a:r>
              </a:p>
            </p:txBody>
          </p:sp>
        </p:grpSp>
      </p:grpSp>
      <p:grpSp>
        <p:nvGrpSpPr>
          <p:cNvPr id="35" name="组合 34"/>
          <p:cNvGrpSpPr/>
          <p:nvPr>
            <p:custDataLst>
              <p:tags r:id="rId23"/>
            </p:custDataLst>
          </p:nvPr>
        </p:nvGrpSpPr>
        <p:grpSpPr>
          <a:xfrm>
            <a:off x="6345555" y="3159125"/>
            <a:ext cx="2294890" cy="1399540"/>
            <a:chOff x="5618" y="4733"/>
            <a:chExt cx="3614" cy="2204"/>
          </a:xfrm>
        </p:grpSpPr>
        <p:grpSp>
          <p:nvGrpSpPr>
            <p:cNvPr id="36" name="Group 4"/>
            <p:cNvGrpSpPr/>
            <p:nvPr>
              <p:custDataLst>
                <p:tags r:id="rId24"/>
              </p:custDataLst>
            </p:nvPr>
          </p:nvGrpSpPr>
          <p:grpSpPr>
            <a:xfrm>
              <a:off x="5618" y="4733"/>
              <a:ext cx="3615" cy="2205"/>
              <a:chOff x="476" y="1344"/>
              <a:chExt cx="1968" cy="1344"/>
            </a:xfrm>
          </p:grpSpPr>
          <p:sp>
            <p:nvSpPr>
              <p:cNvPr id="37" name="AutoShape 5" descr="白色大理石"/>
              <p:cNvSpPr>
                <a:spLocks noChangeArrowheads="1"/>
              </p:cNvSpPr>
              <p:nvPr>
                <p:custDataLst>
                  <p:tags r:id="rId25"/>
                </p:custDataLst>
              </p:nvPr>
            </p:nvSpPr>
            <p:spPr bwMode="auto">
              <a:xfrm>
                <a:off x="476" y="1344"/>
                <a:ext cx="1968" cy="1344"/>
              </a:xfrm>
              <a:prstGeom prst="rtTriangle">
                <a:avLst/>
              </a:prstGeom>
              <a:gradFill flip="none" rotWithShape="0">
                <a:gsLst>
                  <a:gs pos="44000">
                    <a:srgbClr val="E48A84"/>
                  </a:gs>
                  <a:gs pos="0">
                    <a:srgbClr val="EDB1AD"/>
                  </a:gs>
                  <a:gs pos="100000">
                    <a:srgbClr val="DB635A"/>
                  </a:gs>
                </a:gsLst>
                <a:lin ang="5400000" scaled="1"/>
              </a:gradFill>
              <a:ln w="9525">
                <a:solidFill>
                  <a:srgbClr val="FFFFFF"/>
                </a:solidFill>
                <a:miter lim="800000"/>
              </a:ln>
            </p:spPr>
            <p:txBody>
              <a:bodyPr anchor="ctr"/>
              <a:lstStyle/>
              <a:p>
                <a:endParaRPr lang="zh-CN" altLang="zh-CN" sz="2000" b="1">
                  <a:solidFill>
                    <a:schemeClr val="tx1"/>
                  </a:solidFill>
                  <a:latin typeface="宋体" panose="02010600030101010101" pitchFamily="2" charset="-122"/>
                  <a:ea typeface="宋体" panose="02010600030101010101" pitchFamily="2" charset="-122"/>
                </a:endParaRPr>
              </a:p>
            </p:txBody>
          </p:sp>
          <p:sp>
            <p:nvSpPr>
              <p:cNvPr id="38" name="Rectangle 6"/>
              <p:cNvSpPr>
                <a:spLocks noChangeArrowheads="1"/>
              </p:cNvSpPr>
              <p:nvPr>
                <p:custDataLst>
                  <p:tags r:id="rId26"/>
                </p:custDataLst>
              </p:nvPr>
            </p:nvSpPr>
            <p:spPr bwMode="auto">
              <a:xfrm rot="1920000">
                <a:off x="1148" y="1536"/>
                <a:ext cx="576" cy="432"/>
              </a:xfrm>
              <a:prstGeom prst="rect">
                <a:avLst/>
              </a:prstGeom>
              <a:blipFill rotWithShape="1">
                <a:blip r:embed="rId27"/>
                <a:tile tx="0" ty="0" sx="100000" sy="100000" flip="none" algn="tl"/>
              </a:blipFill>
              <a:ln w="9525">
                <a:solidFill>
                  <a:srgbClr val="FFFFFF"/>
                </a:solidFill>
                <a:miter lim="800000"/>
              </a:ln>
            </p:spPr>
            <p:txBody>
              <a:bodyPr anchor="ctr"/>
              <a:lstStyle/>
              <a:p>
                <a:endParaRPr lang="zh-CN" altLang="zh-CN" sz="2000" b="1">
                  <a:solidFill>
                    <a:schemeClr val="tx1"/>
                  </a:solidFill>
                  <a:latin typeface="宋体" panose="02010600030101010101" pitchFamily="2" charset="-122"/>
                  <a:ea typeface="宋体" panose="02010600030101010101" pitchFamily="2" charset="-122"/>
                </a:endParaRPr>
              </a:p>
            </p:txBody>
          </p:sp>
          <p:sp>
            <p:nvSpPr>
              <p:cNvPr id="39" name="Line 7"/>
              <p:cNvSpPr>
                <a:spLocks noChangeShapeType="1"/>
              </p:cNvSpPr>
              <p:nvPr>
                <p:custDataLst>
                  <p:tags r:id="rId28"/>
                </p:custDataLst>
              </p:nvPr>
            </p:nvSpPr>
            <p:spPr bwMode="auto">
              <a:xfrm flipH="1">
                <a:off x="1435" y="1776"/>
                <a:ext cx="1" cy="627"/>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sz="100"/>
              </a:p>
            </p:txBody>
          </p:sp>
        </p:grpSp>
        <p:sp>
          <p:nvSpPr>
            <p:cNvPr id="32" name="文本框 31"/>
            <p:cNvSpPr txBox="1"/>
            <p:nvPr>
              <p:custDataLst>
                <p:tags r:id="rId29"/>
              </p:custDataLst>
            </p:nvPr>
          </p:nvSpPr>
          <p:spPr>
            <a:xfrm>
              <a:off x="7596" y="6151"/>
              <a:ext cx="422" cy="57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en-US" altLang="zh-CN" sz="1800" b="0" i="0" u="none" strike="noStrike" cap="none" spc="0" normalizeH="0" baseline="0">
                  <a:ln>
                    <a:noFill/>
                  </a:ln>
                  <a:solidFill>
                    <a:srgbClr val="000000"/>
                  </a:solidFill>
                  <a:effectLst/>
                  <a:uFillTx/>
                  <a:latin typeface="Arial"/>
                  <a:ea typeface="Arial"/>
                  <a:cs typeface="Arial"/>
                  <a:sym typeface="Arial"/>
                </a:rPr>
                <a:t>G</a:t>
              </a:r>
            </a:p>
          </p:txBody>
        </p:sp>
      </p:grpSp>
    </p:spTree>
  </p:cSld>
  <p:clrMapOvr>
    <a:masterClrMapping/>
  </p:clrMapOvr>
  <mc:AlternateContent>
    <mc:Choice xmlns:p14="http://schemas.microsoft.com/office/powerpoint/2010/main" Requires="p14">
      <p:transition p14:dur="250">
        <p:random/>
      </p:transition>
    </mc:Choice>
    <mc:Fallback>
      <p:transition>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 presetClass="entr" presetSubtype="4"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after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2"/>
                                        </p:tgtEl>
                                        <p:attrNameLst>
                                          <p:attrName>style.visibility</p:attrName>
                                        </p:attrNameLst>
                                      </p:cBhvr>
                                      <p:to>
                                        <p:strVal val="visible"/>
                                      </p:to>
                                    </p:set>
                                    <p:anim calcmode="lin" valueType="num">
                                      <p:cBhvr additive="base">
                                        <p:cTn id="13" dur="500" fill="hold"/>
                                        <p:tgtEl>
                                          <p:spTgt spid="42"/>
                                        </p:tgtEl>
                                        <p:attrNameLst>
                                          <p:attrName>ppt_x</p:attrName>
                                        </p:attrNameLst>
                                      </p:cBhvr>
                                      <p:tavLst>
                                        <p:tav tm="0">
                                          <p:val>
                                            <p:strVal val="#ppt_x"/>
                                          </p:val>
                                        </p:tav>
                                        <p:tav tm="100000">
                                          <p:val>
                                            <p:strVal val="#ppt_x"/>
                                          </p:val>
                                        </p:tav>
                                      </p:tavLst>
                                    </p:anim>
                                    <p:anim calcmode="lin" valueType="num">
                                      <p:cBhvr additive="base">
                                        <p:cTn id="14"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after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anim calcmode="lin" valueType="num">
                                      <p:cBhvr additive="base">
                                        <p:cTn id="19" dur="500" fill="hold"/>
                                        <p:tgtEl>
                                          <p:spTgt spid="35"/>
                                        </p:tgtEl>
                                        <p:attrNameLst>
                                          <p:attrName>ppt_x</p:attrName>
                                        </p:attrNameLst>
                                      </p:cBhvr>
                                      <p:tavLst>
                                        <p:tav tm="0">
                                          <p:val>
                                            <p:strVal val="#ppt_x"/>
                                          </p:val>
                                        </p:tav>
                                        <p:tav tm="100000">
                                          <p:val>
                                            <p:strVal val="#ppt_x"/>
                                          </p:val>
                                        </p:tav>
                                      </p:tavLst>
                                    </p:anim>
                                    <p:anim calcmode="lin" valueType="num">
                                      <p:cBhvr additive="base">
                                        <p:cTn id="2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pic>
        <p:nvPicPr>
          <p:cNvPr id="8" name="图片 7" descr="bf0c8e8990740365a323e6ee947ddf9f"/>
          <p:cNvPicPr>
            <a:picLocks noChangeAspect="1"/>
          </p:cNvPicPr>
          <p:nvPr>
            <p:custDataLst>
              <p:tags r:id="rId4"/>
            </p:custDataLst>
          </p:nvPr>
        </p:nvPicPr>
        <p:blipFill>
          <a:blip r:embed="rId3"/>
          <a:stretch>
            <a:fillRect/>
          </a:stretch>
        </p:blipFill>
        <p:spPr>
          <a:xfrm>
            <a:off x="1196975" y="2032635"/>
            <a:ext cx="2439670" cy="1525270"/>
          </a:xfrm>
          <a:prstGeom prst="rect">
            <a:avLst/>
          </a:prstGeom>
        </p:spPr>
      </p:pic>
      <p:sp>
        <p:nvSpPr>
          <p:cNvPr id="14338" name="Rectangle 2"/>
          <p:cNvSpPr>
            <a:spLocks noGrp="1" noRot="1" noChangeArrowheads="1"/>
          </p:cNvSpPr>
          <p:nvPr>
            <p:ph type="title" idx="4294967295"/>
            <p:custDataLst>
              <p:tags r:id="rId5"/>
            </p:custDataLst>
          </p:nvPr>
        </p:nvSpPr>
        <p:spPr>
          <a:xfrm>
            <a:off x="817880" y="982980"/>
            <a:ext cx="3162300" cy="465455"/>
          </a:xfrm>
          <a:prstGeom prst="rect">
            <a:avLst/>
          </a:prstGeom>
          <a:ln>
            <a:solidFill>
              <a:srgbClr val="000000">
                <a:alpha val="0"/>
              </a:srgbClr>
            </a:solidFill>
          </a:ln>
        </p:spPr>
        <p:txBody>
          <a:bodyPr lIns="81405" tIns="40705" rIns="81405" bIns="40705"/>
          <a:lstStyle/>
          <a:p>
            <a:pPr algn="l" fontAlgn="auto">
              <a:lnSpc>
                <a:spcPct val="100000"/>
              </a:lnSpc>
            </a:pPr>
            <a:r>
              <a:rPr lang="zh-CN" altLang="en-US" sz="2000" b="1" i="0">
                <a:latin typeface="宋体" panose="02010600030101010101" pitchFamily="2" charset="-122"/>
                <a:ea typeface="宋体" panose="02010600030101010101" pitchFamily="2" charset="-122"/>
                <a:cs typeface="宋体" panose="02010600030101010101" pitchFamily="2" charset="-122"/>
              </a:rPr>
              <a:t>做一做：画出重力的方向</a:t>
            </a:r>
            <a:endParaRPr lang="en-US" altLang="zh-CN" sz="2000" b="1" i="0">
              <a:latin typeface="宋体" panose="02010600030101010101" pitchFamily="2" charset="-122"/>
              <a:ea typeface="宋体" panose="02010600030101010101" pitchFamily="2" charset="-122"/>
              <a:cs typeface="宋体" panose="02010600030101010101" pitchFamily="2" charset="-122"/>
            </a:endParaRPr>
          </a:p>
        </p:txBody>
      </p:sp>
      <p:sp>
        <p:nvSpPr>
          <p:cNvPr id="5" name="圆角矩形 4">
            <a:hlinkClick/>
          </p:cNvPr>
          <p:cNvSpPr/>
          <p:nvPr>
            <p:custDataLst>
              <p:tags r:id="rId6"/>
            </p:custDataLst>
          </p:nvPr>
        </p:nvSpPr>
        <p:spPr>
          <a:xfrm>
            <a:off x="0" y="0"/>
            <a:ext cx="157543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9" name="TextBox 14">
            <a:hlinkClick/>
          </p:cNvPr>
          <p:cNvSpPr txBox="1">
            <a:spLocks noChangeArrowheads="1"/>
          </p:cNvSpPr>
          <p:nvPr>
            <p:custDataLst>
              <p:tags r:id="rId7"/>
            </p:custDataLst>
          </p:nvPr>
        </p:nvSpPr>
        <p:spPr bwMode="auto">
          <a:xfrm>
            <a:off x="38735" y="100330"/>
            <a:ext cx="153733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二、重力</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8"/>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grpSp>
        <p:nvGrpSpPr>
          <p:cNvPr id="20" name="组合 19"/>
          <p:cNvGrpSpPr/>
          <p:nvPr>
            <p:custDataLst>
              <p:tags r:id="rId9"/>
            </p:custDataLst>
          </p:nvPr>
        </p:nvGrpSpPr>
        <p:grpSpPr>
          <a:xfrm>
            <a:off x="2309495" y="2794000"/>
            <a:ext cx="367030" cy="1294130"/>
            <a:chOff x="3637" y="4837"/>
            <a:chExt cx="578" cy="2038"/>
          </a:xfrm>
        </p:grpSpPr>
        <p:sp>
          <p:nvSpPr>
            <p:cNvPr id="36911" name="直接连接符 36910"/>
            <p:cNvSpPr/>
            <p:nvPr>
              <p:custDataLst>
                <p:tags r:id="rId10"/>
              </p:custDataLst>
            </p:nvPr>
          </p:nvSpPr>
          <p:spPr>
            <a:xfrm>
              <a:off x="3637" y="4837"/>
              <a:ext cx="39" cy="1919"/>
            </a:xfrm>
            <a:prstGeom prst="line">
              <a:avLst/>
            </a:prstGeom>
            <a:ln w="38100" cap="flat" cmpd="sng">
              <a:solidFill>
                <a:srgbClr val="FF0000"/>
              </a:solidFill>
              <a:prstDash val="solid"/>
              <a:headEnd type="none" w="med" len="med"/>
              <a:tailEnd type="triangle" w="med" len="med"/>
            </a:ln>
          </p:spPr>
          <p:txBody>
            <a:bodyPr/>
            <a:lstStyle/>
            <a:p/>
          </p:txBody>
        </p:sp>
        <p:sp>
          <p:nvSpPr>
            <p:cNvPr id="2" name="文本框 1"/>
            <p:cNvSpPr txBox="1"/>
            <p:nvPr>
              <p:custDataLst>
                <p:tags r:id="rId11"/>
              </p:custDataLst>
            </p:nvPr>
          </p:nvSpPr>
          <p:spPr>
            <a:xfrm>
              <a:off x="3793" y="6297"/>
              <a:ext cx="422" cy="57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en-US" altLang="zh-CN" sz="1800" b="0" i="0" u="none" strike="noStrike" cap="none" spc="0" normalizeH="0" baseline="0">
                  <a:ln>
                    <a:noFill/>
                  </a:ln>
                  <a:solidFill>
                    <a:srgbClr val="000000"/>
                  </a:solidFill>
                  <a:effectLst/>
                  <a:uFillTx/>
                  <a:latin typeface="Arial"/>
                  <a:ea typeface="Arial"/>
                  <a:cs typeface="Arial"/>
                  <a:sym typeface="Arial"/>
                </a:rPr>
                <a:t>G</a:t>
              </a:r>
            </a:p>
          </p:txBody>
        </p:sp>
      </p:grpSp>
      <p:sp>
        <p:nvSpPr>
          <p:cNvPr id="10" name="文本框 9"/>
          <p:cNvSpPr txBox="1"/>
          <p:nvPr>
            <p:custDataLst>
              <p:tags r:id="rId12"/>
            </p:custDataLst>
          </p:nvPr>
        </p:nvSpPr>
        <p:spPr>
          <a:xfrm>
            <a:off x="1736725" y="1501775"/>
            <a:ext cx="1461770" cy="3670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zh-CN" altLang="en-US" sz="1800" b="0" i="0" u="none" strike="noStrike" cap="none" spc="0" normalizeH="0" baseline="0">
                <a:ln>
                  <a:noFill/>
                </a:ln>
                <a:solidFill>
                  <a:srgbClr val="000000"/>
                </a:solidFill>
                <a:effectLst/>
                <a:uFillTx/>
                <a:latin typeface="Arial"/>
                <a:ea typeface="宋体" panose="02010600030101010101" pitchFamily="2" charset="-122"/>
                <a:cs typeface="Arial"/>
                <a:sym typeface="Arial"/>
              </a:rPr>
              <a:t>上升中的战机</a:t>
            </a:r>
          </a:p>
        </p:txBody>
      </p:sp>
      <p:pic>
        <p:nvPicPr>
          <p:cNvPr id="12" name="图片 11" descr="32313534343731383b32313534343731373bd7e3c7f2"/>
          <p:cNvPicPr>
            <a:picLocks noChangeAspect="1"/>
          </p:cNvPicPr>
          <p:nvPr>
            <p:custDataLst>
              <p:tags r:id="rId15"/>
            </p:custDataLst>
          </p:nvPr>
        </p:nvPicPr>
        <p:blipFill>
          <a:blip r:embed="rId13">
            <a:extLst>
              <a:ext uri="{96DAC541-7B7A-43D3-8B79-37D633B846F1}">
                <asvg:svgBlip xmlns:asvg="http://schemas.microsoft.com/office/drawing/2016/SVG/main" xmlns="" r:embed="rId14"/>
              </a:ext>
            </a:extLst>
          </a:blip>
          <a:stretch>
            <a:fillRect/>
          </a:stretch>
        </p:blipFill>
        <p:spPr>
          <a:xfrm>
            <a:off x="5053330" y="2229485"/>
            <a:ext cx="462280" cy="462280"/>
          </a:xfrm>
          <a:prstGeom prst="rect">
            <a:avLst/>
          </a:prstGeom>
        </p:spPr>
      </p:pic>
      <p:sp>
        <p:nvSpPr>
          <p:cNvPr id="7" name="弧形 6"/>
          <p:cNvSpPr/>
          <p:nvPr>
            <p:custDataLst>
              <p:tags r:id="rId16"/>
            </p:custDataLst>
          </p:nvPr>
        </p:nvSpPr>
        <p:spPr>
          <a:xfrm>
            <a:off x="2598420" y="2359660"/>
            <a:ext cx="3818255" cy="2236470"/>
          </a:xfrm>
          <a:prstGeom prst="arc">
            <a:avLst/>
          </a:prstGeom>
          <a:noFill/>
          <a:ln w="3175" cap="flat" cmpd="sng">
            <a:solidFill>
              <a:srgbClr val="0000FF"/>
            </a:solidFill>
            <a:prstDash val="sysDot"/>
            <a:miter lim="800000"/>
            <a:headEnd type="triangle"/>
            <a:tailEnd type="none"/>
          </a:ln>
        </p:spPr>
        <p:style>
          <a:lnRef idx="0">
            <a:scrgbClr r="0" g="0" b="0"/>
          </a:lnRef>
          <a:fillRef idx="0">
            <a:scrgbClr r="0" g="0" b="0"/>
          </a:fillRef>
          <a:effectRef idx="0">
            <a:scrgbClr r="0" g="0" b="0"/>
          </a:effectRef>
          <a:fontRef idx="none"/>
        </p:style>
        <p:txBody>
          <a:bodyPr rot="0" vertOverflow="overflow" horzOverflow="overflow" vert="horz" wrap="square" lIns="91439" tIns="45719" rIns="91439" bIns="45719" numCol="1" spcCol="38100" rtlCol="0" anchor="t" forceAA="0">
            <a:noAutofit/>
          </a:bodyPr>
          <a:lstStyle/>
          <a:p>
            <a:pPr marL="0" marR="0" indent="0" algn="l" defTabSz="914400" rtl="0" fontAlgn="auto" latinLnBrk="1" hangingPunct="0">
              <a:lnSpc>
                <a:spcPct val="100000"/>
              </a:lnSpc>
              <a:spcBef>
                <a:spcPct val="0"/>
              </a:spcBef>
              <a:spcAft>
                <a:spcPct val="0"/>
              </a:spcAft>
              <a:buClrTx/>
              <a:buSzTx/>
              <a:buFontTx/>
              <a:buNone/>
            </a:pPr>
            <a:endParaRPr kumimoji="0" lang="zh-CN" altLang="en-US" sz="1800" b="0" i="0" u="none" strike="noStrike" cap="none" spc="0" normalizeH="0" baseline="0">
              <a:ln>
                <a:noFill/>
              </a:ln>
              <a:solidFill>
                <a:srgbClr val="000000"/>
              </a:solidFill>
              <a:effectLst/>
              <a:uFillTx/>
            </a:endParaRPr>
          </a:p>
        </p:txBody>
      </p:sp>
      <p:grpSp>
        <p:nvGrpSpPr>
          <p:cNvPr id="27" name="组合 26"/>
          <p:cNvGrpSpPr/>
          <p:nvPr>
            <p:custDataLst>
              <p:tags r:id="rId17"/>
            </p:custDataLst>
          </p:nvPr>
        </p:nvGrpSpPr>
        <p:grpSpPr>
          <a:xfrm>
            <a:off x="5284470" y="2413635"/>
            <a:ext cx="378460" cy="965200"/>
            <a:chOff x="8322" y="3801"/>
            <a:chExt cx="596" cy="1520"/>
          </a:xfrm>
        </p:grpSpPr>
        <p:sp>
          <p:nvSpPr>
            <p:cNvPr id="36912" name="直接连接符 36911"/>
            <p:cNvSpPr/>
            <p:nvPr>
              <p:custDataLst>
                <p:tags r:id="rId18"/>
              </p:custDataLst>
            </p:nvPr>
          </p:nvSpPr>
          <p:spPr>
            <a:xfrm flipH="1">
              <a:off x="8322" y="3801"/>
              <a:ext cx="0" cy="1320"/>
            </a:xfrm>
            <a:prstGeom prst="line">
              <a:avLst/>
            </a:prstGeom>
            <a:ln w="38100" cap="flat" cmpd="sng">
              <a:solidFill>
                <a:srgbClr val="FF0000"/>
              </a:solidFill>
              <a:prstDash val="solid"/>
              <a:headEnd type="none" w="med" len="med"/>
              <a:tailEnd type="triangle" w="med" len="med"/>
            </a:ln>
          </p:spPr>
          <p:txBody>
            <a:bodyPr/>
            <a:lstStyle/>
            <a:p/>
          </p:txBody>
        </p:sp>
        <p:sp>
          <p:nvSpPr>
            <p:cNvPr id="17" name="文本框 16"/>
            <p:cNvSpPr txBox="1"/>
            <p:nvPr>
              <p:custDataLst>
                <p:tags r:id="rId19"/>
              </p:custDataLst>
            </p:nvPr>
          </p:nvSpPr>
          <p:spPr>
            <a:xfrm>
              <a:off x="8496" y="4743"/>
              <a:ext cx="422" cy="57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en-US" altLang="zh-CN" sz="1800" b="0" i="0" u="none" strike="noStrike" cap="none" spc="0" normalizeH="0" baseline="0">
                  <a:ln>
                    <a:noFill/>
                  </a:ln>
                  <a:solidFill>
                    <a:srgbClr val="000000"/>
                  </a:solidFill>
                  <a:effectLst/>
                  <a:uFillTx/>
                  <a:latin typeface="Arial"/>
                  <a:ea typeface="Arial"/>
                  <a:cs typeface="Arial"/>
                  <a:sym typeface="Arial"/>
                </a:rPr>
                <a:t>G</a:t>
              </a:r>
            </a:p>
          </p:txBody>
        </p:sp>
      </p:grpSp>
      <p:pic>
        <p:nvPicPr>
          <p:cNvPr id="2050" name="Picture 2"/>
          <p:cNvPicPr>
            <a:picLocks noChangeAspect="1" noChangeArrowheads="1"/>
          </p:cNvPicPr>
          <p:nvPr>
            <p:custDataLst>
              <p:tags r:id="rId21"/>
            </p:custDataLst>
          </p:nvPr>
        </p:nvPicPr>
        <p:blipFill>
          <a:blip r:embed="rId20">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bwMode="auto">
          <a:xfrm>
            <a:off x="7023243" y="2349288"/>
            <a:ext cx="1187155" cy="722186"/>
          </a:xfrm>
          <a:prstGeom prst="rect">
            <a:avLst/>
          </a:prstGeom>
          <a:noFill/>
          <a:extLst>
            <a:ext uri="{909E8E84-426E-40DD-AFC4-6F175D3DCCD1}">
              <a14:hiddenFill xmlns:a14="http://schemas.microsoft.com/office/drawing/2010/main">
                <a:solidFill>
                  <a:srgbClr val="FFFFFF"/>
                </a:solidFill>
              </a14:hiddenFill>
            </a:ext>
          </a:extLst>
        </p:spPr>
      </p:pic>
      <p:cxnSp>
        <p:nvCxnSpPr>
          <p:cNvPr id="114" name="直接箭头连接符 113"/>
          <p:cNvCxnSpPr/>
          <p:nvPr>
            <p:custDataLst>
              <p:tags r:id="rId22"/>
            </p:custDataLst>
          </p:nvPr>
        </p:nvCxnSpPr>
        <p:spPr>
          <a:xfrm flipH="1">
            <a:off x="7421044" y="2710381"/>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p:nvPr>
            <p:custDataLst>
              <p:tags r:id="rId23"/>
            </p:custDataLst>
          </p:nvPr>
        </p:nvCxnSpPr>
        <p:spPr>
          <a:xfrm flipH="1">
            <a:off x="7489016" y="2597862"/>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p:cNvCxnSpPr/>
          <p:nvPr>
            <p:custDataLst>
              <p:tags r:id="rId24"/>
            </p:custDataLst>
          </p:nvPr>
        </p:nvCxnSpPr>
        <p:spPr>
          <a:xfrm flipH="1">
            <a:off x="7556988" y="2673910"/>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p:cNvCxnSpPr/>
          <p:nvPr>
            <p:custDataLst>
              <p:tags r:id="rId25"/>
            </p:custDataLst>
          </p:nvPr>
        </p:nvCxnSpPr>
        <p:spPr>
          <a:xfrm flipH="1">
            <a:off x="7636554" y="2715570"/>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p:cNvCxnSpPr/>
          <p:nvPr>
            <p:custDataLst>
              <p:tags r:id="rId26"/>
            </p:custDataLst>
          </p:nvPr>
        </p:nvCxnSpPr>
        <p:spPr>
          <a:xfrm flipH="1">
            <a:off x="7738978" y="2797393"/>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p:cNvCxnSpPr/>
          <p:nvPr>
            <p:custDataLst>
              <p:tags r:id="rId27"/>
            </p:custDataLst>
          </p:nvPr>
        </p:nvCxnSpPr>
        <p:spPr>
          <a:xfrm flipH="1">
            <a:off x="7833262" y="2845631"/>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接箭头连接符 120"/>
          <p:cNvCxnSpPr/>
          <p:nvPr>
            <p:custDataLst>
              <p:tags r:id="rId28"/>
            </p:custDataLst>
          </p:nvPr>
        </p:nvCxnSpPr>
        <p:spPr>
          <a:xfrm flipH="1">
            <a:off x="7940701" y="2860285"/>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直接箭头连接符 121"/>
          <p:cNvCxnSpPr/>
          <p:nvPr>
            <p:custDataLst>
              <p:tags r:id="rId29"/>
            </p:custDataLst>
          </p:nvPr>
        </p:nvCxnSpPr>
        <p:spPr>
          <a:xfrm flipH="1">
            <a:off x="7546025" y="2743325"/>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接箭头连接符 122"/>
          <p:cNvCxnSpPr/>
          <p:nvPr>
            <p:custDataLst>
              <p:tags r:id="rId30"/>
            </p:custDataLst>
          </p:nvPr>
        </p:nvCxnSpPr>
        <p:spPr>
          <a:xfrm flipH="1">
            <a:off x="7601472" y="2703163"/>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接箭头连接符 123"/>
          <p:cNvCxnSpPr/>
          <p:nvPr>
            <p:custDataLst>
              <p:tags r:id="rId31"/>
            </p:custDataLst>
          </p:nvPr>
        </p:nvCxnSpPr>
        <p:spPr>
          <a:xfrm flipH="1">
            <a:off x="7738978" y="2795255"/>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接箭头连接符 124"/>
          <p:cNvCxnSpPr/>
          <p:nvPr>
            <p:custDataLst>
              <p:tags r:id="rId32"/>
            </p:custDataLst>
          </p:nvPr>
        </p:nvCxnSpPr>
        <p:spPr>
          <a:xfrm flipH="1">
            <a:off x="7833262" y="2743324"/>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直接箭头连接符 125"/>
          <p:cNvCxnSpPr/>
          <p:nvPr>
            <p:custDataLst>
              <p:tags r:id="rId33"/>
            </p:custDataLst>
          </p:nvPr>
        </p:nvCxnSpPr>
        <p:spPr>
          <a:xfrm flipH="1">
            <a:off x="7877115" y="2795254"/>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接箭头连接符 126"/>
          <p:cNvCxnSpPr/>
          <p:nvPr>
            <p:custDataLst>
              <p:tags r:id="rId34"/>
            </p:custDataLst>
          </p:nvPr>
        </p:nvCxnSpPr>
        <p:spPr>
          <a:xfrm flipH="1">
            <a:off x="7719244" y="2676156"/>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直接箭头连接符 127"/>
          <p:cNvCxnSpPr/>
          <p:nvPr>
            <p:custDataLst>
              <p:tags r:id="rId35"/>
            </p:custDataLst>
          </p:nvPr>
        </p:nvCxnSpPr>
        <p:spPr>
          <a:xfrm flipH="1">
            <a:off x="7350879" y="2567967"/>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48" name="直接箭头连接符 2047"/>
          <p:cNvCxnSpPr/>
          <p:nvPr>
            <p:custDataLst>
              <p:tags r:id="rId36"/>
            </p:custDataLst>
          </p:nvPr>
        </p:nvCxnSpPr>
        <p:spPr>
          <a:xfrm flipH="1">
            <a:off x="7596456" y="2758781"/>
            <a:ext cx="0" cy="108370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2" name="文本框 131"/>
          <p:cNvSpPr txBox="1"/>
          <p:nvPr>
            <p:custDataLst>
              <p:tags r:id="rId37"/>
            </p:custDataLst>
          </p:nvPr>
        </p:nvSpPr>
        <p:spPr>
          <a:xfrm>
            <a:off x="7596456" y="3676184"/>
            <a:ext cx="364697" cy="321945"/>
          </a:xfrm>
          <a:prstGeom prst="rect">
            <a:avLst/>
          </a:prstGeom>
          <a:noFill/>
        </p:spPr>
        <p:txBody>
          <a:bodyPr wrap="square">
            <a:spAutoFit/>
          </a:bodyPr>
          <a:lstStyle/>
          <a:p>
            <a:r>
              <a:rPr lang="en-US" altLang="zh-CN" sz="1495" b="1" i="1">
                <a:ln w="9525" cap="flat" cmpd="sng" algn="ctr">
                  <a:noFill/>
                  <a:prstDash val="solid"/>
                  <a:round/>
                  <a:headEnd type="none" w="med" len="med"/>
                  <a:tailEnd type="none" w="med" len="med"/>
                </a:ln>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宋体" panose="02010600030101010101" pitchFamily="2" charset="-122"/>
              </a:rPr>
              <a:t>G</a:t>
            </a:r>
            <a:endParaRPr lang="zh-CN" altLang="en-US" sz="1495"/>
          </a:p>
        </p:txBody>
      </p:sp>
      <p:sp>
        <p:nvSpPr>
          <p:cNvPr id="18" name="文本框 17"/>
          <p:cNvSpPr txBox="1"/>
          <p:nvPr>
            <p:custDataLst>
              <p:tags r:id="rId38"/>
            </p:custDataLst>
          </p:nvPr>
        </p:nvSpPr>
        <p:spPr>
          <a:xfrm>
            <a:off x="4669155" y="1501775"/>
            <a:ext cx="1461770" cy="3670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zh-CN" altLang="en-US" sz="1800" b="0" i="0" u="none" strike="noStrike" cap="none" spc="0" normalizeH="0" baseline="0">
                <a:ln>
                  <a:noFill/>
                </a:ln>
                <a:solidFill>
                  <a:srgbClr val="000000"/>
                </a:solidFill>
                <a:effectLst/>
                <a:uFillTx/>
                <a:latin typeface="Arial"/>
                <a:ea typeface="宋体" panose="02010600030101010101" pitchFamily="2" charset="-122"/>
                <a:cs typeface="Arial"/>
                <a:sym typeface="Arial"/>
              </a:rPr>
              <a:t>飞行中的足球</a:t>
            </a:r>
          </a:p>
        </p:txBody>
      </p:sp>
      <p:sp>
        <p:nvSpPr>
          <p:cNvPr id="19" name="文本框 18"/>
          <p:cNvSpPr txBox="1"/>
          <p:nvPr>
            <p:custDataLst>
              <p:tags r:id="rId39"/>
            </p:custDataLst>
          </p:nvPr>
        </p:nvSpPr>
        <p:spPr>
          <a:xfrm>
            <a:off x="6986905" y="1501775"/>
            <a:ext cx="1004570" cy="3670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zh-CN" altLang="en-US" sz="1800" b="0" i="0" u="none" strike="noStrike" cap="none" spc="0" normalizeH="0" baseline="0">
                <a:ln>
                  <a:noFill/>
                </a:ln>
                <a:solidFill>
                  <a:srgbClr val="000000"/>
                </a:solidFill>
                <a:effectLst/>
                <a:uFillTx/>
                <a:latin typeface="Arial"/>
                <a:ea typeface="宋体" panose="02010600030101010101" pitchFamily="2" charset="-122"/>
                <a:cs typeface="Arial"/>
                <a:sym typeface="Arial"/>
              </a:rPr>
              <a:t>一串葡萄</a:t>
            </a:r>
          </a:p>
        </p:txBody>
      </p:sp>
      <p:sp>
        <p:nvSpPr>
          <p:cNvPr id="28" name="文本框 27"/>
          <p:cNvSpPr txBox="1"/>
          <p:nvPr>
            <p:custDataLst>
              <p:tags r:id="rId40"/>
            </p:custDataLst>
          </p:nvPr>
        </p:nvSpPr>
        <p:spPr>
          <a:xfrm>
            <a:off x="412115" y="4251325"/>
            <a:ext cx="8319770" cy="3670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zh-CN" altLang="en-US" sz="1800" b="0" i="0" u="none" strike="noStrike" cap="none" spc="0" normalizeH="0" baseline="0">
                <a:ln>
                  <a:noFill/>
                </a:ln>
                <a:solidFill>
                  <a:srgbClr val="000000"/>
                </a:solidFill>
                <a:effectLst/>
                <a:uFillTx/>
                <a:latin typeface="楷体" panose="02010609060101010101" charset="-122"/>
                <a:ea typeface="楷体" panose="02010609060101010101" charset="-122"/>
                <a:cs typeface="Arial"/>
                <a:sym typeface="Arial"/>
              </a:rPr>
              <a:t>画一串葡萄受到的重力，是画出每一个葡萄的受到的重力还是整体画一个重力呢？</a:t>
            </a:r>
          </a:p>
        </p:txBody>
      </p:sp>
    </p:spTree>
  </p:cSld>
  <p:clrMapOvr>
    <a:masterClrMapping/>
  </p:clrMapOvr>
  <mc:AlternateContent>
    <mc:Choice xmlns:p14="http://schemas.microsoft.com/office/powerpoint/2010/main" Requires="p14">
      <p:transition p14:dur="250">
        <p:random/>
      </p:transition>
    </mc:Choice>
    <mc:Fallback>
      <p:transition>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after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ppt_x"/>
                                          </p:val>
                                        </p:tav>
                                        <p:tav tm="100000">
                                          <p:val>
                                            <p:strVal val="#ppt_x"/>
                                          </p:val>
                                        </p:tav>
                                      </p:tavLst>
                                    </p:anim>
                                    <p:anim calcmode="lin" valueType="num">
                                      <p:cBhvr additive="base">
                                        <p:cTn id="1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after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114"/>
                                        </p:tgtEl>
                                        <p:attrNameLst>
                                          <p:attrName>style.visibility</p:attrName>
                                        </p:attrNameLst>
                                      </p:cBhvr>
                                      <p:to>
                                        <p:strVal val="visible"/>
                                      </p:to>
                                    </p:set>
                                    <p:animEffect transition="in" filter="wipe(up)">
                                      <p:cBhvr>
                                        <p:cTn id="19" dur="500"/>
                                        <p:tgtEl>
                                          <p:spTgt spid="114"/>
                                        </p:tgtEl>
                                      </p:cBhvr>
                                    </p:animEffect>
                                  </p:childTnLst>
                                </p:cTn>
                              </p:par>
                              <p:par>
                                <p:cTn id="20" presetID="22" presetClass="entr" presetSubtype="1" fill="hold" nodeType="withEffect">
                                  <p:stCondLst>
                                    <p:cond delay="0"/>
                                  </p:stCondLst>
                                  <p:childTnLst>
                                    <p:set>
                                      <p:cBhvr>
                                        <p:cTn id="21" dur="1" fill="hold">
                                          <p:stCondLst>
                                            <p:cond delay="0"/>
                                          </p:stCondLst>
                                        </p:cTn>
                                        <p:tgtEl>
                                          <p:spTgt spid="116"/>
                                        </p:tgtEl>
                                        <p:attrNameLst>
                                          <p:attrName>style.visibility</p:attrName>
                                        </p:attrNameLst>
                                      </p:cBhvr>
                                      <p:to>
                                        <p:strVal val="visible"/>
                                      </p:to>
                                    </p:set>
                                    <p:animEffect transition="in" filter="wipe(up)">
                                      <p:cBhvr>
                                        <p:cTn id="22" dur="500"/>
                                        <p:tgtEl>
                                          <p:spTgt spid="116"/>
                                        </p:tgtEl>
                                      </p:cBhvr>
                                    </p:animEffect>
                                  </p:childTnLst>
                                </p:cTn>
                              </p:par>
                              <p:par>
                                <p:cTn id="23" presetID="22" presetClass="entr" presetSubtype="1" fill="hold" nodeType="withEffect">
                                  <p:stCondLst>
                                    <p:cond delay="0"/>
                                  </p:stCondLst>
                                  <p:childTnLst>
                                    <p:set>
                                      <p:cBhvr>
                                        <p:cTn id="24" dur="1" fill="hold">
                                          <p:stCondLst>
                                            <p:cond delay="0"/>
                                          </p:stCondLst>
                                        </p:cTn>
                                        <p:tgtEl>
                                          <p:spTgt spid="117"/>
                                        </p:tgtEl>
                                        <p:attrNameLst>
                                          <p:attrName>style.visibility</p:attrName>
                                        </p:attrNameLst>
                                      </p:cBhvr>
                                      <p:to>
                                        <p:strVal val="visible"/>
                                      </p:to>
                                    </p:set>
                                    <p:animEffect transition="in" filter="wipe(up)">
                                      <p:cBhvr>
                                        <p:cTn id="25" dur="500"/>
                                        <p:tgtEl>
                                          <p:spTgt spid="117"/>
                                        </p:tgtEl>
                                      </p:cBhvr>
                                    </p:animEffect>
                                  </p:childTnLst>
                                </p:cTn>
                              </p:par>
                              <p:par>
                                <p:cTn id="26" presetID="22" presetClass="entr" presetSubtype="1" fill="hold" nodeType="withEffect">
                                  <p:stCondLst>
                                    <p:cond delay="0"/>
                                  </p:stCondLst>
                                  <p:childTnLst>
                                    <p:set>
                                      <p:cBhvr>
                                        <p:cTn id="27" dur="1" fill="hold">
                                          <p:stCondLst>
                                            <p:cond delay="0"/>
                                          </p:stCondLst>
                                        </p:cTn>
                                        <p:tgtEl>
                                          <p:spTgt spid="118"/>
                                        </p:tgtEl>
                                        <p:attrNameLst>
                                          <p:attrName>style.visibility</p:attrName>
                                        </p:attrNameLst>
                                      </p:cBhvr>
                                      <p:to>
                                        <p:strVal val="visible"/>
                                      </p:to>
                                    </p:set>
                                    <p:animEffect transition="in" filter="wipe(up)">
                                      <p:cBhvr>
                                        <p:cTn id="28" dur="500"/>
                                        <p:tgtEl>
                                          <p:spTgt spid="118"/>
                                        </p:tgtEl>
                                      </p:cBhvr>
                                    </p:animEffect>
                                  </p:childTnLst>
                                </p:cTn>
                              </p:par>
                              <p:par>
                                <p:cTn id="29" presetID="22" presetClass="entr" presetSubtype="1" fill="hold" nodeType="withEffect">
                                  <p:stCondLst>
                                    <p:cond delay="0"/>
                                  </p:stCondLst>
                                  <p:childTnLst>
                                    <p:set>
                                      <p:cBhvr>
                                        <p:cTn id="30" dur="1" fill="hold">
                                          <p:stCondLst>
                                            <p:cond delay="0"/>
                                          </p:stCondLst>
                                        </p:cTn>
                                        <p:tgtEl>
                                          <p:spTgt spid="119"/>
                                        </p:tgtEl>
                                        <p:attrNameLst>
                                          <p:attrName>style.visibility</p:attrName>
                                        </p:attrNameLst>
                                      </p:cBhvr>
                                      <p:to>
                                        <p:strVal val="visible"/>
                                      </p:to>
                                    </p:set>
                                    <p:animEffect transition="in" filter="wipe(up)">
                                      <p:cBhvr>
                                        <p:cTn id="31" dur="500"/>
                                        <p:tgtEl>
                                          <p:spTgt spid="119"/>
                                        </p:tgtEl>
                                      </p:cBhvr>
                                    </p:animEffect>
                                  </p:childTnLst>
                                </p:cTn>
                              </p:par>
                              <p:par>
                                <p:cTn id="32" presetID="22" presetClass="entr" presetSubtype="1" fill="hold" nodeType="withEffect">
                                  <p:stCondLst>
                                    <p:cond delay="0"/>
                                  </p:stCondLst>
                                  <p:childTnLst>
                                    <p:set>
                                      <p:cBhvr>
                                        <p:cTn id="33" dur="1" fill="hold">
                                          <p:stCondLst>
                                            <p:cond delay="0"/>
                                          </p:stCondLst>
                                        </p:cTn>
                                        <p:tgtEl>
                                          <p:spTgt spid="120"/>
                                        </p:tgtEl>
                                        <p:attrNameLst>
                                          <p:attrName>style.visibility</p:attrName>
                                        </p:attrNameLst>
                                      </p:cBhvr>
                                      <p:to>
                                        <p:strVal val="visible"/>
                                      </p:to>
                                    </p:set>
                                    <p:animEffect transition="in" filter="wipe(up)">
                                      <p:cBhvr>
                                        <p:cTn id="34" dur="500"/>
                                        <p:tgtEl>
                                          <p:spTgt spid="120"/>
                                        </p:tgtEl>
                                      </p:cBhvr>
                                    </p:animEffect>
                                  </p:childTnLst>
                                </p:cTn>
                              </p:par>
                              <p:par>
                                <p:cTn id="35" presetID="22" presetClass="entr" presetSubtype="1" fill="hold" nodeType="withEffect">
                                  <p:stCondLst>
                                    <p:cond delay="0"/>
                                  </p:stCondLst>
                                  <p:childTnLst>
                                    <p:set>
                                      <p:cBhvr>
                                        <p:cTn id="36" dur="1" fill="hold">
                                          <p:stCondLst>
                                            <p:cond delay="0"/>
                                          </p:stCondLst>
                                        </p:cTn>
                                        <p:tgtEl>
                                          <p:spTgt spid="121"/>
                                        </p:tgtEl>
                                        <p:attrNameLst>
                                          <p:attrName>style.visibility</p:attrName>
                                        </p:attrNameLst>
                                      </p:cBhvr>
                                      <p:to>
                                        <p:strVal val="visible"/>
                                      </p:to>
                                    </p:set>
                                    <p:animEffect transition="in" filter="wipe(up)">
                                      <p:cBhvr>
                                        <p:cTn id="37" dur="500"/>
                                        <p:tgtEl>
                                          <p:spTgt spid="121"/>
                                        </p:tgtEl>
                                      </p:cBhvr>
                                    </p:animEffect>
                                  </p:childTnLst>
                                </p:cTn>
                              </p:par>
                              <p:par>
                                <p:cTn id="38" presetID="22" presetClass="entr" presetSubtype="1" fill="hold" nodeType="withEffect">
                                  <p:stCondLst>
                                    <p:cond delay="0"/>
                                  </p:stCondLst>
                                  <p:childTnLst>
                                    <p:set>
                                      <p:cBhvr>
                                        <p:cTn id="39" dur="1" fill="hold">
                                          <p:stCondLst>
                                            <p:cond delay="0"/>
                                          </p:stCondLst>
                                        </p:cTn>
                                        <p:tgtEl>
                                          <p:spTgt spid="122"/>
                                        </p:tgtEl>
                                        <p:attrNameLst>
                                          <p:attrName>style.visibility</p:attrName>
                                        </p:attrNameLst>
                                      </p:cBhvr>
                                      <p:to>
                                        <p:strVal val="visible"/>
                                      </p:to>
                                    </p:set>
                                    <p:animEffect transition="in" filter="wipe(up)">
                                      <p:cBhvr>
                                        <p:cTn id="40" dur="500"/>
                                        <p:tgtEl>
                                          <p:spTgt spid="122"/>
                                        </p:tgtEl>
                                      </p:cBhvr>
                                    </p:animEffect>
                                  </p:childTnLst>
                                </p:cTn>
                              </p:par>
                              <p:par>
                                <p:cTn id="41" presetID="22" presetClass="entr" presetSubtype="1" fill="hold" nodeType="withEffect">
                                  <p:stCondLst>
                                    <p:cond delay="0"/>
                                  </p:stCondLst>
                                  <p:childTnLst>
                                    <p:set>
                                      <p:cBhvr>
                                        <p:cTn id="42" dur="1" fill="hold">
                                          <p:stCondLst>
                                            <p:cond delay="0"/>
                                          </p:stCondLst>
                                        </p:cTn>
                                        <p:tgtEl>
                                          <p:spTgt spid="123"/>
                                        </p:tgtEl>
                                        <p:attrNameLst>
                                          <p:attrName>style.visibility</p:attrName>
                                        </p:attrNameLst>
                                      </p:cBhvr>
                                      <p:to>
                                        <p:strVal val="visible"/>
                                      </p:to>
                                    </p:set>
                                    <p:animEffect transition="in" filter="wipe(up)">
                                      <p:cBhvr>
                                        <p:cTn id="43" dur="500"/>
                                        <p:tgtEl>
                                          <p:spTgt spid="123"/>
                                        </p:tgtEl>
                                      </p:cBhvr>
                                    </p:animEffect>
                                  </p:childTnLst>
                                </p:cTn>
                              </p:par>
                              <p:par>
                                <p:cTn id="44" presetID="22" presetClass="entr" presetSubtype="1" fill="hold" nodeType="withEffect">
                                  <p:stCondLst>
                                    <p:cond delay="0"/>
                                  </p:stCondLst>
                                  <p:childTnLst>
                                    <p:set>
                                      <p:cBhvr>
                                        <p:cTn id="45" dur="1" fill="hold">
                                          <p:stCondLst>
                                            <p:cond delay="0"/>
                                          </p:stCondLst>
                                        </p:cTn>
                                        <p:tgtEl>
                                          <p:spTgt spid="124"/>
                                        </p:tgtEl>
                                        <p:attrNameLst>
                                          <p:attrName>style.visibility</p:attrName>
                                        </p:attrNameLst>
                                      </p:cBhvr>
                                      <p:to>
                                        <p:strVal val="visible"/>
                                      </p:to>
                                    </p:set>
                                    <p:animEffect transition="in" filter="wipe(up)">
                                      <p:cBhvr>
                                        <p:cTn id="46" dur="500"/>
                                        <p:tgtEl>
                                          <p:spTgt spid="124"/>
                                        </p:tgtEl>
                                      </p:cBhvr>
                                    </p:animEffect>
                                  </p:childTnLst>
                                </p:cTn>
                              </p:par>
                              <p:par>
                                <p:cTn id="47" presetID="22" presetClass="entr" presetSubtype="1" fill="hold" nodeType="withEffect">
                                  <p:stCondLst>
                                    <p:cond delay="0"/>
                                  </p:stCondLst>
                                  <p:childTnLst>
                                    <p:set>
                                      <p:cBhvr>
                                        <p:cTn id="48" dur="1" fill="hold">
                                          <p:stCondLst>
                                            <p:cond delay="0"/>
                                          </p:stCondLst>
                                        </p:cTn>
                                        <p:tgtEl>
                                          <p:spTgt spid="125"/>
                                        </p:tgtEl>
                                        <p:attrNameLst>
                                          <p:attrName>style.visibility</p:attrName>
                                        </p:attrNameLst>
                                      </p:cBhvr>
                                      <p:to>
                                        <p:strVal val="visible"/>
                                      </p:to>
                                    </p:set>
                                    <p:animEffect transition="in" filter="wipe(up)">
                                      <p:cBhvr>
                                        <p:cTn id="49" dur="500"/>
                                        <p:tgtEl>
                                          <p:spTgt spid="125"/>
                                        </p:tgtEl>
                                      </p:cBhvr>
                                    </p:animEffect>
                                  </p:childTnLst>
                                </p:cTn>
                              </p:par>
                              <p:par>
                                <p:cTn id="50" presetID="22" presetClass="entr" presetSubtype="1" fill="hold" nodeType="with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up)">
                                      <p:cBhvr>
                                        <p:cTn id="52" dur="500"/>
                                        <p:tgtEl>
                                          <p:spTgt spid="126"/>
                                        </p:tgtEl>
                                      </p:cBhvr>
                                    </p:animEffect>
                                  </p:childTnLst>
                                </p:cTn>
                              </p:par>
                              <p:par>
                                <p:cTn id="53" presetID="22" presetClass="entr" presetSubtype="1" fill="hold" nodeType="withEffect">
                                  <p:stCondLst>
                                    <p:cond delay="0"/>
                                  </p:stCondLst>
                                  <p:childTnLst>
                                    <p:set>
                                      <p:cBhvr>
                                        <p:cTn id="54" dur="1" fill="hold">
                                          <p:stCondLst>
                                            <p:cond delay="0"/>
                                          </p:stCondLst>
                                        </p:cTn>
                                        <p:tgtEl>
                                          <p:spTgt spid="127"/>
                                        </p:tgtEl>
                                        <p:attrNameLst>
                                          <p:attrName>style.visibility</p:attrName>
                                        </p:attrNameLst>
                                      </p:cBhvr>
                                      <p:to>
                                        <p:strVal val="visible"/>
                                      </p:to>
                                    </p:set>
                                    <p:animEffect transition="in" filter="wipe(up)">
                                      <p:cBhvr>
                                        <p:cTn id="55" dur="500"/>
                                        <p:tgtEl>
                                          <p:spTgt spid="127"/>
                                        </p:tgtEl>
                                      </p:cBhvr>
                                    </p:animEffect>
                                  </p:childTnLst>
                                </p:cTn>
                              </p:par>
                              <p:par>
                                <p:cTn id="56" presetID="22" presetClass="entr" presetSubtype="1" fill="hold" nodeType="withEffect">
                                  <p:stCondLst>
                                    <p:cond delay="0"/>
                                  </p:stCondLst>
                                  <p:childTnLst>
                                    <p:set>
                                      <p:cBhvr>
                                        <p:cTn id="57" dur="1" fill="hold">
                                          <p:stCondLst>
                                            <p:cond delay="0"/>
                                          </p:stCondLst>
                                        </p:cTn>
                                        <p:tgtEl>
                                          <p:spTgt spid="128"/>
                                        </p:tgtEl>
                                        <p:attrNameLst>
                                          <p:attrName>style.visibility</p:attrName>
                                        </p:attrNameLst>
                                      </p:cBhvr>
                                      <p:to>
                                        <p:strVal val="visible"/>
                                      </p:to>
                                    </p:set>
                                    <p:animEffect transition="in" filter="wipe(up)">
                                      <p:cBhvr>
                                        <p:cTn id="58" dur="500"/>
                                        <p:tgtEl>
                                          <p:spTgt spid="128"/>
                                        </p:tgtEl>
                                      </p:cBhvr>
                                    </p:animEffect>
                                  </p:childTnLst>
                                </p:cTn>
                              </p:par>
                            </p:childTnLst>
                          </p:cTn>
                        </p:par>
                      </p:childTnLst>
                    </p:cTn>
                  </p:par>
                  <p:par>
                    <p:cTn id="59" fill="hold" nodeType="clickPar">
                      <p:stCondLst>
                        <p:cond delay="indefinite"/>
                      </p:stCondLst>
                      <p:childTnLst>
                        <p:par>
                          <p:cTn id="60" fill="hold" nodeType="afterGroup">
                            <p:stCondLst>
                              <p:cond delay="0"/>
                            </p:stCondLst>
                            <p:childTnLst>
                              <p:par>
                                <p:cTn id="61" presetID="22" presetClass="entr" presetSubtype="1" fill="hold" nodeType="clickEffect">
                                  <p:stCondLst>
                                    <p:cond delay="0"/>
                                  </p:stCondLst>
                                  <p:childTnLst>
                                    <p:set>
                                      <p:cBhvr>
                                        <p:cTn id="62" dur="1" fill="hold">
                                          <p:stCondLst>
                                            <p:cond delay="0"/>
                                          </p:stCondLst>
                                        </p:cTn>
                                        <p:tgtEl>
                                          <p:spTgt spid="2048"/>
                                        </p:tgtEl>
                                        <p:attrNameLst>
                                          <p:attrName>style.visibility</p:attrName>
                                        </p:attrNameLst>
                                      </p:cBhvr>
                                      <p:to>
                                        <p:strVal val="visible"/>
                                      </p:to>
                                    </p:set>
                                    <p:animEffect transition="in" filter="wipe(up)">
                                      <p:cBhvr>
                                        <p:cTn id="63" dur="500"/>
                                        <p:tgtEl>
                                          <p:spTgt spid="2048"/>
                                        </p:tgtEl>
                                      </p:cBhvr>
                                    </p:animEffect>
                                  </p:childTnLst>
                                </p:cTn>
                              </p:par>
                            </p:childTnLst>
                          </p:cTn>
                        </p:par>
                        <p:par>
                          <p:cTn id="64" fill="hold" nodeType="afterGroup">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132"/>
                                        </p:tgtEl>
                                        <p:attrNameLst>
                                          <p:attrName>style.visibility</p:attrName>
                                        </p:attrNameLst>
                                      </p:cBhvr>
                                      <p:to>
                                        <p:strVal val="visible"/>
                                      </p:to>
                                    </p:set>
                                    <p:animEffect transition="in" filter="wipe(left)">
                                      <p:cBhvr>
                                        <p:cTn id="67" dur="500"/>
                                        <p:tgtEl>
                                          <p:spTgt spid="132"/>
                                        </p:tgtEl>
                                      </p:cBhvr>
                                    </p:animEffect>
                                  </p:childTnLst>
                                </p:cTn>
                              </p:par>
                            </p:childTnLst>
                          </p:cTn>
                        </p:par>
                      </p:childTnLst>
                    </p:cTn>
                  </p:par>
                  <p:par>
                    <p:cTn id="68" fill="hold" nodeType="clickPar">
                      <p:stCondLst>
                        <p:cond delay="indefinite"/>
                      </p:stCondLst>
                      <p:childTnLst>
                        <p:par>
                          <p:cTn id="69" fill="hold" nodeType="afterGroup">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28"/>
                                        </p:tgtEl>
                                        <p:attrNameLst>
                                          <p:attrName>style.visibility</p:attrName>
                                        </p:attrNameLst>
                                      </p:cBhvr>
                                      <p:to>
                                        <p:strVal val="visible"/>
                                      </p:to>
                                    </p:set>
                                    <p:anim calcmode="lin" valueType="num">
                                      <p:cBhvr additive="base">
                                        <p:cTn id="72" dur="500" fill="hold"/>
                                        <p:tgtEl>
                                          <p:spTgt spid="28"/>
                                        </p:tgtEl>
                                        <p:attrNameLst>
                                          <p:attrName>ppt_x</p:attrName>
                                        </p:attrNameLst>
                                      </p:cBhvr>
                                      <p:tavLst>
                                        <p:tav tm="0">
                                          <p:val>
                                            <p:strVal val="#ppt_x"/>
                                          </p:val>
                                        </p:tav>
                                        <p:tav tm="100000">
                                          <p:val>
                                            <p:strVal val="#ppt_x"/>
                                          </p:val>
                                        </p:tav>
                                      </p:tavLst>
                                    </p:anim>
                                    <p:anim calcmode="lin" valueType="num">
                                      <p:cBhvr additive="base">
                                        <p:cTn id="73"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p:bldP spid="28" grpId="0"/>
    </p:bldLst>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72730" name="矩形 72729"/>
          <p:cNvSpPr>
            <a:spLocks noChangeArrowheads="1"/>
          </p:cNvSpPr>
          <p:nvPr>
            <p:custDataLst>
              <p:tags r:id="rId3"/>
            </p:custDataLst>
          </p:nvPr>
        </p:nvSpPr>
        <p:spPr bwMode="auto">
          <a:xfrm>
            <a:off x="1151467" y="3679571"/>
            <a:ext cx="6841067" cy="56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zh-CN" sz="3065" b="1">
              <a:latin typeface="Times New Roman" panose="02020603050405020304" pitchFamily="18" charset="0"/>
              <a:ea typeface="华文新魏" panose="02010800040101010101" pitchFamily="2" charset="-122"/>
            </a:endParaRPr>
          </a:p>
        </p:txBody>
      </p:sp>
      <p:grpSp>
        <p:nvGrpSpPr>
          <p:cNvPr id="72731" name="组合 72730"/>
          <p:cNvGrpSpPr/>
          <p:nvPr>
            <p:custDataLst>
              <p:tags r:id="rId4"/>
            </p:custDataLst>
          </p:nvPr>
        </p:nvGrpSpPr>
        <p:grpSpPr>
          <a:xfrm>
            <a:off x="1290602" y="1893293"/>
            <a:ext cx="2166338" cy="2565828"/>
            <a:chExt cx="1496" cy="1798"/>
          </a:xfrm>
        </p:grpSpPr>
        <p:pic>
          <p:nvPicPr>
            <p:cNvPr id="23556" name="Picture 5" descr="葡萄重心1"/>
            <p:cNvPicPr>
              <a:picLocks noChangeAspect="1" noChangeArrowheads="1"/>
            </p:cNvPicPr>
            <p:nvPr>
              <p:custDataLst>
                <p:tags r:id="rId6"/>
              </p:custDataLst>
            </p:nvPr>
          </p:nvPicPr>
          <p:blipFill>
            <a:blip r:embed="rId5">
              <a:extLst>
                <a:ext uri="{28A0092B-C50C-407E-A947-70E740481C1C}">
                  <a14:useLocalDpi xmlns:a14="http://schemas.microsoft.com/office/drawing/2010/main" val="0"/>
                </a:ext>
              </a:extLst>
            </a:blip>
            <a:stretch>
              <a:fillRect/>
            </a:stretch>
          </p:blipFill>
          <p:spPr bwMode="auto">
            <a:xfrm>
              <a:off x="0" y="0"/>
              <a:ext cx="1496"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Text Box 6"/>
            <p:cNvSpPr txBox="1">
              <a:spLocks noChangeArrowheads="1"/>
            </p:cNvSpPr>
            <p:nvPr>
              <p:custDataLst>
                <p:tags r:id="rId7"/>
              </p:custDataLst>
            </p:nvPr>
          </p:nvSpPr>
          <p:spPr bwMode="auto">
            <a:xfrm>
              <a:off x="167" y="1152"/>
              <a:ext cx="1079" cy="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150000"/>
                </a:lnSpc>
              </a:pPr>
              <a:r>
                <a:rPr lang="zh-CN" altLang="en-US" sz="1795" b="1">
                  <a:latin typeface="宋体" panose="02010600030101010101" pitchFamily="2" charset="-122"/>
                  <a:ea typeface="宋体" panose="02010600030101010101" pitchFamily="2" charset="-122"/>
                </a:rPr>
                <a:t>各部分都要受</a:t>
              </a:r>
            </a:p>
            <a:p>
              <a:pPr algn="ctr">
                <a:lnSpc>
                  <a:spcPct val="150000"/>
                </a:lnSpc>
              </a:pPr>
              <a:r>
                <a:rPr lang="zh-CN" altLang="en-US" sz="1795" b="1">
                  <a:latin typeface="宋体" panose="02010600030101010101" pitchFamily="2" charset="-122"/>
                  <a:ea typeface="宋体" panose="02010600030101010101" pitchFamily="2" charset="-122"/>
                </a:rPr>
                <a:t>到重力作用</a:t>
              </a:r>
            </a:p>
          </p:txBody>
        </p:sp>
      </p:grpSp>
      <p:grpSp>
        <p:nvGrpSpPr>
          <p:cNvPr id="72734" name="组合 72733"/>
          <p:cNvGrpSpPr/>
          <p:nvPr>
            <p:custDataLst>
              <p:tags r:id="rId8"/>
            </p:custDataLst>
          </p:nvPr>
        </p:nvGrpSpPr>
        <p:grpSpPr>
          <a:xfrm>
            <a:off x="3571861" y="2326582"/>
            <a:ext cx="1155726" cy="769836"/>
            <a:chOff x="164" y="-26"/>
            <a:chExt cx="892" cy="598"/>
          </a:xfrm>
        </p:grpSpPr>
        <p:sp>
          <p:nvSpPr>
            <p:cNvPr id="23559" name="AutoShape 11"/>
            <p:cNvSpPr>
              <a:spLocks noChangeArrowheads="1"/>
            </p:cNvSpPr>
            <p:nvPr>
              <p:custDataLst>
                <p:tags r:id="rId9"/>
              </p:custDataLst>
            </p:nvPr>
          </p:nvSpPr>
          <p:spPr bwMode="auto">
            <a:xfrm>
              <a:off x="164" y="332"/>
              <a:ext cx="892" cy="240"/>
            </a:xfrm>
            <a:prstGeom prst="rightArrow">
              <a:avLst>
                <a:gd name="adj1" fmla="val 50000"/>
                <a:gd name="adj2" fmla="val 110000"/>
              </a:avLst>
            </a:prstGeom>
            <a:solidFill>
              <a:srgbClr val="008000"/>
            </a:solidFill>
            <a:ln w="9525">
              <a:solidFill>
                <a:srgbClr val="008000"/>
              </a:solidFill>
              <a:miter lim="800000"/>
            </a:ln>
          </p:spPr>
          <p:txBody>
            <a:bodyPr wrap="none" anchor="ctr"/>
            <a:lstStyle/>
            <a:p>
              <a:endParaRPr lang="zh-CN" altLang="zh-CN" sz="100"/>
            </a:p>
          </p:txBody>
        </p:sp>
        <p:sp>
          <p:nvSpPr>
            <p:cNvPr id="23560" name="Text Box 12"/>
            <p:cNvSpPr txBox="1">
              <a:spLocks noChangeArrowheads="1"/>
            </p:cNvSpPr>
            <p:nvPr>
              <p:custDataLst>
                <p:tags r:id="rId10"/>
              </p:custDataLst>
            </p:nvPr>
          </p:nvSpPr>
          <p:spPr bwMode="auto">
            <a:xfrm>
              <a:off x="213" y="-26"/>
              <a:ext cx="614"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395" b="1">
                  <a:solidFill>
                    <a:srgbClr val="FF0000"/>
                  </a:solidFill>
                  <a:latin typeface="Times New Roman" panose="02020603050405020304" pitchFamily="18" charset="0"/>
                  <a:ea typeface="黑体" panose="02010609060101010101" pitchFamily="49" charset="-122"/>
                </a:rPr>
                <a:t>等效</a:t>
              </a:r>
            </a:p>
          </p:txBody>
        </p:sp>
      </p:grpSp>
      <p:grpSp>
        <p:nvGrpSpPr>
          <p:cNvPr id="72737" name="组合 72736"/>
          <p:cNvGrpSpPr/>
          <p:nvPr>
            <p:custDataLst>
              <p:tags r:id="rId11"/>
            </p:custDataLst>
          </p:nvPr>
        </p:nvGrpSpPr>
        <p:grpSpPr>
          <a:xfrm>
            <a:off x="4733525" y="1982370"/>
            <a:ext cx="3341387" cy="2622409"/>
            <a:chExt cx="2137" cy="1632"/>
          </a:xfrm>
        </p:grpSpPr>
        <p:pic>
          <p:nvPicPr>
            <p:cNvPr id="23562" name="Picture 8" descr="葡萄重心2"/>
            <p:cNvPicPr>
              <a:picLocks noChangeAspect="1" noChangeArrowheads="1"/>
            </p:cNvPicPr>
            <p:nvPr>
              <p:custDataLst>
                <p:tags r:id="rId13"/>
              </p:custDataLst>
            </p:nvPr>
          </p:nvPicPr>
          <p:blipFill>
            <a:blip r:embed="rId12">
              <a:extLst>
                <a:ext uri="{28A0092B-C50C-407E-A947-70E740481C1C}">
                  <a14:useLocalDpi xmlns:a14="http://schemas.microsoft.com/office/drawing/2010/main" val="0"/>
                </a:ext>
              </a:extLst>
            </a:blip>
            <a:stretch>
              <a:fillRect/>
            </a:stretch>
          </p:blipFill>
          <p:spPr bwMode="auto">
            <a:xfrm>
              <a:off x="0" y="0"/>
              <a:ext cx="1304" cy="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3" name="Text Box 9"/>
            <p:cNvSpPr txBox="1">
              <a:spLocks noChangeArrowheads="1"/>
            </p:cNvSpPr>
            <p:nvPr>
              <p:custDataLst>
                <p:tags r:id="rId14"/>
              </p:custDataLst>
            </p:nvPr>
          </p:nvSpPr>
          <p:spPr bwMode="auto">
            <a:xfrm>
              <a:off x="1415" y="214"/>
              <a:ext cx="722" cy="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795" b="1">
                  <a:latin typeface="宋体" panose="02010600030101010101" pitchFamily="2" charset="-122"/>
                  <a:ea typeface="宋体" panose="02010600030101010101" pitchFamily="2" charset="-122"/>
                </a:rPr>
                <a:t>各部分受</a:t>
              </a:r>
            </a:p>
            <a:p>
              <a:pPr>
                <a:lnSpc>
                  <a:spcPct val="150000"/>
                </a:lnSpc>
              </a:pPr>
              <a:r>
                <a:rPr lang="zh-CN" altLang="en-US" sz="1795" b="1">
                  <a:latin typeface="宋体" panose="02010600030101010101" pitchFamily="2" charset="-122"/>
                  <a:ea typeface="宋体" panose="02010600030101010101" pitchFamily="2" charset="-122"/>
                </a:rPr>
                <a:t>到的重力</a:t>
              </a:r>
            </a:p>
            <a:p>
              <a:pPr>
                <a:lnSpc>
                  <a:spcPct val="150000"/>
                </a:lnSpc>
              </a:pPr>
              <a:r>
                <a:rPr lang="zh-CN" altLang="en-US" sz="1795" b="1">
                  <a:latin typeface="宋体" panose="02010600030101010101" pitchFamily="2" charset="-122"/>
                  <a:ea typeface="宋体" panose="02010600030101010101" pitchFamily="2" charset="-122"/>
                </a:rPr>
                <a:t>作用集中</a:t>
              </a:r>
            </a:p>
            <a:p>
              <a:pPr>
                <a:lnSpc>
                  <a:spcPct val="150000"/>
                </a:lnSpc>
              </a:pPr>
              <a:r>
                <a:rPr lang="zh-CN" altLang="en-US" sz="1795" b="1">
                  <a:latin typeface="宋体" panose="02010600030101010101" pitchFamily="2" charset="-122"/>
                  <a:ea typeface="宋体" panose="02010600030101010101" pitchFamily="2" charset="-122"/>
                </a:rPr>
                <a:t>于一点</a:t>
              </a:r>
            </a:p>
          </p:txBody>
        </p:sp>
      </p:grpSp>
      <p:sp>
        <p:nvSpPr>
          <p:cNvPr id="5" name="圆角矩形 4">
            <a:hlinkClick/>
          </p:cNvPr>
          <p:cNvSpPr/>
          <p:nvPr>
            <p:custDataLst>
              <p:tags r:id="rId15"/>
            </p:custDataLst>
          </p:nvPr>
        </p:nvSpPr>
        <p:spPr>
          <a:xfrm>
            <a:off x="0" y="0"/>
            <a:ext cx="157543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9" name="TextBox 14">
            <a:hlinkClick/>
          </p:cNvPr>
          <p:cNvSpPr txBox="1">
            <a:spLocks noChangeArrowheads="1"/>
          </p:cNvSpPr>
          <p:nvPr>
            <p:custDataLst>
              <p:tags r:id="rId16"/>
            </p:custDataLst>
          </p:nvPr>
        </p:nvSpPr>
        <p:spPr bwMode="auto">
          <a:xfrm>
            <a:off x="38735" y="100330"/>
            <a:ext cx="153733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二、重力</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17"/>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14338" name="Rectangle 2"/>
          <p:cNvSpPr>
            <a:spLocks noGrp="1" noRot="1" noChangeArrowheads="1"/>
          </p:cNvSpPr>
          <p:nvPr>
            <p:ph type="title" idx="4294967295"/>
            <p:custDataLst>
              <p:tags r:id="rId18"/>
            </p:custDataLst>
          </p:nvPr>
        </p:nvSpPr>
        <p:spPr>
          <a:xfrm>
            <a:off x="1221740" y="1060450"/>
            <a:ext cx="1433830" cy="465455"/>
          </a:xfrm>
          <a:prstGeom prst="rect">
            <a:avLst/>
          </a:prstGeom>
          <a:ln>
            <a:solidFill>
              <a:srgbClr val="000000">
                <a:alpha val="0"/>
              </a:srgbClr>
            </a:solidFill>
          </a:ln>
        </p:spPr>
        <p:txBody>
          <a:bodyPr lIns="81405" tIns="40705" rIns="81405" bIns="40705"/>
          <a:lstStyle/>
          <a:p>
            <a:pPr algn="l" fontAlgn="auto">
              <a:lnSpc>
                <a:spcPct val="100000"/>
              </a:lnSpc>
            </a:pPr>
            <a:r>
              <a:rPr lang="zh-CN" altLang="en-US" sz="2400" b="1" i="0">
                <a:latin typeface="宋体" panose="02010600030101010101" pitchFamily="2" charset="-122"/>
                <a:ea typeface="宋体" panose="02010600030101010101" pitchFamily="2" charset="-122"/>
                <a:cs typeface="宋体" panose="02010600030101010101" pitchFamily="2" charset="-122"/>
              </a:rPr>
              <a:t>等效思想</a:t>
            </a:r>
          </a:p>
        </p:txBody>
      </p:sp>
    </p:spTree>
  </p:cSld>
  <p:clrMapOvr>
    <a:masterClrMapping/>
  </p:clrMapOvr>
  <mc:AlternateContent>
    <mc:Choice xmlns:p14="http://schemas.microsoft.com/office/powerpoint/2010/main" Requires="p14">
      <p:transition spd="slow" advTm="3000" p14:dur="15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72730"/>
                                        </p:tgtEl>
                                        <p:attrNameLst>
                                          <p:attrName>style.visibility</p:attrName>
                                        </p:attrNameLst>
                                      </p:cBhvr>
                                      <p:to>
                                        <p:strVal val="visible"/>
                                      </p:to>
                                    </p:set>
                                    <p:animEffect transition="in" filter="strips(upRight)">
                                      <p:cBhvr>
                                        <p:cTn id="7" dur="500"/>
                                        <p:tgtEl>
                                          <p:spTgt spid="72730"/>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2731"/>
                                        </p:tgtEl>
                                        <p:attrNameLst>
                                          <p:attrName>style.visibility</p:attrName>
                                        </p:attrNameLst>
                                      </p:cBhvr>
                                      <p:to>
                                        <p:strVal val="visible"/>
                                      </p:to>
                                    </p:set>
                                    <p:animEffect transition="in" filter="blinds(horizontal)">
                                      <p:cBhvr>
                                        <p:cTn id="12" dur="500"/>
                                        <p:tgtEl>
                                          <p:spTgt spid="72731"/>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2734"/>
                                        </p:tgtEl>
                                        <p:attrNameLst>
                                          <p:attrName>style.visibility</p:attrName>
                                        </p:attrNameLst>
                                      </p:cBhvr>
                                      <p:to>
                                        <p:strVal val="visible"/>
                                      </p:to>
                                    </p:set>
                                    <p:animEffect transition="in" filter="blinds(horizontal)">
                                      <p:cBhvr>
                                        <p:cTn id="17" dur="500"/>
                                        <p:tgtEl>
                                          <p:spTgt spid="72734"/>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2737"/>
                                        </p:tgtEl>
                                        <p:attrNameLst>
                                          <p:attrName>style.visibility</p:attrName>
                                        </p:attrNameLst>
                                      </p:cBhvr>
                                      <p:to>
                                        <p:strVal val="visible"/>
                                      </p:to>
                                    </p:set>
                                    <p:animEffect transition="in" filter="blinds(horizontal)">
                                      <p:cBhvr>
                                        <p:cTn id="22" dur="500"/>
                                        <p:tgtEl>
                                          <p:spTgt spid="72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30" grpId="0"/>
    </p:bldLst>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38" name="Rectangle 3"/>
          <p:cNvSpPr>
            <a:spLocks noGrp="1" noRot="1" noChangeArrowheads="1"/>
          </p:cNvSpPr>
          <p:nvPr>
            <p:ph type="title"/>
            <p:custDataLst>
              <p:tags r:id="rId3"/>
            </p:custDataLst>
          </p:nvPr>
        </p:nvSpPr>
        <p:spPr>
          <a:xfrm>
            <a:off x="699135" y="840740"/>
            <a:ext cx="3297555" cy="433705"/>
          </a:xfrm>
        </p:spPr>
        <p:txBody>
          <a:bodyPr anchor="b"/>
          <a:lstStyle/>
          <a:p>
            <a:pPr algn="l" eaLnBrk="1" hangingPunct="1"/>
            <a:r>
              <a:rPr lang="en-US" altLang="zh-CN" sz="2000" b="1" i="0">
                <a:latin typeface="宋体" panose="02010600030101010101" pitchFamily="2" charset="-122"/>
                <a:ea typeface="宋体" panose="02010600030101010101" pitchFamily="2" charset="-122"/>
                <a:cs typeface="宋体" panose="02010600030101010101" pitchFamily="2" charset="-122"/>
              </a:rPr>
              <a:t>5.</a:t>
            </a:r>
            <a:r>
              <a:rPr lang="zh-CN" altLang="en-US" sz="2000" b="1" i="0">
                <a:latin typeface="宋体" panose="02010600030101010101" pitchFamily="2" charset="-122"/>
                <a:ea typeface="宋体" panose="02010600030101010101" pitchFamily="2" charset="-122"/>
                <a:cs typeface="宋体" panose="02010600030101010101" pitchFamily="2" charset="-122"/>
              </a:rPr>
              <a:t>重力的作用点</a:t>
            </a:r>
            <a:r>
              <a:rPr lang="en-US" altLang="zh-CN" sz="2000" b="1" i="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a:latin typeface="宋体" panose="02010600030101010101" pitchFamily="2" charset="-122"/>
                <a:ea typeface="宋体" panose="02010600030101010101" pitchFamily="2" charset="-122"/>
                <a:sym typeface="+mn-ea"/>
              </a:rPr>
              <a:t>重心</a:t>
            </a:r>
            <a:endParaRPr lang="zh-CN" altLang="en-US" sz="2000" b="1" i="0">
              <a:latin typeface="宋体" panose="02010600030101010101" pitchFamily="2" charset="-122"/>
              <a:ea typeface="宋体" panose="02010600030101010101" pitchFamily="2" charset="-122"/>
              <a:cs typeface="宋体" panose="02010600030101010101" pitchFamily="2" charset="-122"/>
            </a:endParaRPr>
          </a:p>
        </p:txBody>
      </p:sp>
      <p:sp>
        <p:nvSpPr>
          <p:cNvPr id="97" name="Text Box 2"/>
          <p:cNvSpPr/>
          <p:nvPr>
            <p:custDataLst>
              <p:tags r:id="rId4"/>
            </p:custDataLst>
          </p:nvPr>
        </p:nvSpPr>
        <p:spPr>
          <a:xfrm>
            <a:off x="586166" y="1319953"/>
            <a:ext cx="6207318" cy="1476375"/>
          </a:xfrm>
          <a:prstGeom prst="rect">
            <a:avLst/>
          </a:prstGeom>
          <a:noFill/>
          <a:ln w="19050">
            <a:noFill/>
            <a:prstDash val="dash"/>
            <a:miter lim="800000"/>
          </a:ln>
        </p:spPr>
        <p:txBody>
          <a:bodyPr wrap="square">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5pPr>
          </a:lstStyle>
          <a:p>
            <a:pPr>
              <a:lnSpc>
                <a:spcPct val="150000"/>
              </a:lnSpc>
              <a:spcBef>
                <a:spcPct val="50000"/>
              </a:spcBef>
            </a:pPr>
            <a:r>
              <a:rPr sz="2000" b="1">
                <a:ln w="9525" cap="flat" cmpd="sng" algn="ctr">
                  <a:noFill/>
                  <a:prstDash val="solid"/>
                  <a:round/>
                  <a:headEnd type="none" w="med" len="med"/>
                  <a:tailEnd type="none" w="med" len="med"/>
                </a:ln>
                <a:solidFill>
                  <a:srgbClr val="FF0000"/>
                </a:solidFill>
                <a:latin typeface="宋体" panose="02010600030101010101" pitchFamily="2" charset="-122"/>
                <a:cs typeface="宋体" panose="02010600030101010101" pitchFamily="2" charset="-122"/>
                <a:sym typeface="Wingdings" panose="05000000000000000000" charset="0"/>
              </a:rPr>
              <a:t>（</a:t>
            </a:r>
            <a:r>
              <a:rPr lang="en-US" altLang="zh-CN" sz="2000" b="1">
                <a:ln w="9525" cap="flat" cmpd="sng" algn="ctr">
                  <a:noFill/>
                  <a:prstDash val="solid"/>
                  <a:round/>
                  <a:headEnd type="none" w="med" len="med"/>
                  <a:tailEnd type="none" w="med" len="med"/>
                </a:ln>
                <a:solidFill>
                  <a:srgbClr val="FF0000"/>
                </a:solidFill>
                <a:latin typeface="宋体" panose="02010600030101010101" pitchFamily="2" charset="-122"/>
                <a:cs typeface="宋体" panose="02010600030101010101" pitchFamily="2" charset="-122"/>
                <a:sym typeface="Wingdings" panose="05000000000000000000" charset="0"/>
              </a:rPr>
              <a:t>1</a:t>
            </a:r>
            <a:r>
              <a:rPr sz="2000" b="1">
                <a:ln w="9525" cap="flat" cmpd="sng" algn="ctr">
                  <a:noFill/>
                  <a:prstDash val="solid"/>
                  <a:round/>
                  <a:headEnd type="none" w="med" len="med"/>
                  <a:tailEnd type="none" w="med" len="med"/>
                </a:ln>
                <a:solidFill>
                  <a:srgbClr val="FF0000"/>
                </a:solidFill>
                <a:latin typeface="宋体" panose="02010600030101010101" pitchFamily="2" charset="-122"/>
                <a:cs typeface="宋体" panose="02010600030101010101" pitchFamily="2" charset="-122"/>
                <a:sym typeface="Wingdings" panose="05000000000000000000" charset="0"/>
              </a:rPr>
              <a:t>）定义</a:t>
            </a:r>
            <a:r>
              <a:rPr lang="en-US" altLang="zh-CN" sz="2000" b="1">
                <a:ln w="9525" cap="flat" cmpd="sng" algn="ctr">
                  <a:noFill/>
                  <a:prstDash val="solid"/>
                  <a:round/>
                  <a:headEnd type="none" w="med" len="med"/>
                  <a:tailEnd type="none" w="med" len="med"/>
                </a:ln>
                <a:solidFill>
                  <a:srgbClr val="FF0000"/>
                </a:solidFill>
                <a:latin typeface="宋体" panose="02010600030101010101" pitchFamily="2" charset="-122"/>
                <a:cs typeface="宋体" panose="02010600030101010101" pitchFamily="2" charset="-122"/>
                <a:sym typeface="Wingdings" panose="05000000000000000000" charset="0"/>
              </a:rPr>
              <a:t>: </a:t>
            </a:r>
            <a:r>
              <a:rPr sz="2000" b="1">
                <a:ln w="9525" cap="flat" cmpd="sng" algn="ctr">
                  <a:noFill/>
                  <a:prstDash val="solid"/>
                  <a:round/>
                  <a:headEnd type="none" w="med" len="med"/>
                  <a:tailEnd type="none" w="med" len="med"/>
                </a:ln>
                <a:solidFill>
                  <a:srgbClr val="000000"/>
                </a:solidFill>
                <a:latin typeface="宋体" panose="02010600030101010101" pitchFamily="2" charset="-122"/>
                <a:cs typeface="宋体" panose="02010600030101010101" pitchFamily="2" charset="-122"/>
                <a:sym typeface="Wingdings" panose="05000000000000000000" charset="0"/>
              </a:rPr>
              <a:t>一个物体的各部分都要受到重力的作用，从</a:t>
            </a:r>
            <a:r>
              <a:rPr sz="2000" b="1">
                <a:ln w="9525" cap="flat" cmpd="sng" algn="ctr">
                  <a:noFill/>
                  <a:prstDash val="solid"/>
                  <a:round/>
                  <a:headEnd type="none" w="med" len="med"/>
                  <a:tailEnd type="none" w="med" len="med"/>
                </a:ln>
                <a:solidFill>
                  <a:srgbClr val="00B0F0"/>
                </a:solidFill>
                <a:latin typeface="宋体" panose="02010600030101010101" pitchFamily="2" charset="-122"/>
                <a:cs typeface="宋体" panose="02010600030101010101" pitchFamily="2" charset="-122"/>
                <a:sym typeface="Wingdings" panose="05000000000000000000" charset="0"/>
              </a:rPr>
              <a:t>效果上看</a:t>
            </a:r>
            <a:r>
              <a:rPr sz="2000" b="1">
                <a:ln w="9525" cap="flat" cmpd="sng" algn="ctr">
                  <a:noFill/>
                  <a:prstDash val="solid"/>
                  <a:round/>
                  <a:headEnd type="none" w="med" len="med"/>
                  <a:tailEnd type="none" w="med" len="med"/>
                </a:ln>
                <a:solidFill>
                  <a:srgbClr val="000000"/>
                </a:solidFill>
                <a:latin typeface="宋体" panose="02010600030101010101" pitchFamily="2" charset="-122"/>
                <a:cs typeface="宋体" panose="02010600030101010101" pitchFamily="2" charset="-122"/>
                <a:sym typeface="Wingdings" panose="05000000000000000000" charset="0"/>
              </a:rPr>
              <a:t>，我们可以认为各部分受到的重力集中作用于一点，这一点叫做物体的</a:t>
            </a:r>
            <a:r>
              <a:rPr sz="2000" b="1">
                <a:ln w="9525" cap="flat" cmpd="sng" algn="ctr">
                  <a:noFill/>
                  <a:prstDash val="solid"/>
                  <a:round/>
                  <a:headEnd type="none" w="med" len="med"/>
                  <a:tailEnd type="none" w="med" len="med"/>
                </a:ln>
                <a:solidFill>
                  <a:srgbClr val="00B0F0"/>
                </a:solidFill>
                <a:latin typeface="宋体" panose="02010600030101010101" pitchFamily="2" charset="-122"/>
                <a:cs typeface="宋体" panose="02010600030101010101" pitchFamily="2" charset="-122"/>
                <a:sym typeface="Wingdings" panose="05000000000000000000" charset="0"/>
              </a:rPr>
              <a:t>重心。</a:t>
            </a:r>
            <a:endParaRPr lang="en-US" altLang="zh-CN" sz="2000" b="1">
              <a:ln w="9525" cap="flat" cmpd="sng" algn="ctr">
                <a:noFill/>
                <a:prstDash val="solid"/>
                <a:round/>
                <a:headEnd type="none" w="med" len="med"/>
                <a:tailEnd type="none" w="med" len="med"/>
              </a:ln>
              <a:solidFill>
                <a:srgbClr val="00B0F0"/>
              </a:solidFill>
              <a:latin typeface="宋体" panose="02010600030101010101" pitchFamily="2" charset="-122"/>
              <a:cs typeface="宋体" panose="02010600030101010101" pitchFamily="2" charset="-122"/>
              <a:sym typeface="Wingdings" panose="05000000000000000000" charset="0"/>
            </a:endParaRPr>
          </a:p>
        </p:txBody>
      </p:sp>
      <p:sp>
        <p:nvSpPr>
          <p:cNvPr id="133" name="文本框 2"/>
          <p:cNvSpPr/>
          <p:nvPr>
            <p:custDataLst>
              <p:tags r:id="rId5"/>
            </p:custDataLst>
          </p:nvPr>
        </p:nvSpPr>
        <p:spPr>
          <a:xfrm>
            <a:off x="699196" y="2877049"/>
            <a:ext cx="2239974" cy="398780"/>
          </a:xfrm>
          <a:prstGeom prst="rect">
            <a:avLst/>
          </a:prstGeom>
          <a:noFill/>
          <a:ln>
            <a:noFill/>
            <a:miter lim="800000"/>
          </a:ln>
        </p:spPr>
        <p:txBody>
          <a:bodyPr wrap="square">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5pPr>
          </a:lstStyle>
          <a:p>
            <a:r>
              <a:rPr sz="2000" b="1">
                <a:ln w="9525" cap="flat" cmpd="sng" algn="ctr">
                  <a:noFill/>
                  <a:prstDash val="solid"/>
                  <a:round/>
                  <a:headEnd type="none" w="med" len="med"/>
                  <a:tailEnd type="none" w="med" len="med"/>
                </a:ln>
                <a:solidFill>
                  <a:srgbClr val="FF0000"/>
                </a:solidFill>
                <a:latin typeface="宋体" panose="02010600030101010101" pitchFamily="2" charset="-122"/>
                <a:cs typeface="宋体" panose="02010600030101010101" pitchFamily="2" charset="-122"/>
                <a:sym typeface="宋体" panose="02010600030101010101" pitchFamily="2" charset="-122"/>
              </a:rPr>
              <a:t>（</a:t>
            </a:r>
            <a:r>
              <a:rPr lang="en-US" altLang="zh-CN" sz="2000" b="1">
                <a:ln w="9525" cap="flat" cmpd="sng" algn="ctr">
                  <a:noFill/>
                  <a:prstDash val="solid"/>
                  <a:round/>
                  <a:headEnd type="none" w="med" len="med"/>
                  <a:tailEnd type="none" w="med" len="med"/>
                </a:ln>
                <a:solidFill>
                  <a:srgbClr val="FF0000"/>
                </a:solidFill>
                <a:latin typeface="宋体" panose="02010600030101010101" pitchFamily="2" charset="-122"/>
                <a:cs typeface="宋体" panose="02010600030101010101" pitchFamily="2" charset="-122"/>
                <a:sym typeface="宋体" panose="02010600030101010101" pitchFamily="2" charset="-122"/>
              </a:rPr>
              <a:t>2</a:t>
            </a:r>
            <a:r>
              <a:rPr sz="2000" b="1">
                <a:ln w="9525" cap="flat" cmpd="sng" algn="ctr">
                  <a:noFill/>
                  <a:prstDash val="solid"/>
                  <a:round/>
                  <a:headEnd type="none" w="med" len="med"/>
                  <a:tailEnd type="none" w="med" len="med"/>
                </a:ln>
                <a:solidFill>
                  <a:srgbClr val="FF0000"/>
                </a:solidFill>
                <a:latin typeface="宋体" panose="02010600030101010101" pitchFamily="2" charset="-122"/>
                <a:cs typeface="宋体" panose="02010600030101010101" pitchFamily="2" charset="-122"/>
                <a:sym typeface="宋体" panose="02010600030101010101" pitchFamily="2" charset="-122"/>
              </a:rPr>
              <a:t>）重心的位置：</a:t>
            </a:r>
          </a:p>
        </p:txBody>
      </p:sp>
      <p:sp>
        <p:nvSpPr>
          <p:cNvPr id="134" name="文本框 7"/>
          <p:cNvSpPr/>
          <p:nvPr>
            <p:custDataLst>
              <p:tags r:id="rId6"/>
            </p:custDataLst>
          </p:nvPr>
        </p:nvSpPr>
        <p:spPr>
          <a:xfrm>
            <a:off x="699135" y="3423920"/>
            <a:ext cx="4171315" cy="1014730"/>
          </a:xfrm>
          <a:prstGeom prst="rect">
            <a:avLst/>
          </a:prstGeom>
          <a:noFill/>
          <a:ln w="19050">
            <a:noFill/>
            <a:prstDash val="dash"/>
            <a:miter lim="800000"/>
          </a:ln>
        </p:spPr>
        <p:txBody>
          <a:bodyPr wrap="square">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5pPr>
          </a:lstStyle>
          <a:p>
            <a:pPr>
              <a:lnSpc>
                <a:spcPct val="150000"/>
              </a:lnSpc>
            </a:pPr>
            <a:r>
              <a:rPr lang="en-US" altLang="zh-CN" sz="2000" b="1">
                <a:ln w="9525" cap="flat" cmpd="sng" algn="ctr">
                  <a:noFill/>
                  <a:prstDash val="solid"/>
                  <a:round/>
                  <a:headEnd type="none" w="med" len="med"/>
                  <a:tailEnd type="none" w="med" len="med"/>
                </a:ln>
                <a:solidFill>
                  <a:srgbClr val="000000"/>
                </a:solidFill>
                <a:latin typeface="宋体" panose="02010600030101010101" pitchFamily="2" charset="-122"/>
                <a:cs typeface="宋体" panose="02010600030101010101" pitchFamily="2" charset="-122"/>
                <a:sym typeface="Wingdings" panose="05000000000000000000" charset="0"/>
              </a:rPr>
              <a:t>A</a:t>
            </a:r>
            <a:r>
              <a:rPr sz="2000" b="1">
                <a:ln w="9525" cap="flat" cmpd="sng" algn="ctr">
                  <a:noFill/>
                  <a:prstDash val="solid"/>
                  <a:round/>
                  <a:headEnd type="none" w="med" len="med"/>
                  <a:tailEnd type="none" w="med" len="med"/>
                </a:ln>
                <a:solidFill>
                  <a:srgbClr val="000000"/>
                </a:solidFill>
                <a:latin typeface="宋体" panose="02010600030101010101" pitchFamily="2" charset="-122"/>
                <a:cs typeface="宋体" panose="02010600030101010101" pitchFamily="2" charset="-122"/>
                <a:sym typeface="Wingdings" panose="05000000000000000000" charset="0"/>
              </a:rPr>
              <a:t>：形状规则</a:t>
            </a:r>
            <a:r>
              <a:rPr lang="en-US" altLang="zh-CN" sz="2000" b="1">
                <a:ln w="9525" cap="flat" cmpd="sng" algn="ctr">
                  <a:noFill/>
                  <a:prstDash val="solid"/>
                  <a:round/>
                  <a:headEnd type="none" w="med" len="med"/>
                  <a:tailEnd type="none" w="med" len="med"/>
                </a:ln>
                <a:solidFill>
                  <a:srgbClr val="000000"/>
                </a:solidFill>
                <a:latin typeface="宋体" panose="02010600030101010101" pitchFamily="2" charset="-122"/>
                <a:cs typeface="宋体" panose="02010600030101010101" pitchFamily="2" charset="-122"/>
                <a:sym typeface="Wingdings" panose="05000000000000000000" charset="0"/>
              </a:rPr>
              <a:t>,</a:t>
            </a:r>
            <a:r>
              <a:rPr sz="2000" b="1">
                <a:ln w="9525" cap="flat" cmpd="sng" algn="ctr">
                  <a:noFill/>
                  <a:prstDash val="solid"/>
                  <a:round/>
                  <a:headEnd type="none" w="med" len="med"/>
                  <a:tailEnd type="none" w="med" len="med"/>
                </a:ln>
                <a:solidFill>
                  <a:srgbClr val="000000"/>
                </a:solidFill>
                <a:latin typeface="宋体" panose="02010600030101010101" pitchFamily="2" charset="-122"/>
                <a:cs typeface="宋体" panose="02010600030101010101" pitchFamily="2" charset="-122"/>
                <a:sym typeface="Wingdings" panose="05000000000000000000" charset="0"/>
              </a:rPr>
              <a:t>质量均匀分布的物体，它的重心在其几何中心处。 </a:t>
            </a:r>
          </a:p>
        </p:txBody>
      </p:sp>
      <p:pic>
        <p:nvPicPr>
          <p:cNvPr id="135" name="图片 134"/>
          <p:cNvPicPr>
            <a:picLocks noChangeAspect="1"/>
          </p:cNvPicPr>
          <p:nvPr>
            <p:custDataLst>
              <p:tags r:id="rId8"/>
            </p:custDataLst>
          </p:nvPr>
        </p:nvPicPr>
        <p:blipFill>
          <a:blip r:embed="rId7">
            <a:clrChange>
              <a:clrFrom>
                <a:srgbClr val="FFFFFF"/>
              </a:clrFrom>
              <a:clrTo>
                <a:srgbClr val="FFFFFF">
                  <a:alpha val="0"/>
                </a:srgbClr>
              </a:clrTo>
            </a:clrChange>
          </a:blip>
          <a:srcRect b="22241"/>
          <a:stretch>
            <a:fillRect/>
          </a:stretch>
        </p:blipFill>
        <p:spPr>
          <a:xfrm>
            <a:off x="5059045" y="2672080"/>
            <a:ext cx="3093085" cy="2122805"/>
          </a:xfrm>
          <a:prstGeom prst="rect">
            <a:avLst/>
          </a:prstGeom>
        </p:spPr>
      </p:pic>
      <p:pic>
        <p:nvPicPr>
          <p:cNvPr id="2050" name="Picture 2"/>
          <p:cNvPicPr>
            <a:picLocks noChangeAspect="1" noChangeArrowheads="1"/>
          </p:cNvPicPr>
          <p:nvPr>
            <p:custDataLst>
              <p:tags r:id="rId10"/>
            </p:custDataLst>
          </p:nvPr>
        </p:nvPicPr>
        <p:blipFill>
          <a:blip r:embed="rId9">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bwMode="auto">
          <a:xfrm>
            <a:off x="6865763" y="1071668"/>
            <a:ext cx="1187155" cy="722186"/>
          </a:xfrm>
          <a:prstGeom prst="rect">
            <a:avLst/>
          </a:prstGeom>
          <a:noFill/>
          <a:extLst>
            <a:ext uri="{909E8E84-426E-40DD-AFC4-6F175D3DCCD1}">
              <a14:hiddenFill xmlns:a14="http://schemas.microsoft.com/office/drawing/2010/main">
                <a:solidFill>
                  <a:srgbClr val="FFFFFF"/>
                </a:solidFill>
              </a14:hiddenFill>
            </a:ext>
          </a:extLst>
        </p:spPr>
      </p:pic>
      <p:cxnSp>
        <p:nvCxnSpPr>
          <p:cNvPr id="114" name="直接箭头连接符 113"/>
          <p:cNvCxnSpPr/>
          <p:nvPr>
            <p:custDataLst>
              <p:tags r:id="rId11"/>
            </p:custDataLst>
          </p:nvPr>
        </p:nvCxnSpPr>
        <p:spPr>
          <a:xfrm flipH="1">
            <a:off x="7263564" y="1432761"/>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p:nvPr>
            <p:custDataLst>
              <p:tags r:id="rId12"/>
            </p:custDataLst>
          </p:nvPr>
        </p:nvCxnSpPr>
        <p:spPr>
          <a:xfrm flipH="1">
            <a:off x="7331536" y="1320242"/>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p:cNvCxnSpPr/>
          <p:nvPr>
            <p:custDataLst>
              <p:tags r:id="rId13"/>
            </p:custDataLst>
          </p:nvPr>
        </p:nvCxnSpPr>
        <p:spPr>
          <a:xfrm flipH="1">
            <a:off x="7399508" y="1396290"/>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p:cNvCxnSpPr/>
          <p:nvPr>
            <p:custDataLst>
              <p:tags r:id="rId14"/>
            </p:custDataLst>
          </p:nvPr>
        </p:nvCxnSpPr>
        <p:spPr>
          <a:xfrm flipH="1">
            <a:off x="7479074" y="1437950"/>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p:cNvCxnSpPr/>
          <p:nvPr>
            <p:custDataLst>
              <p:tags r:id="rId15"/>
            </p:custDataLst>
          </p:nvPr>
        </p:nvCxnSpPr>
        <p:spPr>
          <a:xfrm flipH="1">
            <a:off x="7581498" y="1519773"/>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p:cNvCxnSpPr/>
          <p:nvPr>
            <p:custDataLst>
              <p:tags r:id="rId16"/>
            </p:custDataLst>
          </p:nvPr>
        </p:nvCxnSpPr>
        <p:spPr>
          <a:xfrm flipH="1">
            <a:off x="7675782" y="1568011"/>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接箭头连接符 120"/>
          <p:cNvCxnSpPr/>
          <p:nvPr>
            <p:custDataLst>
              <p:tags r:id="rId17"/>
            </p:custDataLst>
          </p:nvPr>
        </p:nvCxnSpPr>
        <p:spPr>
          <a:xfrm flipH="1">
            <a:off x="7783221" y="1582665"/>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直接箭头连接符 121"/>
          <p:cNvCxnSpPr/>
          <p:nvPr>
            <p:custDataLst>
              <p:tags r:id="rId18"/>
            </p:custDataLst>
          </p:nvPr>
        </p:nvCxnSpPr>
        <p:spPr>
          <a:xfrm flipH="1">
            <a:off x="7388545" y="1465705"/>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接箭头连接符 122"/>
          <p:cNvCxnSpPr/>
          <p:nvPr>
            <p:custDataLst>
              <p:tags r:id="rId19"/>
            </p:custDataLst>
          </p:nvPr>
        </p:nvCxnSpPr>
        <p:spPr>
          <a:xfrm flipH="1">
            <a:off x="7443992" y="1425543"/>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接箭头连接符 123"/>
          <p:cNvCxnSpPr/>
          <p:nvPr>
            <p:custDataLst>
              <p:tags r:id="rId20"/>
            </p:custDataLst>
          </p:nvPr>
        </p:nvCxnSpPr>
        <p:spPr>
          <a:xfrm flipH="1">
            <a:off x="7581498" y="1517635"/>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接箭头连接符 124"/>
          <p:cNvCxnSpPr/>
          <p:nvPr>
            <p:custDataLst>
              <p:tags r:id="rId21"/>
            </p:custDataLst>
          </p:nvPr>
        </p:nvCxnSpPr>
        <p:spPr>
          <a:xfrm flipH="1">
            <a:off x="7675782" y="1465704"/>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直接箭头连接符 125"/>
          <p:cNvCxnSpPr/>
          <p:nvPr>
            <p:custDataLst>
              <p:tags r:id="rId22"/>
            </p:custDataLst>
          </p:nvPr>
        </p:nvCxnSpPr>
        <p:spPr>
          <a:xfrm flipH="1">
            <a:off x="7719635" y="1517634"/>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接箭头连接符 126"/>
          <p:cNvCxnSpPr/>
          <p:nvPr>
            <p:custDataLst>
              <p:tags r:id="rId23"/>
            </p:custDataLst>
          </p:nvPr>
        </p:nvCxnSpPr>
        <p:spPr>
          <a:xfrm flipH="1">
            <a:off x="7561764" y="1398536"/>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直接箭头连接符 127"/>
          <p:cNvCxnSpPr/>
          <p:nvPr>
            <p:custDataLst>
              <p:tags r:id="rId24"/>
            </p:custDataLst>
          </p:nvPr>
        </p:nvCxnSpPr>
        <p:spPr>
          <a:xfrm flipH="1">
            <a:off x="7193399" y="1290347"/>
            <a:ext cx="0" cy="45457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48" name="直接箭头连接符 2047"/>
          <p:cNvCxnSpPr/>
          <p:nvPr>
            <p:custDataLst>
              <p:tags r:id="rId25"/>
            </p:custDataLst>
          </p:nvPr>
        </p:nvCxnSpPr>
        <p:spPr>
          <a:xfrm flipH="1">
            <a:off x="7438976" y="1481161"/>
            <a:ext cx="0" cy="108370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2" name="文本框 131"/>
          <p:cNvSpPr txBox="1"/>
          <p:nvPr>
            <p:custDataLst>
              <p:tags r:id="rId26"/>
            </p:custDataLst>
          </p:nvPr>
        </p:nvSpPr>
        <p:spPr>
          <a:xfrm>
            <a:off x="7438976" y="2398564"/>
            <a:ext cx="364697" cy="321945"/>
          </a:xfrm>
          <a:prstGeom prst="rect">
            <a:avLst/>
          </a:prstGeom>
          <a:noFill/>
        </p:spPr>
        <p:txBody>
          <a:bodyPr wrap="square">
            <a:spAutoFit/>
          </a:bodyPr>
          <a:lstStyle/>
          <a:p>
            <a:r>
              <a:rPr lang="en-US" altLang="zh-CN" sz="1495" b="1" i="1">
                <a:ln w="9525" cap="flat" cmpd="sng" algn="ctr">
                  <a:noFill/>
                  <a:prstDash val="solid"/>
                  <a:round/>
                  <a:headEnd type="none" w="med" len="med"/>
                  <a:tailEnd type="none" w="med" len="med"/>
                </a:ln>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宋体" panose="02010600030101010101" pitchFamily="2" charset="-122"/>
              </a:rPr>
              <a:t>G</a:t>
            </a:r>
            <a:endParaRPr lang="zh-CN" altLang="en-US" sz="1495"/>
          </a:p>
        </p:txBody>
      </p:sp>
      <p:sp>
        <p:nvSpPr>
          <p:cNvPr id="5" name="圆角矩形 4">
            <a:hlinkClick/>
          </p:cNvPr>
          <p:cNvSpPr/>
          <p:nvPr>
            <p:custDataLst>
              <p:tags r:id="rId27"/>
            </p:custDataLst>
          </p:nvPr>
        </p:nvSpPr>
        <p:spPr>
          <a:xfrm>
            <a:off x="0" y="0"/>
            <a:ext cx="157543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9" name="TextBox 14">
            <a:hlinkClick/>
          </p:cNvPr>
          <p:cNvSpPr txBox="1">
            <a:spLocks noChangeArrowheads="1"/>
          </p:cNvSpPr>
          <p:nvPr>
            <p:custDataLst>
              <p:tags r:id="rId28"/>
            </p:custDataLst>
          </p:nvPr>
        </p:nvSpPr>
        <p:spPr bwMode="auto">
          <a:xfrm>
            <a:off x="38735" y="100330"/>
            <a:ext cx="153733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二、重力</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29"/>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Tree>
  </p:cSld>
  <p:clrMapOvr>
    <a:masterClrMapping/>
  </p:clrMapOvr>
  <mc:AlternateContent>
    <mc:Choice xmlns:p15="http://schemas.microsoft.com/office/powerpoint/2012/main" Requires="p15">
      <p:transition spd="slow" p14:dur="2000">
        <p15:prstTrans prst="prestig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blinds(horizontal)">
                                      <p:cBhvr>
                                        <p:cTn id="7" dur="500" fill="hold"/>
                                        <p:tgtEl>
                                          <p:spTgt spid="97"/>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53"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 calcmode="lin" valueType="num">
                                      <p:cBhvr>
                                        <p:cTn id="12" dur="500" fill="hold"/>
                                        <p:tgtEl>
                                          <p:spTgt spid="2050"/>
                                        </p:tgtEl>
                                        <p:attrNameLst>
                                          <p:attrName>ppt_w</p:attrName>
                                        </p:attrNameLst>
                                      </p:cBhvr>
                                      <p:tavLst>
                                        <p:tav tm="0">
                                          <p:val>
                                            <p:fltVal val="0"/>
                                          </p:val>
                                        </p:tav>
                                        <p:tav tm="100000">
                                          <p:val>
                                            <p:strVal val="#ppt_w"/>
                                          </p:val>
                                        </p:tav>
                                      </p:tavLst>
                                    </p:anim>
                                    <p:anim calcmode="lin" valueType="num">
                                      <p:cBhvr>
                                        <p:cTn id="13" dur="500" fill="hold"/>
                                        <p:tgtEl>
                                          <p:spTgt spid="2050"/>
                                        </p:tgtEl>
                                        <p:attrNameLst>
                                          <p:attrName>ppt_h</p:attrName>
                                        </p:attrNameLst>
                                      </p:cBhvr>
                                      <p:tavLst>
                                        <p:tav tm="0">
                                          <p:val>
                                            <p:fltVal val="0"/>
                                          </p:val>
                                        </p:tav>
                                        <p:tav tm="100000">
                                          <p:val>
                                            <p:strVal val="#ppt_h"/>
                                          </p:val>
                                        </p:tav>
                                      </p:tavLst>
                                    </p:anim>
                                    <p:animEffect transition="in" filter="fade">
                                      <p:cBhvr>
                                        <p:cTn id="14" dur="500"/>
                                        <p:tgtEl>
                                          <p:spTgt spid="2050"/>
                                        </p:tgtEl>
                                      </p:cBhvr>
                                    </p:animEffect>
                                  </p:childTnLst>
                                </p:cTn>
                              </p:par>
                            </p:childTnLst>
                          </p:cTn>
                        </p:par>
                      </p:childTnLst>
                    </p:cTn>
                  </p:par>
                  <p:par>
                    <p:cTn id="15" fill="hold" nodeType="clickPar">
                      <p:stCondLst>
                        <p:cond delay="indefinite"/>
                      </p:stCondLst>
                      <p:childTnLst>
                        <p:par>
                          <p:cTn id="16" fill="hold" nodeType="after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114"/>
                                        </p:tgtEl>
                                        <p:attrNameLst>
                                          <p:attrName>style.visibility</p:attrName>
                                        </p:attrNameLst>
                                      </p:cBhvr>
                                      <p:to>
                                        <p:strVal val="visible"/>
                                      </p:to>
                                    </p:set>
                                    <p:animEffect transition="in" filter="wipe(up)">
                                      <p:cBhvr>
                                        <p:cTn id="19" dur="500"/>
                                        <p:tgtEl>
                                          <p:spTgt spid="114"/>
                                        </p:tgtEl>
                                      </p:cBhvr>
                                    </p:animEffect>
                                  </p:childTnLst>
                                </p:cTn>
                              </p:par>
                              <p:par>
                                <p:cTn id="20" presetID="22" presetClass="entr" presetSubtype="1" fill="hold" nodeType="withEffect">
                                  <p:stCondLst>
                                    <p:cond delay="0"/>
                                  </p:stCondLst>
                                  <p:childTnLst>
                                    <p:set>
                                      <p:cBhvr>
                                        <p:cTn id="21" dur="1" fill="hold">
                                          <p:stCondLst>
                                            <p:cond delay="0"/>
                                          </p:stCondLst>
                                        </p:cTn>
                                        <p:tgtEl>
                                          <p:spTgt spid="116"/>
                                        </p:tgtEl>
                                        <p:attrNameLst>
                                          <p:attrName>style.visibility</p:attrName>
                                        </p:attrNameLst>
                                      </p:cBhvr>
                                      <p:to>
                                        <p:strVal val="visible"/>
                                      </p:to>
                                    </p:set>
                                    <p:animEffect transition="in" filter="wipe(up)">
                                      <p:cBhvr>
                                        <p:cTn id="22" dur="500"/>
                                        <p:tgtEl>
                                          <p:spTgt spid="116"/>
                                        </p:tgtEl>
                                      </p:cBhvr>
                                    </p:animEffect>
                                  </p:childTnLst>
                                </p:cTn>
                              </p:par>
                              <p:par>
                                <p:cTn id="23" presetID="22" presetClass="entr" presetSubtype="1" fill="hold" nodeType="withEffect">
                                  <p:stCondLst>
                                    <p:cond delay="0"/>
                                  </p:stCondLst>
                                  <p:childTnLst>
                                    <p:set>
                                      <p:cBhvr>
                                        <p:cTn id="24" dur="1" fill="hold">
                                          <p:stCondLst>
                                            <p:cond delay="0"/>
                                          </p:stCondLst>
                                        </p:cTn>
                                        <p:tgtEl>
                                          <p:spTgt spid="117"/>
                                        </p:tgtEl>
                                        <p:attrNameLst>
                                          <p:attrName>style.visibility</p:attrName>
                                        </p:attrNameLst>
                                      </p:cBhvr>
                                      <p:to>
                                        <p:strVal val="visible"/>
                                      </p:to>
                                    </p:set>
                                    <p:animEffect transition="in" filter="wipe(up)">
                                      <p:cBhvr>
                                        <p:cTn id="25" dur="500"/>
                                        <p:tgtEl>
                                          <p:spTgt spid="117"/>
                                        </p:tgtEl>
                                      </p:cBhvr>
                                    </p:animEffect>
                                  </p:childTnLst>
                                </p:cTn>
                              </p:par>
                              <p:par>
                                <p:cTn id="26" presetID="22" presetClass="entr" presetSubtype="1" fill="hold" nodeType="withEffect">
                                  <p:stCondLst>
                                    <p:cond delay="0"/>
                                  </p:stCondLst>
                                  <p:childTnLst>
                                    <p:set>
                                      <p:cBhvr>
                                        <p:cTn id="27" dur="1" fill="hold">
                                          <p:stCondLst>
                                            <p:cond delay="0"/>
                                          </p:stCondLst>
                                        </p:cTn>
                                        <p:tgtEl>
                                          <p:spTgt spid="118"/>
                                        </p:tgtEl>
                                        <p:attrNameLst>
                                          <p:attrName>style.visibility</p:attrName>
                                        </p:attrNameLst>
                                      </p:cBhvr>
                                      <p:to>
                                        <p:strVal val="visible"/>
                                      </p:to>
                                    </p:set>
                                    <p:animEffect transition="in" filter="wipe(up)">
                                      <p:cBhvr>
                                        <p:cTn id="28" dur="500"/>
                                        <p:tgtEl>
                                          <p:spTgt spid="118"/>
                                        </p:tgtEl>
                                      </p:cBhvr>
                                    </p:animEffect>
                                  </p:childTnLst>
                                </p:cTn>
                              </p:par>
                              <p:par>
                                <p:cTn id="29" presetID="22" presetClass="entr" presetSubtype="1" fill="hold" nodeType="withEffect">
                                  <p:stCondLst>
                                    <p:cond delay="0"/>
                                  </p:stCondLst>
                                  <p:childTnLst>
                                    <p:set>
                                      <p:cBhvr>
                                        <p:cTn id="30" dur="1" fill="hold">
                                          <p:stCondLst>
                                            <p:cond delay="0"/>
                                          </p:stCondLst>
                                        </p:cTn>
                                        <p:tgtEl>
                                          <p:spTgt spid="119"/>
                                        </p:tgtEl>
                                        <p:attrNameLst>
                                          <p:attrName>style.visibility</p:attrName>
                                        </p:attrNameLst>
                                      </p:cBhvr>
                                      <p:to>
                                        <p:strVal val="visible"/>
                                      </p:to>
                                    </p:set>
                                    <p:animEffect transition="in" filter="wipe(up)">
                                      <p:cBhvr>
                                        <p:cTn id="31" dur="500"/>
                                        <p:tgtEl>
                                          <p:spTgt spid="119"/>
                                        </p:tgtEl>
                                      </p:cBhvr>
                                    </p:animEffect>
                                  </p:childTnLst>
                                </p:cTn>
                              </p:par>
                              <p:par>
                                <p:cTn id="32" presetID="22" presetClass="entr" presetSubtype="1" fill="hold" nodeType="withEffect">
                                  <p:stCondLst>
                                    <p:cond delay="0"/>
                                  </p:stCondLst>
                                  <p:childTnLst>
                                    <p:set>
                                      <p:cBhvr>
                                        <p:cTn id="33" dur="1" fill="hold">
                                          <p:stCondLst>
                                            <p:cond delay="0"/>
                                          </p:stCondLst>
                                        </p:cTn>
                                        <p:tgtEl>
                                          <p:spTgt spid="120"/>
                                        </p:tgtEl>
                                        <p:attrNameLst>
                                          <p:attrName>style.visibility</p:attrName>
                                        </p:attrNameLst>
                                      </p:cBhvr>
                                      <p:to>
                                        <p:strVal val="visible"/>
                                      </p:to>
                                    </p:set>
                                    <p:animEffect transition="in" filter="wipe(up)">
                                      <p:cBhvr>
                                        <p:cTn id="34" dur="500"/>
                                        <p:tgtEl>
                                          <p:spTgt spid="120"/>
                                        </p:tgtEl>
                                      </p:cBhvr>
                                    </p:animEffect>
                                  </p:childTnLst>
                                </p:cTn>
                              </p:par>
                              <p:par>
                                <p:cTn id="35" presetID="22" presetClass="entr" presetSubtype="1" fill="hold" nodeType="withEffect">
                                  <p:stCondLst>
                                    <p:cond delay="0"/>
                                  </p:stCondLst>
                                  <p:childTnLst>
                                    <p:set>
                                      <p:cBhvr>
                                        <p:cTn id="36" dur="1" fill="hold">
                                          <p:stCondLst>
                                            <p:cond delay="0"/>
                                          </p:stCondLst>
                                        </p:cTn>
                                        <p:tgtEl>
                                          <p:spTgt spid="121"/>
                                        </p:tgtEl>
                                        <p:attrNameLst>
                                          <p:attrName>style.visibility</p:attrName>
                                        </p:attrNameLst>
                                      </p:cBhvr>
                                      <p:to>
                                        <p:strVal val="visible"/>
                                      </p:to>
                                    </p:set>
                                    <p:animEffect transition="in" filter="wipe(up)">
                                      <p:cBhvr>
                                        <p:cTn id="37" dur="500"/>
                                        <p:tgtEl>
                                          <p:spTgt spid="121"/>
                                        </p:tgtEl>
                                      </p:cBhvr>
                                    </p:animEffect>
                                  </p:childTnLst>
                                </p:cTn>
                              </p:par>
                              <p:par>
                                <p:cTn id="38" presetID="22" presetClass="entr" presetSubtype="1" fill="hold" nodeType="withEffect">
                                  <p:stCondLst>
                                    <p:cond delay="0"/>
                                  </p:stCondLst>
                                  <p:childTnLst>
                                    <p:set>
                                      <p:cBhvr>
                                        <p:cTn id="39" dur="1" fill="hold">
                                          <p:stCondLst>
                                            <p:cond delay="0"/>
                                          </p:stCondLst>
                                        </p:cTn>
                                        <p:tgtEl>
                                          <p:spTgt spid="122"/>
                                        </p:tgtEl>
                                        <p:attrNameLst>
                                          <p:attrName>style.visibility</p:attrName>
                                        </p:attrNameLst>
                                      </p:cBhvr>
                                      <p:to>
                                        <p:strVal val="visible"/>
                                      </p:to>
                                    </p:set>
                                    <p:animEffect transition="in" filter="wipe(up)">
                                      <p:cBhvr>
                                        <p:cTn id="40" dur="500"/>
                                        <p:tgtEl>
                                          <p:spTgt spid="122"/>
                                        </p:tgtEl>
                                      </p:cBhvr>
                                    </p:animEffect>
                                  </p:childTnLst>
                                </p:cTn>
                              </p:par>
                              <p:par>
                                <p:cTn id="41" presetID="22" presetClass="entr" presetSubtype="1" fill="hold" nodeType="withEffect">
                                  <p:stCondLst>
                                    <p:cond delay="0"/>
                                  </p:stCondLst>
                                  <p:childTnLst>
                                    <p:set>
                                      <p:cBhvr>
                                        <p:cTn id="42" dur="1" fill="hold">
                                          <p:stCondLst>
                                            <p:cond delay="0"/>
                                          </p:stCondLst>
                                        </p:cTn>
                                        <p:tgtEl>
                                          <p:spTgt spid="123"/>
                                        </p:tgtEl>
                                        <p:attrNameLst>
                                          <p:attrName>style.visibility</p:attrName>
                                        </p:attrNameLst>
                                      </p:cBhvr>
                                      <p:to>
                                        <p:strVal val="visible"/>
                                      </p:to>
                                    </p:set>
                                    <p:animEffect transition="in" filter="wipe(up)">
                                      <p:cBhvr>
                                        <p:cTn id="43" dur="500"/>
                                        <p:tgtEl>
                                          <p:spTgt spid="123"/>
                                        </p:tgtEl>
                                      </p:cBhvr>
                                    </p:animEffect>
                                  </p:childTnLst>
                                </p:cTn>
                              </p:par>
                              <p:par>
                                <p:cTn id="44" presetID="22" presetClass="entr" presetSubtype="1" fill="hold" nodeType="withEffect">
                                  <p:stCondLst>
                                    <p:cond delay="0"/>
                                  </p:stCondLst>
                                  <p:childTnLst>
                                    <p:set>
                                      <p:cBhvr>
                                        <p:cTn id="45" dur="1" fill="hold">
                                          <p:stCondLst>
                                            <p:cond delay="0"/>
                                          </p:stCondLst>
                                        </p:cTn>
                                        <p:tgtEl>
                                          <p:spTgt spid="124"/>
                                        </p:tgtEl>
                                        <p:attrNameLst>
                                          <p:attrName>style.visibility</p:attrName>
                                        </p:attrNameLst>
                                      </p:cBhvr>
                                      <p:to>
                                        <p:strVal val="visible"/>
                                      </p:to>
                                    </p:set>
                                    <p:animEffect transition="in" filter="wipe(up)">
                                      <p:cBhvr>
                                        <p:cTn id="46" dur="500"/>
                                        <p:tgtEl>
                                          <p:spTgt spid="124"/>
                                        </p:tgtEl>
                                      </p:cBhvr>
                                    </p:animEffect>
                                  </p:childTnLst>
                                </p:cTn>
                              </p:par>
                              <p:par>
                                <p:cTn id="47" presetID="22" presetClass="entr" presetSubtype="1" fill="hold" nodeType="withEffect">
                                  <p:stCondLst>
                                    <p:cond delay="0"/>
                                  </p:stCondLst>
                                  <p:childTnLst>
                                    <p:set>
                                      <p:cBhvr>
                                        <p:cTn id="48" dur="1" fill="hold">
                                          <p:stCondLst>
                                            <p:cond delay="0"/>
                                          </p:stCondLst>
                                        </p:cTn>
                                        <p:tgtEl>
                                          <p:spTgt spid="125"/>
                                        </p:tgtEl>
                                        <p:attrNameLst>
                                          <p:attrName>style.visibility</p:attrName>
                                        </p:attrNameLst>
                                      </p:cBhvr>
                                      <p:to>
                                        <p:strVal val="visible"/>
                                      </p:to>
                                    </p:set>
                                    <p:animEffect transition="in" filter="wipe(up)">
                                      <p:cBhvr>
                                        <p:cTn id="49" dur="500"/>
                                        <p:tgtEl>
                                          <p:spTgt spid="125"/>
                                        </p:tgtEl>
                                      </p:cBhvr>
                                    </p:animEffect>
                                  </p:childTnLst>
                                </p:cTn>
                              </p:par>
                              <p:par>
                                <p:cTn id="50" presetID="22" presetClass="entr" presetSubtype="1" fill="hold" nodeType="with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up)">
                                      <p:cBhvr>
                                        <p:cTn id="52" dur="500"/>
                                        <p:tgtEl>
                                          <p:spTgt spid="126"/>
                                        </p:tgtEl>
                                      </p:cBhvr>
                                    </p:animEffect>
                                  </p:childTnLst>
                                </p:cTn>
                              </p:par>
                              <p:par>
                                <p:cTn id="53" presetID="22" presetClass="entr" presetSubtype="1" fill="hold" nodeType="withEffect">
                                  <p:stCondLst>
                                    <p:cond delay="0"/>
                                  </p:stCondLst>
                                  <p:childTnLst>
                                    <p:set>
                                      <p:cBhvr>
                                        <p:cTn id="54" dur="1" fill="hold">
                                          <p:stCondLst>
                                            <p:cond delay="0"/>
                                          </p:stCondLst>
                                        </p:cTn>
                                        <p:tgtEl>
                                          <p:spTgt spid="127"/>
                                        </p:tgtEl>
                                        <p:attrNameLst>
                                          <p:attrName>style.visibility</p:attrName>
                                        </p:attrNameLst>
                                      </p:cBhvr>
                                      <p:to>
                                        <p:strVal val="visible"/>
                                      </p:to>
                                    </p:set>
                                    <p:animEffect transition="in" filter="wipe(up)">
                                      <p:cBhvr>
                                        <p:cTn id="55" dur="500"/>
                                        <p:tgtEl>
                                          <p:spTgt spid="127"/>
                                        </p:tgtEl>
                                      </p:cBhvr>
                                    </p:animEffect>
                                  </p:childTnLst>
                                </p:cTn>
                              </p:par>
                              <p:par>
                                <p:cTn id="56" presetID="22" presetClass="entr" presetSubtype="1" fill="hold" nodeType="withEffect">
                                  <p:stCondLst>
                                    <p:cond delay="0"/>
                                  </p:stCondLst>
                                  <p:childTnLst>
                                    <p:set>
                                      <p:cBhvr>
                                        <p:cTn id="57" dur="1" fill="hold">
                                          <p:stCondLst>
                                            <p:cond delay="0"/>
                                          </p:stCondLst>
                                        </p:cTn>
                                        <p:tgtEl>
                                          <p:spTgt spid="128"/>
                                        </p:tgtEl>
                                        <p:attrNameLst>
                                          <p:attrName>style.visibility</p:attrName>
                                        </p:attrNameLst>
                                      </p:cBhvr>
                                      <p:to>
                                        <p:strVal val="visible"/>
                                      </p:to>
                                    </p:set>
                                    <p:animEffect transition="in" filter="wipe(up)">
                                      <p:cBhvr>
                                        <p:cTn id="58" dur="500"/>
                                        <p:tgtEl>
                                          <p:spTgt spid="128"/>
                                        </p:tgtEl>
                                      </p:cBhvr>
                                    </p:animEffect>
                                  </p:childTnLst>
                                </p:cTn>
                              </p:par>
                            </p:childTnLst>
                          </p:cTn>
                        </p:par>
                      </p:childTnLst>
                    </p:cTn>
                  </p:par>
                  <p:par>
                    <p:cTn id="59" fill="hold" nodeType="clickPar">
                      <p:stCondLst>
                        <p:cond delay="indefinite"/>
                      </p:stCondLst>
                      <p:childTnLst>
                        <p:par>
                          <p:cTn id="60" fill="hold" nodeType="afterGroup">
                            <p:stCondLst>
                              <p:cond delay="0"/>
                            </p:stCondLst>
                            <p:childTnLst>
                              <p:par>
                                <p:cTn id="61" presetID="22" presetClass="entr" presetSubtype="1" fill="hold" nodeType="clickEffect">
                                  <p:stCondLst>
                                    <p:cond delay="0"/>
                                  </p:stCondLst>
                                  <p:childTnLst>
                                    <p:set>
                                      <p:cBhvr>
                                        <p:cTn id="62" dur="1" fill="hold">
                                          <p:stCondLst>
                                            <p:cond delay="0"/>
                                          </p:stCondLst>
                                        </p:cTn>
                                        <p:tgtEl>
                                          <p:spTgt spid="2048"/>
                                        </p:tgtEl>
                                        <p:attrNameLst>
                                          <p:attrName>style.visibility</p:attrName>
                                        </p:attrNameLst>
                                      </p:cBhvr>
                                      <p:to>
                                        <p:strVal val="visible"/>
                                      </p:to>
                                    </p:set>
                                    <p:animEffect transition="in" filter="wipe(up)">
                                      <p:cBhvr>
                                        <p:cTn id="63" dur="500"/>
                                        <p:tgtEl>
                                          <p:spTgt spid="2048"/>
                                        </p:tgtEl>
                                      </p:cBhvr>
                                    </p:animEffect>
                                  </p:childTnLst>
                                </p:cTn>
                              </p:par>
                            </p:childTnLst>
                          </p:cTn>
                        </p:par>
                        <p:par>
                          <p:cTn id="64" fill="hold" nodeType="afterGroup">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132"/>
                                        </p:tgtEl>
                                        <p:attrNameLst>
                                          <p:attrName>style.visibility</p:attrName>
                                        </p:attrNameLst>
                                      </p:cBhvr>
                                      <p:to>
                                        <p:strVal val="visible"/>
                                      </p:to>
                                    </p:set>
                                    <p:animEffect transition="in" filter="wipe(left)">
                                      <p:cBhvr>
                                        <p:cTn id="67" dur="500"/>
                                        <p:tgtEl>
                                          <p:spTgt spid="132"/>
                                        </p:tgtEl>
                                      </p:cBhvr>
                                    </p:animEffect>
                                  </p:childTnLst>
                                </p:cTn>
                              </p:par>
                            </p:childTnLst>
                          </p:cTn>
                        </p:par>
                      </p:childTnLst>
                    </p:cTn>
                  </p:par>
                  <p:par>
                    <p:cTn id="68" fill="hold" nodeType="clickPar">
                      <p:stCondLst>
                        <p:cond delay="indefinite"/>
                      </p:stCondLst>
                      <p:childTnLst>
                        <p:par>
                          <p:cTn id="69" fill="hold" nodeType="after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33"/>
                                        </p:tgtEl>
                                        <p:attrNameLst>
                                          <p:attrName>style.visibility</p:attrName>
                                        </p:attrNameLst>
                                      </p:cBhvr>
                                      <p:to>
                                        <p:strVal val="visible"/>
                                      </p:to>
                                    </p:set>
                                    <p:animEffect transition="in" filter="wipe(left)">
                                      <p:cBhvr>
                                        <p:cTn id="72" dur="500"/>
                                        <p:tgtEl>
                                          <p:spTgt spid="133"/>
                                        </p:tgtEl>
                                      </p:cBhvr>
                                    </p:animEffect>
                                  </p:childTnLst>
                                </p:cTn>
                              </p:par>
                            </p:childTnLst>
                          </p:cTn>
                        </p:par>
                      </p:childTnLst>
                    </p:cTn>
                  </p:par>
                  <p:par>
                    <p:cTn id="73" fill="hold" nodeType="clickPar">
                      <p:stCondLst>
                        <p:cond delay="indefinite"/>
                      </p:stCondLst>
                      <p:childTnLst>
                        <p:par>
                          <p:cTn id="74" fill="hold" nodeType="after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34"/>
                                        </p:tgtEl>
                                        <p:attrNameLst>
                                          <p:attrName>style.visibility</p:attrName>
                                        </p:attrNameLst>
                                      </p:cBhvr>
                                      <p:to>
                                        <p:strVal val="visible"/>
                                      </p:to>
                                    </p:set>
                                    <p:animEffect transition="in" filter="wipe(left)">
                                      <p:cBhvr>
                                        <p:cTn id="77" dur="500"/>
                                        <p:tgtEl>
                                          <p:spTgt spid="134"/>
                                        </p:tgtEl>
                                      </p:cBhvr>
                                    </p:animEffect>
                                  </p:childTnLst>
                                </p:cTn>
                              </p:par>
                            </p:childTnLst>
                          </p:cTn>
                        </p:par>
                      </p:childTnLst>
                    </p:cTn>
                  </p:par>
                  <p:par>
                    <p:cTn id="78" fill="hold" nodeType="clickPar">
                      <p:stCondLst>
                        <p:cond delay="indefinite"/>
                      </p:stCondLst>
                      <p:childTnLst>
                        <p:par>
                          <p:cTn id="79" fill="hold" nodeType="after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35"/>
                                        </p:tgtEl>
                                        <p:attrNameLst>
                                          <p:attrName>style.visibility</p:attrName>
                                        </p:attrNameLst>
                                      </p:cBhvr>
                                      <p:to>
                                        <p:strVal val="visible"/>
                                      </p:to>
                                    </p:set>
                                    <p:animEffect transition="in" filter="wipe(left)">
                                      <p:cBhvr>
                                        <p:cTn id="82"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P spid="133" grpId="0"/>
      <p:bldP spid="134" grpId="0"/>
      <p:bldP spid="132" grpId="0"/>
    </p:bldLst>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136" name="文本框 1"/>
          <p:cNvSpPr>
            <a:spLocks noChangeArrowheads="1"/>
          </p:cNvSpPr>
          <p:nvPr>
            <p:custDataLst>
              <p:tags r:id="rId3"/>
            </p:custDataLst>
          </p:nvPr>
        </p:nvSpPr>
        <p:spPr bwMode="auto">
          <a:xfrm>
            <a:off x="457115" y="945623"/>
            <a:ext cx="8100013" cy="1014730"/>
          </a:xfrm>
          <a:prstGeom prst="rect">
            <a:avLst/>
          </a:prstGeom>
          <a:noFill/>
          <a:ln w="19050">
            <a:solidFill>
              <a:srgbClr val="000000">
                <a:alpha val="0"/>
              </a:srgbClr>
            </a:solidFill>
            <a:prstDash val="dash"/>
          </a:ln>
          <a:extLst>
            <a:ext uri="{909E8E84-426E-40DD-AFC4-6F175D3DCCD1}">
              <a14:hiddenFill xmlns:a14="http://schemas.microsoft.com/office/drawing/2010/main">
                <a:solidFill>
                  <a:srgbClr val="FFFFFF"/>
                </a:solidFill>
              </a14:hiddenFill>
            </a:ext>
          </a:extLst>
        </p:spPr>
        <p:txBody>
          <a:bodyPr wrap="square">
            <a:spAutoFit/>
          </a:bodyPr>
          <a:lstStyle/>
          <a:p>
            <a:pPr>
              <a:lnSpc>
                <a:spcPct val="150000"/>
              </a:lnSpc>
              <a:buClr>
                <a:srgbClr val="00D5D5"/>
              </a:buClr>
              <a:buSzPct val="75000"/>
              <a:buFont typeface="Wingdings" panose="05000000000000000000" pitchFamily="2" charset="2"/>
              <a:buNone/>
            </a:pPr>
            <a:r>
              <a:rPr lang="en-US" altLang="zh-CN" sz="2000" b="1">
                <a:solidFill>
                  <a:schemeClr val="tx1"/>
                </a:solidFill>
                <a:latin typeface="宋体" panose="02010600030101010101" pitchFamily="2" charset="-122"/>
                <a:ea typeface="宋体" panose="02010600030101010101" pitchFamily="2" charset="-122"/>
                <a:cs typeface="宋体" panose="02010600030101010101" pitchFamily="2" charset="-122"/>
              </a:rPr>
              <a:t>B</a:t>
            </a:r>
            <a:r>
              <a:rPr lang="zh-CN" altLang="en-US" sz="2000" b="1">
                <a:solidFill>
                  <a:schemeClr val="tx1"/>
                </a:solidFill>
                <a:latin typeface="宋体" panose="02010600030101010101" pitchFamily="2" charset="-122"/>
                <a:ea typeface="宋体" panose="02010600030101010101" pitchFamily="2" charset="-122"/>
                <a:cs typeface="宋体" panose="02010600030101010101" pitchFamily="2" charset="-122"/>
              </a:rPr>
              <a:t>：质量分布不均匀的物体，重心的位置除了跟物体的形状有关外，还跟物体内质量的分布有关。</a:t>
            </a:r>
          </a:p>
        </p:txBody>
      </p:sp>
      <p:pic>
        <p:nvPicPr>
          <p:cNvPr id="137" name="图片 65540" descr="055"/>
          <p:cNvPicPr>
            <a:picLocks noChangeAspect="1" noChangeArrowheads="1"/>
          </p:cNvPicPr>
          <p:nvPr>
            <p:custDataLst>
              <p:tags r:id="rId5"/>
            </p:custDataLst>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29619" t="58556" r="15173" b="31055"/>
          <a:stretch>
            <a:fillRect/>
          </a:stretch>
        </p:blipFill>
        <p:spPr bwMode="auto">
          <a:xfrm>
            <a:off x="600075" y="2730500"/>
            <a:ext cx="4262120"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 name="文本框 3"/>
          <p:cNvSpPr/>
          <p:nvPr>
            <p:custDataLst>
              <p:tags r:id="rId6"/>
            </p:custDataLst>
          </p:nvPr>
        </p:nvSpPr>
        <p:spPr>
          <a:xfrm>
            <a:off x="457200" y="2121535"/>
            <a:ext cx="6525260" cy="398780"/>
          </a:xfrm>
          <a:prstGeom prst="rect">
            <a:avLst/>
          </a:prstGeom>
          <a:noFill/>
          <a:ln w="19050">
            <a:solidFill>
              <a:srgbClr val="000000">
                <a:alpha val="0"/>
              </a:srgbClr>
            </a:solidFill>
            <a:prstDash val="dash"/>
            <a:miter lim="800000"/>
          </a:ln>
        </p:spPr>
        <p:txBody>
          <a:bodyPr wrap="square">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5pPr>
          </a:lstStyle>
          <a:p>
            <a:r>
              <a:rPr lang="en-US" altLang="zh-CN" sz="2000" b="1">
                <a:ln w="9525" cap="flat" cmpd="sng" algn="ctr">
                  <a:noFill/>
                  <a:prstDash val="solid"/>
                  <a:round/>
                  <a:headEnd type="none" w="med" len="med"/>
                  <a:tailEnd type="none" w="med" len="med"/>
                </a:ln>
                <a:solidFill>
                  <a:schemeClr val="tx1"/>
                </a:solidFill>
                <a:latin typeface="宋体" panose="02010600030101010101" pitchFamily="2" charset="-122"/>
                <a:cs typeface="宋体" panose="02010600030101010101" pitchFamily="2" charset="-122"/>
                <a:sym typeface="Wingdings" panose="05000000000000000000" charset="0"/>
              </a:rPr>
              <a:t>C</a:t>
            </a:r>
            <a:r>
              <a:rPr sz="2000" b="1">
                <a:ln w="9525" cap="flat" cmpd="sng" algn="ctr">
                  <a:noFill/>
                  <a:prstDash val="solid"/>
                  <a:round/>
                  <a:headEnd type="none" w="med" len="med"/>
                  <a:tailEnd type="none" w="med" len="med"/>
                </a:ln>
                <a:solidFill>
                  <a:schemeClr val="tx1"/>
                </a:solidFill>
                <a:latin typeface="宋体" panose="02010600030101010101" pitchFamily="2" charset="-122"/>
                <a:cs typeface="宋体" panose="02010600030101010101" pitchFamily="2" charset="-122"/>
                <a:sym typeface="Wingdings" panose="05000000000000000000" charset="0"/>
              </a:rPr>
              <a:t>：重心的位置是</a:t>
            </a:r>
            <a:r>
              <a:rPr lang="zh-CN" altLang="en-US" sz="2000" b="1">
                <a:ln w="9525" cap="flat" cmpd="sng" algn="ctr">
                  <a:noFill/>
                  <a:prstDash val="solid"/>
                  <a:round/>
                  <a:headEnd type="none" w="med" len="med"/>
                  <a:tailEnd type="none" w="med" len="med"/>
                </a:ln>
                <a:solidFill>
                  <a:schemeClr val="tx1"/>
                </a:solidFill>
                <a:latin typeface="宋体" panose="02010600030101010101" pitchFamily="2" charset="-122"/>
                <a:cs typeface="宋体" panose="02010600030101010101" pitchFamily="2" charset="-122"/>
                <a:sym typeface="Wingdings" panose="05000000000000000000" charset="0"/>
              </a:rPr>
              <a:t>可以</a:t>
            </a:r>
            <a:r>
              <a:rPr sz="2000" b="1">
                <a:ln w="9525" cap="flat" cmpd="sng" algn="ctr">
                  <a:noFill/>
                  <a:prstDash val="solid"/>
                  <a:round/>
                  <a:headEnd type="none" w="med" len="med"/>
                  <a:tailEnd type="none" w="med" len="med"/>
                </a:ln>
                <a:solidFill>
                  <a:schemeClr val="tx1"/>
                </a:solidFill>
                <a:latin typeface="宋体" panose="02010600030101010101" pitchFamily="2" charset="-122"/>
                <a:cs typeface="宋体" panose="02010600030101010101" pitchFamily="2" charset="-122"/>
                <a:sym typeface="Wingdings" panose="05000000000000000000" charset="0"/>
              </a:rPr>
              <a:t>变化的，</a:t>
            </a:r>
            <a:r>
              <a:rPr sz="2000" b="1">
                <a:ln w="9525" cap="flat" cmpd="sng" algn="ctr">
                  <a:noFill/>
                  <a:prstDash val="solid"/>
                  <a:round/>
                  <a:headEnd type="none" w="med" len="med"/>
                  <a:tailEnd type="none" w="med" len="med"/>
                </a:ln>
                <a:solidFill>
                  <a:srgbClr val="000000"/>
                </a:solidFill>
                <a:latin typeface="宋体" panose="02010600030101010101" pitchFamily="2" charset="-122"/>
                <a:cs typeface="宋体" panose="02010600030101010101" pitchFamily="2" charset="-122"/>
                <a:sym typeface="宋体" panose="02010600030101010101" pitchFamily="2" charset="-122"/>
              </a:rPr>
              <a:t>重心也不一定在物体上。</a:t>
            </a:r>
            <a:endParaRPr sz="2000" b="1">
              <a:ln w="9525" cap="flat" cmpd="sng" algn="ctr">
                <a:noFill/>
                <a:prstDash val="solid"/>
                <a:round/>
                <a:headEnd type="none" w="med" len="med"/>
                <a:tailEnd type="none" w="med" len="med"/>
              </a:ln>
              <a:solidFill>
                <a:schemeClr val="tx1"/>
              </a:solidFill>
              <a:latin typeface="宋体" panose="02010600030101010101" pitchFamily="2" charset="-122"/>
              <a:cs typeface="宋体" panose="02010600030101010101" pitchFamily="2" charset="-122"/>
              <a:sym typeface="Wingdings" panose="05000000000000000000" charset="0"/>
            </a:endParaRPr>
          </a:p>
        </p:txBody>
      </p:sp>
      <p:sp>
        <p:nvSpPr>
          <p:cNvPr id="5" name="圆角矩形 4">
            <a:hlinkClick/>
          </p:cNvPr>
          <p:cNvSpPr/>
          <p:nvPr>
            <p:custDataLst>
              <p:tags r:id="rId7"/>
            </p:custDataLst>
          </p:nvPr>
        </p:nvSpPr>
        <p:spPr>
          <a:xfrm>
            <a:off x="0" y="0"/>
            <a:ext cx="157543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9" name="TextBox 14">
            <a:hlinkClick/>
          </p:cNvPr>
          <p:cNvSpPr txBox="1">
            <a:spLocks noChangeArrowheads="1"/>
          </p:cNvSpPr>
          <p:nvPr>
            <p:custDataLst>
              <p:tags r:id="rId8"/>
            </p:custDataLst>
          </p:nvPr>
        </p:nvSpPr>
        <p:spPr bwMode="auto">
          <a:xfrm>
            <a:off x="38735" y="100330"/>
            <a:ext cx="153733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二、重力</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9"/>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pic>
        <p:nvPicPr>
          <p:cNvPr id="25604" name="Picture 3" descr="5FZA91_[5TY_)ERYE}H@EKV"/>
          <p:cNvPicPr>
            <a:picLocks noChangeAspect="1" noChangeArrowheads="1"/>
          </p:cNvPicPr>
          <p:nvPr>
            <p:custDataLst>
              <p:tags r:id="rId11"/>
            </p:custDataLst>
          </p:nvPr>
        </p:nvPicPr>
        <p:blipFill>
          <a:blip r:embed="rId10"/>
          <a:stretch>
            <a:fillRect/>
          </a:stretch>
        </p:blipFill>
        <p:spPr bwMode="auto">
          <a:xfrm>
            <a:off x="5082540" y="2447290"/>
            <a:ext cx="3556635" cy="2590800"/>
          </a:xfrm>
          <a:prstGeom prst="rect">
            <a:avLst/>
          </a:prstGeom>
          <a:noFill/>
          <a:ln w="9525">
            <a:noFill/>
            <a:miter lim="800000"/>
          </a:ln>
        </p:spPr>
      </p:pic>
      <p:sp>
        <p:nvSpPr>
          <p:cNvPr id="2" name="圆角矩形标注 1"/>
          <p:cNvSpPr/>
          <p:nvPr>
            <p:custDataLst>
              <p:tags r:id="rId12"/>
            </p:custDataLst>
          </p:nvPr>
        </p:nvSpPr>
        <p:spPr>
          <a:xfrm>
            <a:off x="650875" y="4232680"/>
            <a:ext cx="4342765" cy="440516"/>
          </a:xfrm>
          <a:prstGeom prst="wedgeRoundRectCallout">
            <a:avLst>
              <a:gd name="adj1" fmla="val -15126"/>
              <a:gd name="adj2" fmla="val -13665"/>
              <a:gd name="adj3" fmla="val 16667"/>
            </a:avLst>
          </a:prstGeom>
          <a:solidFill>
            <a:schemeClr val="accent1"/>
          </a:solidFill>
          <a:ln w="12700" cap="flat">
            <a:solidFill>
              <a:srgbClr val="BBE0E3"/>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zh-CN" altLang="en-US" sz="2000" b="0" i="0" u="none" strike="noStrike" cap="none" spc="0" normalizeH="0" baseline="0">
                <a:ln>
                  <a:noFill/>
                </a:ln>
                <a:solidFill>
                  <a:srgbClr val="000000"/>
                </a:solidFill>
                <a:effectLst/>
                <a:uFillTx/>
                <a:latin typeface="楷体" panose="02010609060101010101" charset="-122"/>
                <a:ea typeface="楷体" panose="02010609060101010101" charset="-122"/>
                <a:cs typeface="微软雅黑" panose="020b0503020204020204" charset="-122"/>
                <a:sym typeface="微软雅黑" panose="020b0503020204020204" charset="-122"/>
              </a:rPr>
              <a:t>不规则物体的重心在哪？</a:t>
            </a:r>
            <a:r>
              <a:rPr lang="zh-CN" altLang="en-US" sz="2000">
                <a:ln>
                  <a:noFill/>
                </a:ln>
                <a:solidFill>
                  <a:srgbClr val="000000"/>
                </a:solidFill>
                <a:effectLst/>
                <a:uFillTx/>
                <a:latin typeface="楷体" panose="02010609060101010101" charset="-122"/>
                <a:ea typeface="楷体" panose="02010609060101010101" charset="-122"/>
                <a:cs typeface="微软雅黑" panose="020b0503020204020204" charset="-122"/>
                <a:sym typeface="微软雅黑" panose="020b0503020204020204" charset="-122"/>
              </a:rPr>
              <a:t>该</a:t>
            </a:r>
            <a:r>
              <a:rPr kumimoji="0" lang="zh-CN" altLang="en-US" sz="2000" b="0" i="0" u="none" strike="noStrike" cap="none" spc="0" normalizeH="0" baseline="0">
                <a:ln>
                  <a:noFill/>
                </a:ln>
                <a:solidFill>
                  <a:srgbClr val="000000"/>
                </a:solidFill>
                <a:effectLst/>
                <a:uFillTx/>
                <a:latin typeface="楷体" panose="02010609060101010101" charset="-122"/>
                <a:ea typeface="楷体" panose="02010609060101010101" charset="-122"/>
                <a:cs typeface="微软雅黑" panose="020b0503020204020204" charset="-122"/>
                <a:sym typeface="微软雅黑" panose="020b0503020204020204" charset="-122"/>
              </a:rPr>
              <a:t>怎么找？</a:t>
            </a:r>
          </a:p>
        </p:txBody>
      </p:sp>
    </p:spTree>
  </p:cSld>
  <p:clrMapOvr>
    <a:masterClrMapping/>
  </p:clrMapOvr>
  <mc:AlternateContent>
    <mc:Choice xmlns:p15="http://schemas.microsoft.com/office/powerpoint/2012/main" Requires="p15">
      <p:transition spd="slow" p14:dur="2000">
        <p15:prstTrans prst="prestig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
                                        </p:tgtEl>
                                        <p:attrNameLst>
                                          <p:attrName>style.visibility</p:attrName>
                                        </p:attrNameLst>
                                      </p:cBhvr>
                                      <p:to>
                                        <p:strVal val="visible"/>
                                      </p:to>
                                    </p:set>
                                    <p:animEffect transition="in" filter="wipe(left)">
                                      <p:cBhvr>
                                        <p:cTn id="7" dur="500"/>
                                        <p:tgtEl>
                                          <p:spTgt spid="136"/>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7"/>
                                        </p:tgtEl>
                                        <p:attrNameLst>
                                          <p:attrName>style.visibility</p:attrName>
                                        </p:attrNameLst>
                                      </p:cBhvr>
                                      <p:to>
                                        <p:strVal val="visible"/>
                                      </p:to>
                                    </p:set>
                                    <p:animEffect transition="in" filter="wipe(left)">
                                      <p:cBhvr>
                                        <p:cTn id="12" dur="500"/>
                                        <p:tgtEl>
                                          <p:spTgt spid="137"/>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8"/>
                                        </p:tgtEl>
                                        <p:attrNameLst>
                                          <p:attrName>style.visibility</p:attrName>
                                        </p:attrNameLst>
                                      </p:cBhvr>
                                      <p:to>
                                        <p:strVal val="visible"/>
                                      </p:to>
                                    </p:set>
                                    <p:animEffect transition="in" filter="wipe(left)">
                                      <p:cBhvr>
                                        <p:cTn id="17" dur="500"/>
                                        <p:tgtEl>
                                          <p:spTgt spid="138"/>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2" presetClass="entr" presetSubtype="2" fill="hold" nodeType="clickEffect">
                                  <p:stCondLst>
                                    <p:cond delay="0"/>
                                  </p:stCondLst>
                                  <p:childTnLst>
                                    <p:set>
                                      <p:cBhvr>
                                        <p:cTn id="21" dur="1" fill="hold">
                                          <p:stCondLst>
                                            <p:cond delay="0"/>
                                          </p:stCondLst>
                                        </p:cTn>
                                        <p:tgtEl>
                                          <p:spTgt spid="25604"/>
                                        </p:tgtEl>
                                        <p:attrNameLst>
                                          <p:attrName>style.visibility</p:attrName>
                                        </p:attrNameLst>
                                      </p:cBhvr>
                                      <p:to>
                                        <p:strVal val="visible"/>
                                      </p:to>
                                    </p:set>
                                    <p:anim calcmode="lin" valueType="num">
                                      <p:cBhvr additive="base">
                                        <p:cTn id="22" dur="500" fill="hold"/>
                                        <p:tgtEl>
                                          <p:spTgt spid="25604"/>
                                        </p:tgtEl>
                                        <p:attrNameLst>
                                          <p:attrName>ppt_x</p:attrName>
                                        </p:attrNameLst>
                                      </p:cBhvr>
                                      <p:tavLst>
                                        <p:tav tm="0">
                                          <p:val>
                                            <p:strVal val="1+#ppt_w/2"/>
                                          </p:val>
                                        </p:tav>
                                        <p:tav tm="100000">
                                          <p:val>
                                            <p:strVal val="#ppt_x"/>
                                          </p:val>
                                        </p:tav>
                                      </p:tavLst>
                                    </p:anim>
                                    <p:anim calcmode="lin" valueType="num">
                                      <p:cBhvr additive="base">
                                        <p:cTn id="23" dur="500" fill="hold"/>
                                        <p:tgtEl>
                                          <p:spTgt spid="25604"/>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after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ppt_x"/>
                                          </p:val>
                                        </p:tav>
                                        <p:tav tm="100000">
                                          <p:val>
                                            <p:strVal val="#ppt_x"/>
                                          </p:val>
                                        </p:tav>
                                      </p:tavLst>
                                    </p:anim>
                                    <p:anim calcmode="lin" valueType="num">
                                      <p:cBhvr additive="base">
                                        <p:cTn id="2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138" grpId="0"/>
      <p:bldP spid="2" grpId="0"/>
    </p:bldLst>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4" name="动作按钮: 自定义 26625"/>
          <p:cNvSpPr>
            <a:spLocks noChangeArrowheads="1"/>
          </p:cNvSpPr>
          <p:nvPr>
            <p:custDataLst>
              <p:tags r:id="rId3"/>
            </p:custDataLst>
          </p:nvPr>
        </p:nvSpPr>
        <p:spPr bwMode="auto">
          <a:xfrm>
            <a:off x="464820" y="859155"/>
            <a:ext cx="2588260" cy="431165"/>
          </a:xfrm>
          <a:prstGeom prst="actionButtonBlank">
            <a:avLst/>
          </a:prstGeom>
          <a:noFill/>
          <a:ln>
            <a:noFill/>
          </a:ln>
        </p:spPr>
        <p:txBody>
          <a:bodyPr wrap="none" anchor="ctr"/>
          <a:lstStyle/>
          <a:p>
            <a:pPr algn="l"/>
            <a:r>
              <a:rPr lang="zh-CN" altLang="en-US" sz="2000" b="1">
                <a:solidFill>
                  <a:srgbClr val="0000FF"/>
                </a:solidFill>
                <a:latin typeface="宋体" panose="02010600030101010101" pitchFamily="2" charset="-122"/>
                <a:ea typeface="宋体" panose="02010600030101010101" pitchFamily="2" charset="-122"/>
              </a:rPr>
              <a:t>悬挂法</a:t>
            </a:r>
            <a:r>
              <a:rPr lang="zh-CN" altLang="en-US" sz="2000" b="1">
                <a:solidFill>
                  <a:schemeClr val="tx1"/>
                </a:solidFill>
                <a:latin typeface="宋体" panose="02010600030101010101" pitchFamily="2" charset="-122"/>
                <a:ea typeface="宋体" panose="02010600030101010101" pitchFamily="2" charset="-122"/>
              </a:rPr>
              <a:t>确定</a:t>
            </a:r>
            <a:r>
              <a:rPr lang="zh-CN" altLang="en-US" sz="2000" b="1">
                <a:solidFill>
                  <a:srgbClr val="FF0000"/>
                </a:solidFill>
                <a:latin typeface="宋体" panose="02010600030101010101" pitchFamily="2" charset="-122"/>
                <a:ea typeface="宋体" panose="02010600030101010101" pitchFamily="2" charset="-122"/>
                <a:cs typeface="微软雅黑" panose="020b0503020204020204" charset="-122"/>
                <a:sym typeface="宋体" panose="02010600030101010101" pitchFamily="2" charset="-122"/>
              </a:rPr>
              <a:t>薄板</a:t>
            </a:r>
            <a:r>
              <a:rPr lang="zh-CN" altLang="en-US" sz="2000" b="1">
                <a:solidFill>
                  <a:schemeClr val="tx1"/>
                </a:solidFill>
                <a:latin typeface="宋体" panose="02010600030101010101" pitchFamily="2" charset="-122"/>
                <a:ea typeface="宋体" panose="02010600030101010101" pitchFamily="2" charset="-122"/>
              </a:rPr>
              <a:t>重心</a:t>
            </a:r>
          </a:p>
        </p:txBody>
      </p:sp>
      <p:sp>
        <p:nvSpPr>
          <p:cNvPr id="5" name="矩形 4"/>
          <p:cNvSpPr/>
          <p:nvPr>
            <p:custDataLst>
              <p:tags r:id="rId4"/>
            </p:custDataLst>
          </p:nvPr>
        </p:nvSpPr>
        <p:spPr>
          <a:xfrm>
            <a:off x="315595" y="1270635"/>
            <a:ext cx="8512810" cy="3784600"/>
          </a:xfrm>
          <a:prstGeom prst="rect">
            <a:avLst/>
          </a:prstGeom>
        </p:spPr>
        <p:txBody>
          <a:bodyPr wrap="square">
            <a:spAutoFit/>
          </a:bodyPr>
          <a:lstStyle/>
          <a:p>
            <a:pPr indent="0" eaLnBrk="1" fontAlgn="auto" latinLnBrk="0" hangingPunct="1">
              <a:lnSpc>
                <a:spcPct val="150000"/>
              </a:lnSpc>
            </a:pP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可以应用二力平衡的知识通过实验来确定形状不规则物体的重心位置。例如，要确定图中薄板的重心位置，可以先在</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altLang="zh-CN" sz="2000" i="1">
                <a:solidFill>
                  <a:srgbClr val="000000"/>
                </a:solidFill>
                <a:latin typeface="宋体" panose="02010600030101010101" pitchFamily="2" charset="-122"/>
                <a:ea typeface="宋体" panose="02010600030101010101" pitchFamily="2" charset="-122"/>
                <a:cs typeface="宋体" panose="02010600030101010101" pitchFamily="2" charset="-122"/>
              </a:rPr>
              <a:t>A</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点把物体悬挂起来，通过</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altLang="zh-CN" sz="2000" i="1">
                <a:solidFill>
                  <a:srgbClr val="000000"/>
                </a:solidFill>
                <a:latin typeface="宋体" panose="02010600030101010101" pitchFamily="2" charset="-122"/>
                <a:ea typeface="宋体" panose="02010600030101010101" pitchFamily="2" charset="-122"/>
                <a:cs typeface="宋体" panose="02010600030101010101" pitchFamily="2" charset="-122"/>
              </a:rPr>
              <a:t>A </a:t>
            </a: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点画一条竖直线</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altLang="zh-CN" sz="2000" i="1">
                <a:solidFill>
                  <a:srgbClr val="000000"/>
                </a:solidFill>
                <a:latin typeface="宋体" panose="02010600030101010101" pitchFamily="2" charset="-122"/>
                <a:ea typeface="宋体" panose="02010600030101010101" pitchFamily="2" charset="-122"/>
                <a:cs typeface="宋体" panose="02010600030101010101" pitchFamily="2" charset="-122"/>
              </a:rPr>
              <a:t>AB</a:t>
            </a: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，由于</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altLang="zh-CN" sz="2000" i="1">
                <a:solidFill>
                  <a:srgbClr val="000000"/>
                </a:solidFill>
                <a:latin typeface="宋体" panose="02010600030101010101" pitchFamily="2" charset="-122"/>
                <a:ea typeface="宋体" panose="02010600030101010101" pitchFamily="2" charset="-122"/>
                <a:cs typeface="宋体" panose="02010600030101010101" pitchFamily="2" charset="-122"/>
              </a:rPr>
              <a:t>A</a:t>
            </a: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点悬线的拉力跟薄板的重力平衡，薄板的重心必定在</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altLang="zh-CN" sz="2000" i="1">
                <a:solidFill>
                  <a:srgbClr val="000000"/>
                </a:solidFill>
                <a:latin typeface="宋体" panose="02010600030101010101" pitchFamily="2" charset="-122"/>
                <a:ea typeface="宋体" panose="02010600030101010101" pitchFamily="2" charset="-122"/>
                <a:cs typeface="宋体" panose="02010600030101010101" pitchFamily="2" charset="-122"/>
              </a:rPr>
              <a:t>AB</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连线上；然后，</a:t>
            </a:r>
          </a:p>
          <a:p>
            <a:pPr indent="0" eaLnBrk="1" fontAlgn="auto" latinLnBrk="0" hangingPunct="1">
              <a:lnSpc>
                <a:spcPct val="150000"/>
              </a:lnSpc>
            </a:pP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再选另一处</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altLang="zh-CN" sz="2000" i="1">
                <a:solidFill>
                  <a:srgbClr val="000000"/>
                </a:solidFill>
                <a:latin typeface="宋体" panose="02010600030101010101" pitchFamily="2" charset="-122"/>
                <a:ea typeface="宋体" panose="02010600030101010101" pitchFamily="2" charset="-122"/>
                <a:cs typeface="宋体" panose="02010600030101010101" pitchFamily="2" charset="-122"/>
              </a:rPr>
              <a:t>D</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点把物体悬挂起来，</a:t>
            </a:r>
          </a:p>
          <a:p>
            <a:pPr indent="0" eaLnBrk="1" fontAlgn="auto" latinLnBrk="0" hangingPunct="1">
              <a:lnSpc>
                <a:spcPct val="150000"/>
              </a:lnSpc>
            </a:pP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过</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altLang="zh-CN" sz="2000" i="1">
                <a:solidFill>
                  <a:srgbClr val="000000"/>
                </a:solidFill>
                <a:latin typeface="宋体" panose="02010600030101010101" pitchFamily="2" charset="-122"/>
                <a:ea typeface="宋体" panose="02010600030101010101" pitchFamily="2" charset="-122"/>
                <a:cs typeface="宋体" panose="02010600030101010101" pitchFamily="2" charset="-122"/>
              </a:rPr>
              <a:t>D</a:t>
            </a: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点画一条竖直线</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altLang="zh-CN" sz="2000" i="1">
                <a:solidFill>
                  <a:srgbClr val="000000"/>
                </a:solidFill>
                <a:latin typeface="宋体" panose="02010600030101010101" pitchFamily="2" charset="-122"/>
                <a:ea typeface="宋体" panose="02010600030101010101" pitchFamily="2" charset="-122"/>
                <a:cs typeface="宋体" panose="02010600030101010101" pitchFamily="2" charset="-122"/>
              </a:rPr>
              <a:t>DE</a:t>
            </a: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，薄板的</a:t>
            </a:r>
          </a:p>
          <a:p>
            <a:pPr indent="0" eaLnBrk="1" fontAlgn="auto" latinLnBrk="0" hangingPunct="1">
              <a:lnSpc>
                <a:spcPct val="150000"/>
              </a:lnSpc>
            </a:pP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重心必定在</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altLang="zh-CN" sz="2000" i="1">
                <a:solidFill>
                  <a:srgbClr val="000000"/>
                </a:solidFill>
                <a:latin typeface="宋体" panose="02010600030101010101" pitchFamily="2" charset="-122"/>
                <a:ea typeface="宋体" panose="02010600030101010101" pitchFamily="2" charset="-122"/>
                <a:cs typeface="宋体" panose="02010600030101010101" pitchFamily="2" charset="-122"/>
              </a:rPr>
              <a:t>DE</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连线上。因此，</a:t>
            </a:r>
          </a:p>
          <a:p>
            <a:pPr indent="0" eaLnBrk="1" fontAlgn="auto" latinLnBrk="0" hangingPunct="1">
              <a:lnSpc>
                <a:spcPct val="150000"/>
              </a:lnSpc>
            </a:pPr>
            <a:r>
              <a:rPr lang="en-US" altLang="zh-CN" sz="2000" i="1">
                <a:solidFill>
                  <a:srgbClr val="000000"/>
                </a:solidFill>
                <a:latin typeface="宋体" panose="02010600030101010101" pitchFamily="2" charset="-122"/>
                <a:ea typeface="宋体" panose="02010600030101010101" pitchFamily="2" charset="-122"/>
                <a:cs typeface="宋体" panose="02010600030101010101" pitchFamily="2" charset="-122"/>
              </a:rPr>
              <a:t>AB</a:t>
            </a: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和</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altLang="zh-CN" sz="2000" i="1">
                <a:solidFill>
                  <a:srgbClr val="000000"/>
                </a:solidFill>
                <a:latin typeface="宋体" panose="02010600030101010101" pitchFamily="2" charset="-122"/>
                <a:ea typeface="宋体" panose="02010600030101010101" pitchFamily="2" charset="-122"/>
                <a:cs typeface="宋体" panose="02010600030101010101" pitchFamily="2" charset="-122"/>
              </a:rPr>
              <a:t>DE</a:t>
            </a: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的交点</a:t>
            </a:r>
            <a:r>
              <a:rPr lang="en-US"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altLang="zh-CN" sz="2000" i="1">
                <a:solidFill>
                  <a:srgbClr val="000000"/>
                </a:solidFill>
                <a:latin typeface="宋体" panose="02010600030101010101" pitchFamily="2" charset="-122"/>
                <a:ea typeface="宋体" panose="02010600030101010101" pitchFamily="2" charset="-122"/>
                <a:cs typeface="宋体" panose="02010600030101010101" pitchFamily="2" charset="-122"/>
              </a:rPr>
              <a:t>C</a:t>
            </a:r>
            <a:r>
              <a:rPr lang="zh-CN" altLang="zh-CN" sz="2000">
                <a:solidFill>
                  <a:srgbClr val="000000"/>
                </a:solidFill>
                <a:latin typeface="宋体" panose="02010600030101010101" pitchFamily="2" charset="-122"/>
                <a:ea typeface="宋体" panose="02010600030101010101" pitchFamily="2" charset="-122"/>
                <a:cs typeface="宋体" panose="02010600030101010101" pitchFamily="2" charset="-122"/>
              </a:rPr>
              <a:t>，就是薄板的重心。</a:t>
            </a:r>
          </a:p>
        </p:txBody>
      </p:sp>
      <p:pic>
        <p:nvPicPr>
          <p:cNvPr id="2" name="图片 1"/>
          <p:cNvPicPr>
            <a:picLocks noChangeAspect="1"/>
          </p:cNvPicPr>
          <p:nvPr>
            <p:custDataLst>
              <p:tags r:id="rId6"/>
            </p:custDataLst>
          </p:nvPr>
        </p:nvPicPr>
        <p:blipFill>
          <a:blip r:embed="rId5"/>
          <a:stretch>
            <a:fillRect/>
          </a:stretch>
        </p:blipFill>
        <p:spPr>
          <a:xfrm>
            <a:off x="4818380" y="3274695"/>
            <a:ext cx="3707130" cy="1454785"/>
          </a:xfrm>
          <a:prstGeom prst="rect">
            <a:avLst/>
          </a:prstGeom>
        </p:spPr>
      </p:pic>
      <p:sp>
        <p:nvSpPr>
          <p:cNvPr id="3" name="圆角矩形 2">
            <a:hlinkClick/>
          </p:cNvPr>
          <p:cNvSpPr/>
          <p:nvPr>
            <p:custDataLst>
              <p:tags r:id="rId7"/>
            </p:custDataLst>
          </p:nvPr>
        </p:nvSpPr>
        <p:spPr>
          <a:xfrm>
            <a:off x="0" y="0"/>
            <a:ext cx="157543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9" name="TextBox 14">
            <a:hlinkClick/>
          </p:cNvPr>
          <p:cNvSpPr txBox="1">
            <a:spLocks noChangeArrowheads="1"/>
          </p:cNvSpPr>
          <p:nvPr>
            <p:custDataLst>
              <p:tags r:id="rId8"/>
            </p:custDataLst>
          </p:nvPr>
        </p:nvSpPr>
        <p:spPr bwMode="auto">
          <a:xfrm>
            <a:off x="38735" y="100330"/>
            <a:ext cx="153733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二、重力</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9"/>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Tree>
  </p:cSld>
  <p:clrMapOvr>
    <a:masterClrMapping/>
  </p:clrMapOvr>
  <mc:AlternateContent>
    <mc:Choice xmlns:p14="http://schemas.microsoft.com/office/powerpoint/2010/main" Requires="p14">
      <p:transition spd="slow" advTm="3000" p14:dur="15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after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3" name="圆角矩形 2">
            <a:hlinkClick/>
          </p:cNvPr>
          <p:cNvSpPr/>
          <p:nvPr>
            <p:custDataLst>
              <p:tags r:id="rId3"/>
            </p:custDataLst>
          </p:nvPr>
        </p:nvSpPr>
        <p:spPr>
          <a:xfrm>
            <a:off x="0" y="0"/>
            <a:ext cx="157543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9" name="TextBox 14">
            <a:hlinkClick/>
          </p:cNvPr>
          <p:cNvSpPr txBox="1">
            <a:spLocks noChangeArrowheads="1"/>
          </p:cNvSpPr>
          <p:nvPr>
            <p:custDataLst>
              <p:tags r:id="rId4"/>
            </p:custDataLst>
          </p:nvPr>
        </p:nvSpPr>
        <p:spPr bwMode="auto">
          <a:xfrm>
            <a:off x="38735" y="100330"/>
            <a:ext cx="153733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二、重力</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5"/>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pic>
        <p:nvPicPr>
          <p:cNvPr id="6" name="0001.哔哩哔哩-【物理】悬挂法确定物体的重心">
            <a:hlinkClick action="ppaction://media"/>
          </p:cNvPr>
          <p:cNvPicPr/>
          <p:nvPr>
            <a:videoFile r:link="rId8"/>
            <p:custDataLst>
              <p:tags r:id="rId7"/>
            </p:custDataLst>
            <p:extLst>
              <p:ext uri="{DAA4B4D4-6D71-4841-9C94-3DE7FCFB9230}">
                <p14:media xmlns:p14="http://schemas.microsoft.com/office/powerpoint/2010/main" r:embed="rId9"/>
              </p:ext>
            </p:extLst>
          </p:nvPr>
        </p:nvPicPr>
        <p:blipFill>
          <a:blip r:embed="rId6"/>
          <a:stretch>
            <a:fillRect/>
          </a:stretch>
        </p:blipFill>
        <p:spPr>
          <a:xfrm>
            <a:off x="701040" y="1017905"/>
            <a:ext cx="7741920" cy="3931285"/>
          </a:xfrm>
          <a:prstGeom prst="rect">
            <a:avLst/>
          </a:prstGeom>
        </p:spPr>
      </p:pic>
      <p:sp>
        <p:nvSpPr>
          <p:cNvPr id="7" name="文本框 6"/>
          <p:cNvSpPr txBox="1"/>
          <p:nvPr>
            <p:custDataLst>
              <p:tags r:id="rId10"/>
            </p:custDataLst>
          </p:nvPr>
        </p:nvSpPr>
        <p:spPr>
          <a:xfrm>
            <a:off x="198755" y="925195"/>
            <a:ext cx="346710" cy="70548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l"/>
            <a:r>
              <a:rPr lang="zh-CN" altLang="en-US" sz="2000" b="1">
                <a:solidFill>
                  <a:schemeClr val="tx1"/>
                </a:solidFill>
                <a:latin typeface="宋体" panose="02010600030101010101" pitchFamily="2" charset="-122"/>
                <a:ea typeface="宋体" panose="02010600030101010101" pitchFamily="2" charset="-122"/>
                <a:sym typeface="+mn-ea"/>
              </a:rPr>
              <a:t>视频</a:t>
            </a:r>
            <a:endParaRPr kumimoji="0" lang="zh-CN" altLang="en-US" sz="2000" b="1" i="0" u="none" strike="noStrike" cap="none" spc="0" normalizeH="0" baseline="0">
              <a:ln>
                <a:noFill/>
              </a:ln>
              <a:solidFill>
                <a:schemeClr val="tx1"/>
              </a:solidFill>
              <a:effectLst/>
              <a:uFillTx/>
              <a:latin typeface="宋体" panose="02010600030101010101" pitchFamily="2" charset="-122"/>
              <a:ea typeface="宋体" panose="02010600030101010101" pitchFamily="2" charset="-122"/>
              <a:cs typeface="Arial"/>
              <a:sym typeface="+mn-ea"/>
            </a:endParaRPr>
          </a:p>
        </p:txBody>
      </p:sp>
    </p:spTree>
  </p:cSld>
  <p:clrMapOvr>
    <a:masterClrMapping/>
  </p:clrMapOvr>
  <mc:AlternateContent>
    <mc:Choice xmlns:p14="http://schemas.microsoft.com/office/powerpoint/2010/main" Requires="p14">
      <p:transition spd="slow" advTm="3000" p14:dur="1500">
        <p:random/>
      </p:transition>
    </mc:Choice>
    <mc:Fallback>
      <p:transition spd="slow" advTm="3000">
        <p:random/>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nodeType="clickPar">
                      <p:stCondLst>
                        <p:cond delay="0"/>
                      </p:stCondLst>
                      <p:childTnLst>
                        <p:par>
                          <p:cTn id="4" fill="hold" nodeType="afterGroup">
                            <p:stCondLst>
                              <p:cond delay="0"/>
                            </p:stCondLst>
                            <p:childTnLst>
                              <p:par>
                                <p:cTn id="5" presetID="2" presetClass="mediacall" presetSubtype="0" fill="hold" nodeType="clickEffect">
                                  <p:stCondLst>
                                    <p:cond delay="0"/>
                                  </p:stCondLst>
                                  <p:childTnLst>
                                    <p:cmd type="call" cmd="togglePause">
                                      <p:cBhvr additive="base">
                                        <p:cTn id="6" dur="1" fill="hold"/>
                                        <p:tgtEl>
                                          <p:spTgt spid="6"/>
                                        </p:tgtEl>
                                      </p:cBhvr>
                                    </p:cmd>
                                  </p:childTnLst>
                                </p:cTn>
                              </p:par>
                            </p:childTnLst>
                          </p:cTn>
                        </p:par>
                      </p:childTnLst>
                    </p:cTn>
                  </p:par>
                </p:childTnLst>
              </p:cTn>
              <p:nextCondLst>
                <p:cond evt="onClick" delay="0">
                  <p:tgtEl>
                    <p:spTgt spid="6"/>
                  </p:tgtEl>
                </p:cond>
              </p:nextCondLst>
            </p:seq>
            <p:video>
              <p:cMediaNode>
                <p:cTn id="9" fill="hold" display="0">
                  <p:stCondLst>
                    <p:cond delay="indefinite"/>
                  </p:stCondLst>
                  <p:endCondLst>
                    <p:cond evt="onNext" delay="0">
                      <p:tgtEl>
                        <p:sldTgt/>
                      </p:tgtEl>
                    </p:cond>
                    <p:cond evt="onPrev">
                      <p:tgtEl>
                        <p:sldTgt/>
                      </p:tgtEl>
                    </p:cond>
                  </p:endCondLst>
                </p:cTn>
                <p:tgtEl>
                  <p:spTgt spid="6"/>
                </p:tgtEl>
              </p:cMediaNode>
            </p:video>
          </p:childTnLst>
        </p:cTn>
      </p:par>
    </p:tnLst>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60418" name="Rectangle 2"/>
          <p:cNvSpPr>
            <a:spLocks noGrp="1" noRot="1" noChangeArrowheads="1"/>
          </p:cNvSpPr>
          <p:nvPr>
            <p:ph idx="1"/>
            <p:custDataLst>
              <p:tags r:id="rId3"/>
            </p:custDataLst>
          </p:nvPr>
        </p:nvSpPr>
        <p:spPr>
          <a:xfrm>
            <a:off x="497205" y="798195"/>
            <a:ext cx="7666355" cy="946150"/>
          </a:xfrm>
        </p:spPr>
        <p:txBody>
          <a:bodyPr/>
          <a:lstStyle/>
          <a:p>
            <a:pPr marL="0" indent="0" algn="just" eaLnBrk="1" hangingPunct="1">
              <a:lnSpc>
                <a:spcPct val="150000"/>
              </a:lnSpc>
              <a:buNone/>
            </a:pPr>
            <a:r>
              <a:rPr lang="zh-CN" altLang="en-US" sz="2000" b="1" smtClean="0">
                <a:solidFill>
                  <a:srgbClr val="0000FF"/>
                </a:solidFill>
                <a:latin typeface="宋体" panose="02010600030101010101" pitchFamily="2" charset="-122"/>
                <a:ea typeface="宋体" panose="02010600030101010101" pitchFamily="2" charset="-122"/>
              </a:rPr>
              <a:t>学以致用：</a:t>
            </a:r>
            <a:r>
              <a:rPr lang="zh-CN" altLang="en-US" sz="2000" b="1" smtClean="0">
                <a:solidFill>
                  <a:srgbClr val="000000"/>
                </a:solidFill>
                <a:latin typeface="宋体" panose="02010600030101010101" pitchFamily="2" charset="-122"/>
                <a:ea typeface="宋体" panose="02010600030101010101" pitchFamily="2" charset="-122"/>
              </a:rPr>
              <a:t>跳高姿势的变化是不断刷新跳高成绩的关键之一，请你谈一谈背越式跳高与跨越式跳高相比有什么优点．</a:t>
            </a:r>
          </a:p>
          <a:p>
            <a:pPr eaLnBrk="1" hangingPunct="1"/>
            <a:endParaRPr lang="zh-CN" altLang="en-US" sz="2000" smtClean="0">
              <a:solidFill>
                <a:srgbClr val="FF0000"/>
              </a:solidFill>
              <a:latin typeface="宋体" panose="02010600030101010101" pitchFamily="2" charset="-122"/>
              <a:ea typeface="宋体" panose="02010600030101010101" pitchFamily="2" charset="-122"/>
            </a:endParaRPr>
          </a:p>
          <a:p>
            <a:pPr eaLnBrk="1" hangingPunct="1">
              <a:buNone/>
            </a:pPr>
            <a:endParaRPr lang="en-US" altLang="zh-CN" sz="2000" smtClean="0">
              <a:solidFill>
                <a:srgbClr val="FF0000"/>
              </a:solidFill>
              <a:latin typeface="宋体" panose="02010600030101010101" pitchFamily="2" charset="-122"/>
              <a:ea typeface="宋体" panose="02010600030101010101" pitchFamily="2" charset="-122"/>
            </a:endParaRPr>
          </a:p>
          <a:p>
            <a:pPr eaLnBrk="1" hangingPunct="1">
              <a:buNone/>
            </a:pPr>
            <a:endParaRPr lang="zh-CN" altLang="en-US" sz="2000" smtClean="0">
              <a:solidFill>
                <a:srgbClr val="FF0000"/>
              </a:solidFill>
              <a:latin typeface="宋体" panose="02010600030101010101" pitchFamily="2" charset="-122"/>
              <a:ea typeface="宋体" panose="02010600030101010101" pitchFamily="2" charset="-122"/>
            </a:endParaRPr>
          </a:p>
          <a:p>
            <a:pPr eaLnBrk="1" hangingPunct="1"/>
            <a:endParaRPr lang="en-US" altLang="zh-CN" sz="2000" b="1" smtClean="0">
              <a:solidFill>
                <a:srgbClr val="FF0000"/>
              </a:solidFill>
              <a:latin typeface="宋体" panose="02010600030101010101" pitchFamily="2" charset="-122"/>
              <a:ea typeface="宋体" panose="02010600030101010101" pitchFamily="2" charset="-122"/>
            </a:endParaRPr>
          </a:p>
          <a:p>
            <a:pPr eaLnBrk="1" hangingPunct="1"/>
            <a:endParaRPr lang="en-US" altLang="zh-CN" sz="2000" b="1" smtClean="0">
              <a:solidFill>
                <a:srgbClr val="FF0000"/>
              </a:solidFill>
              <a:latin typeface="宋体" panose="02010600030101010101" pitchFamily="2" charset="-122"/>
              <a:ea typeface="宋体" panose="02010600030101010101" pitchFamily="2" charset="-122"/>
            </a:endParaRPr>
          </a:p>
          <a:p>
            <a:pPr eaLnBrk="1" hangingPunct="1">
              <a:buNone/>
            </a:pPr>
            <a:endParaRPr lang="en-US" altLang="zh-CN" sz="2000" b="1" smtClean="0">
              <a:solidFill>
                <a:srgbClr val="FF0000"/>
              </a:solidFill>
              <a:latin typeface="宋体" panose="02010600030101010101" pitchFamily="2" charset="-122"/>
              <a:ea typeface="宋体" panose="02010600030101010101" pitchFamily="2" charset="-122"/>
            </a:endParaRPr>
          </a:p>
          <a:p>
            <a:pPr marL="0" indent="0" eaLnBrk="1" hangingPunct="1">
              <a:buNone/>
            </a:pPr>
            <a:endPar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Times New Roman" panose="02020603050405020304" pitchFamily="18" charset="0"/>
            </a:endParaRPr>
          </a:p>
        </p:txBody>
      </p:sp>
      <p:sp>
        <p:nvSpPr>
          <p:cNvPr id="2" name="文本框 1"/>
          <p:cNvSpPr txBox="1"/>
          <p:nvPr>
            <p:custDataLst>
              <p:tags r:id="rId4"/>
            </p:custDataLst>
          </p:nvPr>
        </p:nvSpPr>
        <p:spPr>
          <a:xfrm>
            <a:off x="497205" y="3890645"/>
            <a:ext cx="7468235" cy="9207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indent="0" eaLnBrk="1" hangingPunct="1">
              <a:lnSpc>
                <a:spcPct val="150000"/>
              </a:lnSpc>
              <a:buNone/>
            </a:pPr>
            <a:r>
              <a:rPr lang="zh-CN" altLang="en-US" sz="1800" b="1" smtClean="0">
                <a:solidFill>
                  <a:srgbClr val="00B0F0"/>
                </a:solidFill>
                <a:latin typeface="宋体" panose="02010600030101010101" pitchFamily="2" charset="-122"/>
                <a:ea typeface="宋体" panose="02010600030101010101" pitchFamily="2" charset="-122"/>
                <a:cs typeface="宋体" panose="02010600030101010101" pitchFamily="2" charset="-122"/>
                <a:sym typeface="+mn-ea"/>
              </a:rPr>
              <a:t>分析：</a:t>
            </a:r>
            <a:r>
              <a:rPr lang="zh-CN" altLang="en-US" sz="18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运动员采用跨越式跳高上升到同样的高度重心升高的高度小。</a:t>
            </a:r>
            <a:r>
              <a:rPr lang="zh-CN" altLang="en-US" sz="18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Times New Roman" panose="02020603050405020304" pitchFamily="18" charset="0"/>
              </a:rPr>
              <a:t>优秀跳高运动员都采用“背越式”技术。</a:t>
            </a:r>
            <a:endParaRPr kumimoji="0" lang="zh-CN" altLang="en-US" sz="1800" b="0" i="0" u="none" strike="noStrike" cap="none" spc="0" normalizeH="0" baseline="0">
              <a:ln>
                <a:noFill/>
              </a:ln>
              <a:solidFill>
                <a:srgbClr val="000000"/>
              </a:solidFill>
              <a:effectLst/>
              <a:uFillTx/>
              <a:latin typeface="Arial"/>
              <a:ea typeface="Arial"/>
              <a:cs typeface="Arial"/>
              <a:sym typeface="Arial"/>
            </a:endParaRPr>
          </a:p>
        </p:txBody>
      </p:sp>
      <p:sp>
        <p:nvSpPr>
          <p:cNvPr id="3" name="圆角矩形 2">
            <a:hlinkClick/>
          </p:cNvPr>
          <p:cNvSpPr/>
          <p:nvPr>
            <p:custDataLst>
              <p:tags r:id="rId5"/>
            </p:custDataLst>
          </p:nvPr>
        </p:nvSpPr>
        <p:spPr>
          <a:xfrm>
            <a:off x="0" y="0"/>
            <a:ext cx="157543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9" name="TextBox 14">
            <a:hlinkClick/>
          </p:cNvPr>
          <p:cNvSpPr txBox="1">
            <a:spLocks noChangeArrowheads="1"/>
          </p:cNvSpPr>
          <p:nvPr>
            <p:custDataLst>
              <p:tags r:id="rId6"/>
            </p:custDataLst>
          </p:nvPr>
        </p:nvSpPr>
        <p:spPr bwMode="auto">
          <a:xfrm>
            <a:off x="38735" y="100330"/>
            <a:ext cx="153733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二、重力</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7"/>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pic>
        <p:nvPicPr>
          <p:cNvPr id="6" name="图片 5" descr="6adea5ee58860a70bf0c0e404cced53f"/>
          <p:cNvPicPr>
            <a:picLocks noChangeAspect="1"/>
          </p:cNvPicPr>
          <p:nvPr>
            <p:custDataLst>
              <p:tags r:id="rId9"/>
            </p:custDataLst>
          </p:nvPr>
        </p:nvPicPr>
        <p:blipFill>
          <a:blip r:embed="rId8"/>
          <a:stretch>
            <a:fillRect/>
          </a:stretch>
        </p:blipFill>
        <p:spPr>
          <a:xfrm>
            <a:off x="4505960" y="1910080"/>
            <a:ext cx="2840990" cy="1814195"/>
          </a:xfrm>
          <a:prstGeom prst="rect">
            <a:avLst/>
          </a:prstGeom>
        </p:spPr>
      </p:pic>
      <p:pic>
        <p:nvPicPr>
          <p:cNvPr id="7" name="图片 6" descr="452f486e73e5d4ce39ef0fbb6ff35066"/>
          <p:cNvPicPr>
            <a:picLocks noChangeAspect="1"/>
          </p:cNvPicPr>
          <p:nvPr>
            <p:custDataLst>
              <p:tags r:id="rId11"/>
            </p:custDataLst>
          </p:nvPr>
        </p:nvPicPr>
        <p:blipFill>
          <a:blip r:embed="rId10"/>
          <a:stretch>
            <a:fillRect/>
          </a:stretch>
        </p:blipFill>
        <p:spPr>
          <a:xfrm>
            <a:off x="1210310" y="1902460"/>
            <a:ext cx="2766695" cy="173736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pic>
        <p:nvPicPr>
          <p:cNvPr id="32" name="图片 31" descr="99b4d1370c75801176846193e066bc68"/>
          <p:cNvPicPr>
            <a:picLocks noChangeAspect="1"/>
          </p:cNvPicPr>
          <p:nvPr>
            <p:custDataLst>
              <p:tags r:id="rId4"/>
            </p:custDataLst>
          </p:nvPr>
        </p:nvPicPr>
        <p:blipFill>
          <a:blip r:embed="rId3"/>
          <a:srcRect l="25440"/>
          <a:stretch>
            <a:fillRect/>
          </a:stretch>
        </p:blipFill>
        <p:spPr>
          <a:xfrm>
            <a:off x="1183005" y="861060"/>
            <a:ext cx="3023235" cy="2097405"/>
          </a:xfrm>
          <a:prstGeom prst="rect">
            <a:avLst/>
          </a:prstGeom>
        </p:spPr>
      </p:pic>
      <p:pic>
        <p:nvPicPr>
          <p:cNvPr id="33793" name="图片 31745" descr="垂直照木棍"/>
          <p:cNvPicPr>
            <a:picLocks noChangeAspect="1" noChangeArrowheads="1"/>
          </p:cNvPicPr>
          <p:nvPr>
            <p:custDataLst>
              <p:tags r:id="rId6"/>
            </p:custDataLst>
          </p:nvPr>
        </p:nvPicPr>
        <p:blipFill>
          <a:blip r:embed="rId5"/>
          <a:stretch>
            <a:fillRect/>
          </a:stretch>
        </p:blipFill>
        <p:spPr bwMode="auto">
          <a:xfrm>
            <a:off x="1183005" y="3126105"/>
            <a:ext cx="3058160" cy="1675130"/>
          </a:xfrm>
          <a:prstGeom prst="rect">
            <a:avLst/>
          </a:prstGeom>
          <a:noFill/>
          <a:ln w="76200">
            <a:solidFill>
              <a:schemeClr val="bg1"/>
            </a:solidFill>
            <a:miter lim="800000"/>
          </a:ln>
        </p:spPr>
      </p:pic>
      <p:sp>
        <p:nvSpPr>
          <p:cNvPr id="31750" name="矩形 31749"/>
          <p:cNvSpPr>
            <a:spLocks noChangeArrowheads="1"/>
          </p:cNvSpPr>
          <p:nvPr>
            <p:custDataLst>
              <p:tags r:id="rId7"/>
            </p:custDataLst>
          </p:nvPr>
        </p:nvSpPr>
        <p:spPr bwMode="auto">
          <a:xfrm>
            <a:off x="273685" y="1518920"/>
            <a:ext cx="665480" cy="2811780"/>
          </a:xfrm>
          <a:prstGeom prst="rect">
            <a:avLst/>
          </a:prstGeom>
          <a:noFill/>
          <a:ln w="9525">
            <a:noFill/>
            <a:miter lim="800000"/>
          </a:ln>
        </p:spPr>
        <p:txBody>
          <a:bodyPr lIns="81390" tIns="40697" rIns="81390" bIns="40697"/>
          <a:lstStyle/>
          <a:p>
            <a:pPr algn="ctr">
              <a:lnSpc>
                <a:spcPct val="125000"/>
              </a:lnSpc>
              <a:spcBef>
                <a:spcPct val="20000"/>
              </a:spcBef>
              <a:buFont typeface="Arial" panose="020b0604020202020204" pitchFamily="34" charset="0"/>
              <a:buNone/>
            </a:pPr>
            <a:r>
              <a:rPr lang="zh-CN" altLang="en-US" sz="2400">
                <a:solidFill>
                  <a:schemeClr val="tx1"/>
                </a:solidFill>
                <a:latin typeface="宋体" panose="02010600030101010101" pitchFamily="2" charset="-122"/>
                <a:ea typeface="宋体" panose="02010600030101010101" pitchFamily="2" charset="-122"/>
              </a:rPr>
              <a:t>支撑法找重心</a:t>
            </a:r>
            <a:endParaRPr lang="zh-CN" altLang="en-US" sz="2400" i="1">
              <a:solidFill>
                <a:schemeClr val="tx1"/>
              </a:solidFill>
              <a:latin typeface="宋体" panose="02010600030101010101" pitchFamily="2" charset="-122"/>
              <a:ea typeface="宋体" panose="02010600030101010101" pitchFamily="2" charset="-122"/>
            </a:endParaRPr>
          </a:p>
        </p:txBody>
      </p:sp>
      <p:pic>
        <p:nvPicPr>
          <p:cNvPr id="85004" name="Picture 12" descr="https://ss1.bdstatic.com/70cFvXSh_Q1YnxGkpoWK1HF6hhy/it/u=3401903018,3608249019&amp;fm=26&amp;gp=0.jpg"/>
          <p:cNvPicPr>
            <a:picLocks noChangeAspect="1" noChangeArrowheads="1"/>
          </p:cNvPicPr>
          <p:nvPr>
            <p:custDataLst>
              <p:tags r:id="rId9"/>
            </p:custDataLst>
          </p:nvPr>
        </p:nvPicPr>
        <p:blipFill>
          <a:blip r:embed="rId8"/>
          <a:stretch>
            <a:fillRect/>
          </a:stretch>
        </p:blipFill>
        <p:spPr bwMode="auto">
          <a:xfrm>
            <a:off x="4500245" y="692785"/>
            <a:ext cx="3036570" cy="4308475"/>
          </a:xfrm>
          <a:prstGeom prst="rect">
            <a:avLst/>
          </a:prstGeom>
          <a:noFill/>
        </p:spPr>
      </p:pic>
      <p:grpSp>
        <p:nvGrpSpPr>
          <p:cNvPr id="3" name="组合 2"/>
          <p:cNvGrpSpPr/>
          <p:nvPr>
            <p:custDataLst>
              <p:tags r:id="rId10"/>
            </p:custDataLst>
          </p:nvPr>
        </p:nvGrpSpPr>
        <p:grpSpPr>
          <a:xfrm>
            <a:off x="2708275" y="2021840"/>
            <a:ext cx="367030" cy="1082363"/>
            <a:chOff x="3637" y="4837"/>
            <a:chExt cx="578" cy="2209"/>
          </a:xfrm>
        </p:grpSpPr>
        <p:sp>
          <p:nvSpPr>
            <p:cNvPr id="36911" name="直接连接符 36910"/>
            <p:cNvSpPr/>
            <p:nvPr>
              <p:custDataLst>
                <p:tags r:id="rId11"/>
              </p:custDataLst>
            </p:nvPr>
          </p:nvSpPr>
          <p:spPr>
            <a:xfrm>
              <a:off x="3637" y="4837"/>
              <a:ext cx="39" cy="1919"/>
            </a:xfrm>
            <a:prstGeom prst="line">
              <a:avLst/>
            </a:prstGeom>
            <a:ln w="38100" cap="flat" cmpd="sng">
              <a:solidFill>
                <a:srgbClr val="FF0000"/>
              </a:solidFill>
              <a:prstDash val="solid"/>
              <a:headEnd type="none" w="med" len="med"/>
              <a:tailEnd type="triangle" w="med" len="med"/>
            </a:ln>
          </p:spPr>
          <p:txBody>
            <a:bodyPr/>
            <a:lstStyle/>
            <a:p/>
          </p:txBody>
        </p:sp>
        <p:sp>
          <p:nvSpPr>
            <p:cNvPr id="4" name="文本框 3"/>
            <p:cNvSpPr txBox="1"/>
            <p:nvPr>
              <p:custDataLst>
                <p:tags r:id="rId12"/>
              </p:custDataLst>
            </p:nvPr>
          </p:nvSpPr>
          <p:spPr>
            <a:xfrm>
              <a:off x="3793" y="6297"/>
              <a:ext cx="422" cy="74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en-US" altLang="zh-CN" sz="1800" b="0" i="0" u="none" strike="noStrike" cap="none" spc="0" normalizeH="0" baseline="0">
                  <a:ln>
                    <a:noFill/>
                  </a:ln>
                  <a:solidFill>
                    <a:srgbClr val="FF0000"/>
                  </a:solidFill>
                  <a:effectLst/>
                  <a:uFillTx/>
                  <a:latin typeface="Arial"/>
                  <a:ea typeface="Arial"/>
                  <a:cs typeface="Arial"/>
                  <a:sym typeface="Arial"/>
                </a:rPr>
                <a:t>G</a:t>
              </a:r>
            </a:p>
          </p:txBody>
        </p:sp>
      </p:grpSp>
      <p:grpSp>
        <p:nvGrpSpPr>
          <p:cNvPr id="5" name="组合 4"/>
          <p:cNvGrpSpPr/>
          <p:nvPr>
            <p:custDataLst>
              <p:tags r:id="rId13"/>
            </p:custDataLst>
          </p:nvPr>
        </p:nvGrpSpPr>
        <p:grpSpPr>
          <a:xfrm>
            <a:off x="2708275" y="3958590"/>
            <a:ext cx="342900" cy="842529"/>
            <a:chOff x="3637" y="4837"/>
            <a:chExt cx="578" cy="2211"/>
          </a:xfrm>
        </p:grpSpPr>
        <p:sp>
          <p:nvSpPr>
            <p:cNvPr id="6" name="直接连接符 5"/>
            <p:cNvSpPr/>
            <p:nvPr>
              <p:custDataLst>
                <p:tags r:id="rId14"/>
              </p:custDataLst>
            </p:nvPr>
          </p:nvSpPr>
          <p:spPr>
            <a:xfrm>
              <a:off x="3637" y="4837"/>
              <a:ext cx="39" cy="1919"/>
            </a:xfrm>
            <a:prstGeom prst="line">
              <a:avLst/>
            </a:prstGeom>
            <a:ln w="38100" cap="flat" cmpd="sng">
              <a:solidFill>
                <a:srgbClr val="FF0000"/>
              </a:solidFill>
              <a:prstDash val="solid"/>
              <a:headEnd type="none" w="med" len="med"/>
              <a:tailEnd type="triangle" w="med" len="med"/>
            </a:ln>
          </p:spPr>
          <p:txBody>
            <a:bodyPr/>
            <a:lstStyle/>
            <a:p/>
          </p:txBody>
        </p:sp>
        <p:sp>
          <p:nvSpPr>
            <p:cNvPr id="24" name="文本框 23"/>
            <p:cNvSpPr txBox="1"/>
            <p:nvPr>
              <p:custDataLst>
                <p:tags r:id="rId15"/>
              </p:custDataLst>
            </p:nvPr>
          </p:nvSpPr>
          <p:spPr>
            <a:xfrm>
              <a:off x="3793" y="6085"/>
              <a:ext cx="422" cy="96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en-US" altLang="zh-CN" sz="1800" b="0" i="0" u="none" strike="noStrike" cap="none" spc="0" normalizeH="0" baseline="0">
                  <a:ln>
                    <a:noFill/>
                  </a:ln>
                  <a:solidFill>
                    <a:srgbClr val="FF0000"/>
                  </a:solidFill>
                  <a:effectLst/>
                  <a:uFillTx/>
                  <a:latin typeface="Arial"/>
                  <a:ea typeface="Arial"/>
                  <a:cs typeface="Arial"/>
                  <a:sym typeface="Arial"/>
                </a:rPr>
                <a:t>G</a:t>
              </a:r>
            </a:p>
          </p:txBody>
        </p:sp>
      </p:grpSp>
      <p:grpSp>
        <p:nvGrpSpPr>
          <p:cNvPr id="25" name="组合 24"/>
          <p:cNvGrpSpPr/>
          <p:nvPr>
            <p:custDataLst>
              <p:tags r:id="rId16"/>
            </p:custDataLst>
          </p:nvPr>
        </p:nvGrpSpPr>
        <p:grpSpPr>
          <a:xfrm>
            <a:off x="5907405" y="1918335"/>
            <a:ext cx="367030" cy="1294130"/>
            <a:chOff x="3637" y="4837"/>
            <a:chExt cx="578" cy="2038"/>
          </a:xfrm>
        </p:grpSpPr>
        <p:sp>
          <p:nvSpPr>
            <p:cNvPr id="26" name="直接连接符 25"/>
            <p:cNvSpPr/>
            <p:nvPr>
              <p:custDataLst>
                <p:tags r:id="rId17"/>
              </p:custDataLst>
            </p:nvPr>
          </p:nvSpPr>
          <p:spPr>
            <a:xfrm>
              <a:off x="3637" y="4837"/>
              <a:ext cx="39" cy="1919"/>
            </a:xfrm>
            <a:prstGeom prst="line">
              <a:avLst/>
            </a:prstGeom>
            <a:ln w="38100" cap="flat" cmpd="sng">
              <a:solidFill>
                <a:srgbClr val="FF0000"/>
              </a:solidFill>
              <a:prstDash val="solid"/>
              <a:headEnd type="none" w="med" len="med"/>
              <a:tailEnd type="triangle" w="med" len="med"/>
            </a:ln>
          </p:spPr>
          <p:txBody>
            <a:bodyPr/>
            <a:lstStyle/>
            <a:p/>
          </p:txBody>
        </p:sp>
        <p:sp>
          <p:nvSpPr>
            <p:cNvPr id="27" name="文本框 26"/>
            <p:cNvSpPr txBox="1"/>
            <p:nvPr>
              <p:custDataLst>
                <p:tags r:id="rId18"/>
              </p:custDataLst>
            </p:nvPr>
          </p:nvSpPr>
          <p:spPr>
            <a:xfrm>
              <a:off x="3793" y="6297"/>
              <a:ext cx="422" cy="57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en-US" altLang="zh-CN" sz="1800" b="0" i="0" u="none" strike="noStrike" cap="none" spc="0" normalizeH="0" baseline="0">
                  <a:ln>
                    <a:noFill/>
                  </a:ln>
                  <a:solidFill>
                    <a:srgbClr val="FF0000"/>
                  </a:solidFill>
                  <a:effectLst/>
                  <a:uFillTx/>
                  <a:latin typeface="Arial"/>
                  <a:ea typeface="Arial"/>
                  <a:cs typeface="Arial"/>
                  <a:sym typeface="Arial"/>
                </a:rPr>
                <a:t>G</a:t>
              </a:r>
            </a:p>
          </p:txBody>
        </p:sp>
      </p:grpSp>
      <p:sp>
        <p:nvSpPr>
          <p:cNvPr id="28" name="圆角矩形 27">
            <a:hlinkClick/>
          </p:cNvPr>
          <p:cNvSpPr/>
          <p:nvPr>
            <p:custDataLst>
              <p:tags r:id="rId19"/>
            </p:custDataLst>
          </p:nvPr>
        </p:nvSpPr>
        <p:spPr>
          <a:xfrm>
            <a:off x="0" y="0"/>
            <a:ext cx="157543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29" name="TextBox 14">
            <a:hlinkClick/>
          </p:cNvPr>
          <p:cNvSpPr txBox="1">
            <a:spLocks noChangeArrowheads="1"/>
          </p:cNvSpPr>
          <p:nvPr>
            <p:custDataLst>
              <p:tags r:id="rId20"/>
            </p:custDataLst>
          </p:nvPr>
        </p:nvSpPr>
        <p:spPr bwMode="auto">
          <a:xfrm>
            <a:off x="38735" y="100330"/>
            <a:ext cx="1537335"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二、重力</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21"/>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31" name="线形标注 1(带强调线) 30"/>
          <p:cNvSpPr/>
          <p:nvPr>
            <p:custDataLst>
              <p:tags r:id="rId22"/>
            </p:custDataLst>
          </p:nvPr>
        </p:nvSpPr>
        <p:spPr>
          <a:xfrm>
            <a:off x="7790815" y="862965"/>
            <a:ext cx="720725" cy="3968115"/>
          </a:xfrm>
          <a:prstGeom prst="accentCallout1">
            <a:avLst>
              <a:gd name="adj1" fmla="val 18750"/>
              <a:gd name="adj2" fmla="val -8333"/>
              <a:gd name="adj3" fmla="val 41015"/>
              <a:gd name="adj4" fmla="val -262555"/>
            </a:avLst>
          </a:prstGeom>
          <a:solidFill>
            <a:schemeClr val="accent1"/>
          </a:solidFill>
          <a:ln w="12700" cap="flat">
            <a:solidFill>
              <a:srgbClr val="BBE0E3"/>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ctr" defTabSz="914400" rtl="0" fontAlgn="auto" latinLnBrk="1" hangingPunct="0">
              <a:lnSpc>
                <a:spcPct val="140000"/>
              </a:lnSpc>
              <a:spcBef>
                <a:spcPct val="0"/>
              </a:spcBef>
              <a:spcAft>
                <a:spcPct val="0"/>
              </a:spcAft>
              <a:buClrTx/>
              <a:buSzTx/>
              <a:buFontTx/>
              <a:buNone/>
            </a:pPr>
            <a:r>
              <a:rPr kumimoji="0" lang="zh-CN" altLang="en-US" sz="2000" b="1" i="0" u="none" strike="noStrike" cap="none" spc="0" normalizeH="0" baseline="0">
                <a:ln>
                  <a:noFill/>
                </a:ln>
                <a:solidFill>
                  <a:srgbClr val="000000"/>
                </a:solidFill>
                <a:effectLst/>
                <a:uFillTx/>
                <a:latin typeface="宋体" panose="02010600030101010101" pitchFamily="2" charset="-122"/>
                <a:ea typeface="宋体" panose="02010600030101010101" pitchFamily="2" charset="-122"/>
                <a:cs typeface="微软雅黑" panose="020b0503020204020204" charset="-122"/>
                <a:sym typeface="微软雅黑" panose="020b0503020204020204" charset="-122"/>
              </a:rPr>
              <a:t>我们有哪些方法来表示物体受到的</a:t>
            </a:r>
            <a:r>
              <a:rPr kumimoji="0" lang="zh-CN" altLang="en-US" sz="2000" b="1" i="0" u="none" strike="noStrike" cap="none" spc="0" normalizeH="0" baseline="0">
                <a:ln>
                  <a:noFill/>
                </a:ln>
                <a:solidFill>
                  <a:srgbClr val="FF0000"/>
                </a:solidFill>
                <a:effectLst/>
                <a:uFillTx/>
                <a:latin typeface="宋体" panose="02010600030101010101" pitchFamily="2" charset="-122"/>
                <a:ea typeface="宋体" panose="02010600030101010101" pitchFamily="2" charset="-122"/>
                <a:cs typeface="微软雅黑" panose="020b0503020204020204" charset="-122"/>
                <a:sym typeface="微软雅黑" panose="020b0503020204020204" charset="-122"/>
              </a:rPr>
              <a:t>力</a:t>
            </a:r>
            <a:r>
              <a:rPr kumimoji="0" lang="zh-CN" altLang="en-US" sz="2000" b="1" i="0" u="none" strike="noStrike" cap="none" spc="0" normalizeH="0" baseline="0">
                <a:ln>
                  <a:noFill/>
                </a:ln>
                <a:solidFill>
                  <a:srgbClr val="000000"/>
                </a:solidFill>
                <a:effectLst/>
                <a:uFillTx/>
                <a:latin typeface="宋体" panose="02010600030101010101" pitchFamily="2" charset="-122"/>
                <a:ea typeface="宋体" panose="02010600030101010101" pitchFamily="2" charset="-122"/>
                <a:cs typeface="微软雅黑" panose="020b0503020204020204" charset="-122"/>
                <a:sym typeface="微软雅黑" panose="020b0503020204020204" charset="-122"/>
              </a:rPr>
              <a:t>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1750">
                                            <p:txEl>
                                              <p:pRg st="0" end="0"/>
                                            </p:txEl>
                                          </p:spTgt>
                                        </p:tgtEl>
                                        <p:attrNameLst>
                                          <p:attrName>style.visibility</p:attrName>
                                        </p:attrNameLst>
                                      </p:cBhvr>
                                      <p:to>
                                        <p:strVal val="visible"/>
                                      </p:to>
                                    </p:set>
                                    <p:anim calcmode="discrete" valueType="clr">
                                      <p:cBhvr override="childStyle">
                                        <p:cTn id="7" dur="80"/>
                                        <p:tgtEl>
                                          <p:spTgt spid="31750">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1750">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1750">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afterGroup">
                            <p:stCondLst>
                              <p:cond delay="0"/>
                            </p:stCondLst>
                            <p:childTnLst>
                              <p:par>
                                <p:cTn id="12" presetID="2" presetClass="entr" presetSubtype="4"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afterGroup">
                            <p:stCondLst>
                              <p:cond delay="0"/>
                            </p:stCondLst>
                            <p:childTnLst>
                              <p:par>
                                <p:cTn id="18" presetID="2" presetClass="entr" presetSubtype="4"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afterGroup">
                            <p:stCondLst>
                              <p:cond delay="0"/>
                            </p:stCondLst>
                            <p:childTnLst>
                              <p:par>
                                <p:cTn id="24" presetID="2" presetClass="entr" presetSubtype="4"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additive="base">
                                        <p:cTn id="26" dur="500" fill="hold"/>
                                        <p:tgtEl>
                                          <p:spTgt spid="25"/>
                                        </p:tgtEl>
                                        <p:attrNameLst>
                                          <p:attrName>ppt_x</p:attrName>
                                        </p:attrNameLst>
                                      </p:cBhvr>
                                      <p:tavLst>
                                        <p:tav tm="0">
                                          <p:val>
                                            <p:strVal val="#ppt_x"/>
                                          </p:val>
                                        </p:tav>
                                        <p:tav tm="100000">
                                          <p:val>
                                            <p:strVal val="#ppt_x"/>
                                          </p:val>
                                        </p:tav>
                                      </p:tavLst>
                                    </p:anim>
                                    <p:anim calcmode="lin" valueType="num">
                                      <p:cBhvr additive="base">
                                        <p:cTn id="27"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after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additive="base">
                                        <p:cTn id="32" dur="500" fill="hold"/>
                                        <p:tgtEl>
                                          <p:spTgt spid="31"/>
                                        </p:tgtEl>
                                        <p:attrNameLst>
                                          <p:attrName>ppt_x</p:attrName>
                                        </p:attrNameLst>
                                      </p:cBhvr>
                                      <p:tavLst>
                                        <p:tav tm="0">
                                          <p:val>
                                            <p:strVal val="#ppt_x"/>
                                          </p:val>
                                        </p:tav>
                                        <p:tav tm="100000">
                                          <p:val>
                                            <p:strVal val="#ppt_x"/>
                                          </p:val>
                                        </p:tav>
                                      </p:tavLst>
                                    </p:anim>
                                    <p:anim calcmode="lin" valueType="num">
                                      <p:cBhvr additive="base">
                                        <p:cTn id="3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0" grpId="0" build="p"/>
      <p:bldP spid="31" grpId="0"/>
    </p:bldLst>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3"/>
          </p:custDataLst>
        </p:nvPr>
      </p:nvGrpSpPr>
      <p:grpSpPr>
        <a:xfrm>
          <a:off x="0" y="0"/>
          <a:ext cx="0" cy="0"/>
        </a:xfrm>
      </p:grpSpPr>
      <p:sp>
        <p:nvSpPr>
          <p:cNvPr id="23554" name="矩形 23553"/>
          <p:cNvSpPr/>
          <p:nvPr>
            <p:custDataLst>
              <p:tags r:id="rId4"/>
            </p:custDataLst>
          </p:nvPr>
        </p:nvSpPr>
        <p:spPr>
          <a:xfrm>
            <a:off x="1464310" y="3488055"/>
            <a:ext cx="1466850" cy="409575"/>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000" b="1">
                <a:latin typeface="宋体" panose="02010600030101010101" pitchFamily="2" charset="-122"/>
              </a:rPr>
              <a:t>力</a:t>
            </a:r>
            <a:r>
              <a:rPr lang="zh-CN" altLang="en-US" sz="2000" b="1">
                <a:latin typeface="宋体" panose="02010600030101010101" pitchFamily="2" charset="-122"/>
                <a:sym typeface="+mn-ea"/>
              </a:rPr>
              <a:t>的</a:t>
            </a:r>
            <a:r>
              <a:rPr lang="zh-CN" altLang="en-US" sz="2000" b="1">
                <a:latin typeface="宋体" panose="02010600030101010101" pitchFamily="2" charset="-122"/>
              </a:rPr>
              <a:t>作用点</a:t>
            </a:r>
          </a:p>
        </p:txBody>
      </p:sp>
      <p:sp>
        <p:nvSpPr>
          <p:cNvPr id="23555" name="矩形 23554"/>
          <p:cNvSpPr/>
          <p:nvPr>
            <p:custDataLst>
              <p:tags r:id="rId5"/>
            </p:custDataLst>
          </p:nvPr>
        </p:nvSpPr>
        <p:spPr>
          <a:xfrm>
            <a:off x="544830" y="1544320"/>
            <a:ext cx="5040630" cy="398780"/>
          </a:xfrm>
          <a:prstGeom prst="rect">
            <a:avLst/>
          </a:prstGeom>
          <a:noFill/>
          <a:ln w="9525">
            <a:noFill/>
          </a:ln>
        </p:spPr>
        <p:txBody>
          <a:bodyPr wrap="square">
            <a:spAutoFit/>
          </a:bodyPr>
          <a:lstStyle/>
          <a:p>
            <a:r>
              <a:rPr lang="zh-CN" altLang="en-US" sz="2000" b="1">
                <a:latin typeface="宋体" panose="02010600030101010101" pitchFamily="2" charset="-122"/>
                <a:ea typeface="宋体" panose="02010600030101010101" pitchFamily="2" charset="-122"/>
              </a:rPr>
              <a:t>用一根带箭头的线段</a:t>
            </a:r>
            <a:r>
              <a:rPr lang="zh-CN" altLang="en-US" sz="2000" b="1">
                <a:solidFill>
                  <a:srgbClr val="00B0F0"/>
                </a:solidFill>
                <a:latin typeface="宋体" panose="02010600030101010101" pitchFamily="2" charset="-122"/>
                <a:ea typeface="宋体" panose="02010600030101010101" pitchFamily="2" charset="-122"/>
              </a:rPr>
              <a:t>（有向线段）</a:t>
            </a:r>
            <a:r>
              <a:rPr lang="zh-CN" altLang="en-US" sz="2000" b="1">
                <a:latin typeface="宋体" panose="02010600030101010101" pitchFamily="2" charset="-122"/>
                <a:ea typeface="宋体" panose="02010600030101010101" pitchFamily="2" charset="-122"/>
              </a:rPr>
              <a:t>来表示</a:t>
            </a:r>
          </a:p>
        </p:txBody>
      </p:sp>
      <p:sp>
        <p:nvSpPr>
          <p:cNvPr id="23556" name="矩形 23555"/>
          <p:cNvSpPr/>
          <p:nvPr>
            <p:custDataLst>
              <p:tags r:id="rId6"/>
            </p:custDataLst>
          </p:nvPr>
        </p:nvSpPr>
        <p:spPr>
          <a:xfrm>
            <a:off x="1464310" y="2463800"/>
            <a:ext cx="1239520" cy="377825"/>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000" b="1">
                <a:latin typeface="宋体" panose="02010600030101010101" pitchFamily="2" charset="-122"/>
              </a:rPr>
              <a:t>力的大小</a:t>
            </a:r>
          </a:p>
        </p:txBody>
      </p:sp>
      <p:sp>
        <p:nvSpPr>
          <p:cNvPr id="23558" name="矩形 23557"/>
          <p:cNvSpPr/>
          <p:nvPr>
            <p:custDataLst>
              <p:tags r:id="rId7"/>
            </p:custDataLst>
          </p:nvPr>
        </p:nvSpPr>
        <p:spPr>
          <a:xfrm>
            <a:off x="1464310" y="2948305"/>
            <a:ext cx="1332865" cy="427990"/>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000" b="1">
                <a:latin typeface="宋体" panose="02010600030101010101" pitchFamily="2" charset="-122"/>
              </a:rPr>
              <a:t>力</a:t>
            </a:r>
            <a:r>
              <a:rPr lang="zh-CN" altLang="en-US" sz="2000" b="1">
                <a:latin typeface="宋体" panose="02010600030101010101" pitchFamily="2" charset="-122"/>
                <a:sym typeface="+mn-ea"/>
              </a:rPr>
              <a:t>的</a:t>
            </a:r>
            <a:r>
              <a:rPr lang="zh-CN" altLang="en-US" sz="2000" b="1">
                <a:latin typeface="宋体" panose="02010600030101010101" pitchFamily="2" charset="-122"/>
              </a:rPr>
              <a:t>方向</a:t>
            </a:r>
          </a:p>
        </p:txBody>
      </p:sp>
      <p:sp>
        <p:nvSpPr>
          <p:cNvPr id="23559" name="右大括号 23558"/>
          <p:cNvSpPr/>
          <p:nvPr>
            <p:custDataLst>
              <p:tags r:id="rId8"/>
            </p:custDataLst>
          </p:nvPr>
        </p:nvSpPr>
        <p:spPr>
          <a:xfrm flipH="1">
            <a:off x="1167130" y="2542540"/>
            <a:ext cx="227330" cy="1240155"/>
          </a:xfrm>
          <a:prstGeom prst="rightBrace">
            <a:avLst>
              <a:gd name="adj1" fmla="val 31985"/>
              <a:gd name="adj2" fmla="val 49987"/>
            </a:avLst>
          </a:prstGeom>
          <a:ln>
            <a:solidFill>
              <a:srgbClr val="FF0000"/>
            </a:solidFill>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a:lstStyle/>
          <a:p>
            <a:endParaRPr lang="zh-CN" altLang="en-US" sz="2000" b="1">
              <a:latin typeface="宋体" panose="02010600030101010101" pitchFamily="2" charset="-122"/>
              <a:ea typeface="宋体" panose="02010600030101010101" pitchFamily="2" charset="-122"/>
            </a:endParaRPr>
          </a:p>
        </p:txBody>
      </p:sp>
      <p:sp>
        <p:nvSpPr>
          <p:cNvPr id="23560" name="直接连接符 23559"/>
          <p:cNvSpPr/>
          <p:nvPr>
            <p:custDataLst>
              <p:tags r:id="rId9"/>
            </p:custDataLst>
          </p:nvPr>
        </p:nvSpPr>
        <p:spPr>
          <a:xfrm rot="-3847068" flipH="1">
            <a:off x="3770242" y="2885205"/>
            <a:ext cx="1669885" cy="1188"/>
          </a:xfrm>
          <a:prstGeom prst="line">
            <a:avLst/>
          </a:prstGeom>
          <a:ln w="63500" cap="flat" cmpd="sng">
            <a:solidFill>
              <a:srgbClr val="00B050"/>
            </a:solidFill>
            <a:prstDash val="solid"/>
            <a:headEnd type="triangle" w="med" len="med"/>
            <a:tailEnd type="oval" w="med" len="med"/>
          </a:ln>
        </p:spPr>
        <p:txBody>
          <a:bodyPr/>
          <a:lstStyle/>
          <a:p/>
        </p:txBody>
      </p:sp>
      <p:sp>
        <p:nvSpPr>
          <p:cNvPr id="23561" name="矩形 23560"/>
          <p:cNvSpPr/>
          <p:nvPr>
            <p:custDataLst>
              <p:tags r:id="rId10"/>
            </p:custDataLst>
          </p:nvPr>
        </p:nvSpPr>
        <p:spPr>
          <a:xfrm>
            <a:off x="4766945" y="2780030"/>
            <a:ext cx="1660525" cy="372110"/>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000" b="1">
                <a:latin typeface="宋体" panose="02010600030101010101" pitchFamily="2" charset="-122"/>
              </a:rPr>
              <a:t>长短（粗略）</a:t>
            </a:r>
          </a:p>
        </p:txBody>
      </p:sp>
      <p:sp>
        <p:nvSpPr>
          <p:cNvPr id="23562" name="矩形 23561"/>
          <p:cNvSpPr/>
          <p:nvPr>
            <p:custDataLst>
              <p:tags r:id="rId11"/>
            </p:custDataLst>
          </p:nvPr>
        </p:nvSpPr>
        <p:spPr>
          <a:xfrm>
            <a:off x="4443730" y="3468370"/>
            <a:ext cx="1872615" cy="429260"/>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000" b="1">
                <a:latin typeface="宋体" panose="02010600030101010101" pitchFamily="2" charset="-122"/>
              </a:rPr>
              <a:t>箭尾（头）点</a:t>
            </a:r>
          </a:p>
        </p:txBody>
      </p:sp>
      <p:sp>
        <p:nvSpPr>
          <p:cNvPr id="23563" name="矩形 23562"/>
          <p:cNvSpPr/>
          <p:nvPr>
            <p:custDataLst>
              <p:tags r:id="rId12"/>
            </p:custDataLst>
          </p:nvPr>
        </p:nvSpPr>
        <p:spPr>
          <a:xfrm>
            <a:off x="5203825" y="2084705"/>
            <a:ext cx="1272540" cy="379095"/>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000" b="1">
                <a:latin typeface="宋体" panose="02010600030101010101" pitchFamily="2" charset="-122"/>
              </a:rPr>
              <a:t>箭头方向</a:t>
            </a:r>
          </a:p>
        </p:txBody>
      </p:sp>
      <p:sp>
        <p:nvSpPr>
          <p:cNvPr id="23564" name="直接连接符 23563"/>
          <p:cNvSpPr/>
          <p:nvPr>
            <p:custDataLst>
              <p:tags r:id="rId13"/>
            </p:custDataLst>
          </p:nvPr>
        </p:nvSpPr>
        <p:spPr>
          <a:xfrm>
            <a:off x="2703924" y="2679559"/>
            <a:ext cx="1831411" cy="268417"/>
          </a:xfrm>
          <a:prstGeom prst="line">
            <a:avLst/>
          </a:prstGeom>
          <a:ln w="12700" cap="flat" cmpd="sng">
            <a:solidFill>
              <a:srgbClr val="FFC000"/>
            </a:solidFill>
            <a:prstDash val="sysDot"/>
            <a:headEnd type="none" w="med" len="med"/>
            <a:tailEnd type="triangle" w="med" len="med"/>
          </a:ln>
        </p:spPr>
        <p:txBody>
          <a:bodyPr/>
          <a:lstStyle/>
          <a:p/>
        </p:txBody>
      </p:sp>
      <p:sp>
        <p:nvSpPr>
          <p:cNvPr id="23565" name="直接连接符 23564"/>
          <p:cNvSpPr/>
          <p:nvPr>
            <p:custDataLst>
              <p:tags r:id="rId14"/>
            </p:custDataLst>
          </p:nvPr>
        </p:nvSpPr>
        <p:spPr>
          <a:xfrm flipV="1">
            <a:off x="2719070" y="2207260"/>
            <a:ext cx="2047240" cy="921385"/>
          </a:xfrm>
          <a:prstGeom prst="line">
            <a:avLst/>
          </a:prstGeom>
          <a:ln w="12700" cmpd="sng">
            <a:solidFill>
              <a:srgbClr val="00B0F0"/>
            </a:solidFill>
            <a:prstDash val="sysDot"/>
            <a:headEnd type="none" w="med" len="med"/>
            <a:tailEnd type="triangle" w="med" len="med"/>
          </a:ln>
        </p:spPr>
        <p:style>
          <a:lnRef idx="2">
            <a:schemeClr val="accent2"/>
          </a:lnRef>
          <a:fillRef idx="0">
            <a:schemeClr val="accent2"/>
          </a:fillRef>
          <a:effectRef idx="1">
            <a:schemeClr val="accent2"/>
          </a:effectRef>
          <a:fontRef idx="minor">
            <a:schemeClr val="tx1"/>
          </a:fontRef>
        </p:style>
        <p:txBody>
          <a:bodyPr/>
          <a:lstStyle/>
          <a:p/>
        </p:txBody>
      </p:sp>
      <p:sp>
        <p:nvSpPr>
          <p:cNvPr id="23566" name="直接连接符 23565"/>
          <p:cNvSpPr/>
          <p:nvPr>
            <p:custDataLst>
              <p:tags r:id="rId15"/>
            </p:custDataLst>
          </p:nvPr>
        </p:nvSpPr>
        <p:spPr>
          <a:xfrm flipV="1">
            <a:off x="2931160" y="3694430"/>
            <a:ext cx="1130935" cy="24765"/>
          </a:xfrm>
          <a:prstGeom prst="line">
            <a:avLst/>
          </a:prstGeom>
          <a:ln w="12700" cap="flat" cmpd="sng">
            <a:solidFill>
              <a:srgbClr val="0000FF"/>
            </a:solidFill>
            <a:prstDash val="sysDot"/>
            <a:headEnd type="none" w="med" len="med"/>
            <a:tailEnd type="triangle" w="med" len="med"/>
          </a:ln>
        </p:spPr>
        <p:txBody>
          <a:bodyPr/>
          <a:lstStyle/>
          <a:p/>
        </p:txBody>
      </p:sp>
      <p:sp>
        <p:nvSpPr>
          <p:cNvPr id="2" name="文本框 1"/>
          <p:cNvSpPr txBox="1"/>
          <p:nvPr>
            <p:custDataLst>
              <p:tags r:id="rId16"/>
            </p:custDataLst>
          </p:nvPr>
        </p:nvSpPr>
        <p:spPr>
          <a:xfrm>
            <a:off x="544830" y="933450"/>
            <a:ext cx="2387600"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lang="zh-CN" altLang="en-US" sz="2000" b="1">
                <a:solidFill>
                  <a:srgbClr val="0000FF"/>
                </a:solidFill>
                <a:latin typeface="宋体" panose="02010600030101010101" pitchFamily="2" charset="-122"/>
                <a:ea typeface="宋体" panose="02010600030101010101" pitchFamily="2" charset="-122"/>
                <a:sym typeface="+mn-ea"/>
              </a:rPr>
              <a:t>方法一：</a:t>
            </a:r>
            <a:r>
              <a:rPr lang="zh-CN" altLang="en-US" sz="2000" b="1">
                <a:latin typeface="宋体" panose="02010600030101010101" pitchFamily="2" charset="-122"/>
                <a:ea typeface="宋体" panose="02010600030101010101" pitchFamily="2" charset="-122"/>
                <a:sym typeface="+mn-ea"/>
              </a:rPr>
              <a:t>力的示意图</a:t>
            </a:r>
            <a:endParaRPr kumimoji="0" lang="zh-CN" altLang="en-US" sz="2000" b="1" i="0" u="none" strike="noStrike" cap="none" spc="0" normalizeH="0" baseline="0">
              <a:ln>
                <a:noFill/>
              </a:ln>
              <a:solidFill>
                <a:srgbClr val="000000"/>
              </a:solidFill>
              <a:effectLst/>
              <a:uFillTx/>
              <a:latin typeface="宋体" panose="02010600030101010101" pitchFamily="2" charset="-122"/>
              <a:ea typeface="宋体" panose="02010600030101010101" pitchFamily="2" charset="-122"/>
              <a:cs typeface="Arial"/>
              <a:sym typeface="+mn-ea"/>
            </a:endParaRPr>
          </a:p>
        </p:txBody>
      </p:sp>
      <p:sp>
        <p:nvSpPr>
          <p:cNvPr id="28" name="圆角矩形 27">
            <a:hlinkClick/>
          </p:cNvPr>
          <p:cNvSpPr/>
          <p:nvPr>
            <p:custDataLst>
              <p:tags r:id="rId17"/>
            </p:custDataLst>
          </p:nvPr>
        </p:nvSpPr>
        <p:spPr>
          <a:xfrm>
            <a:off x="0" y="0"/>
            <a:ext cx="218567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29" name="TextBox 14">
            <a:hlinkClick/>
          </p:cNvPr>
          <p:cNvSpPr txBox="1">
            <a:spLocks noChangeArrowheads="1"/>
          </p:cNvSpPr>
          <p:nvPr>
            <p:custDataLst>
              <p:tags r:id="rId18"/>
            </p:custDataLst>
          </p:nvPr>
        </p:nvSpPr>
        <p:spPr bwMode="auto">
          <a:xfrm>
            <a:off x="38735" y="100330"/>
            <a:ext cx="2415540"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三、力的表示</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19"/>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3" name="文本框 2"/>
          <p:cNvSpPr txBox="1"/>
          <p:nvPr>
            <p:custDataLst>
              <p:tags r:id="rId20"/>
            </p:custDataLst>
          </p:nvPr>
        </p:nvSpPr>
        <p:spPr>
          <a:xfrm flipH="1">
            <a:off x="584835" y="2422525"/>
            <a:ext cx="360680" cy="1475105"/>
          </a:xfrm>
          <a:prstGeom prst="rect">
            <a:avLst/>
          </a:prstGeom>
          <a:solidFill>
            <a:schemeClr val="accent1"/>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lvl="0" algn="ctr">
              <a:buNone/>
            </a:pPr>
            <a:r>
              <a:rPr lang="zh-CN" altLang="en-US" sz="1800" b="1">
                <a:latin typeface="宋体" panose="02010600030101010101" pitchFamily="2" charset="-122"/>
                <a:sym typeface="+mn-ea"/>
              </a:rPr>
              <a:t>力的三要素</a:t>
            </a:r>
            <a:endParaRPr kumimoji="0" lang="zh-CN" altLang="en-US" sz="1800" b="0" i="0" u="none" strike="noStrike" cap="none" spc="0" normalizeH="0" baseline="0">
              <a:ln>
                <a:noFill/>
              </a:ln>
              <a:solidFill>
                <a:srgbClr val="000000"/>
              </a:solidFill>
              <a:effectLst/>
              <a:uFillTx/>
              <a:latin typeface="Arial"/>
              <a:ea typeface="Arial"/>
              <a:cs typeface="Arial"/>
              <a:sym typeface="Arial"/>
            </a:endParaRPr>
          </a:p>
        </p:txBody>
      </p:sp>
      <p:pic>
        <p:nvPicPr>
          <p:cNvPr id="100" name="图片 99"/>
          <p:cNvPicPr/>
          <p:nvPr>
            <p:custDataLst>
              <p:tags r:id="rId22"/>
            </p:custDataLst>
          </p:nvPr>
        </p:nvPicPr>
        <p:blipFill>
          <a:blip r:embed="rId21"/>
          <a:stretch>
            <a:fillRect/>
          </a:stretch>
        </p:blipFill>
        <p:spPr>
          <a:xfrm>
            <a:off x="6681470" y="971550"/>
            <a:ext cx="2145665" cy="3466465"/>
          </a:xfrm>
          <a:prstGeom prst="rect">
            <a:avLst/>
          </a:prstGeom>
          <a:noFill/>
          <a:ln w="9525">
            <a:noFill/>
          </a:ln>
        </p:spPr>
      </p:pic>
      <p:grpSp>
        <p:nvGrpSpPr>
          <p:cNvPr id="136220" name="Group 28"/>
          <p:cNvGrpSpPr/>
          <p:nvPr>
            <p:custDataLst>
              <p:tags r:id="rId23"/>
            </p:custDataLst>
          </p:nvPr>
        </p:nvGrpSpPr>
        <p:grpSpPr>
          <a:xfrm>
            <a:off x="2037399" y="4676250"/>
            <a:ext cx="2859087" cy="186789"/>
            <a:chOff x="3030" y="2265"/>
            <a:chExt cx="3164" cy="210"/>
          </a:xfrm>
        </p:grpSpPr>
        <p:sp>
          <p:nvSpPr>
            <p:cNvPr id="136221" name="Line 29"/>
            <p:cNvSpPr>
              <a:spLocks noChangeShapeType="1"/>
            </p:cNvSpPr>
            <p:nvPr>
              <p:custDataLst>
                <p:tags r:id="rId24"/>
              </p:custDataLst>
            </p:nvPr>
          </p:nvSpPr>
          <p:spPr bwMode="auto">
            <a:xfrm>
              <a:off x="3030" y="2265"/>
              <a:ext cx="3164"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350"/>
            </a:p>
          </p:txBody>
        </p:sp>
        <p:sp>
          <p:nvSpPr>
            <p:cNvPr id="136222" name="Rectangle 30" descr="浅色上对角线"/>
            <p:cNvSpPr>
              <a:spLocks noChangeArrowheads="1"/>
            </p:cNvSpPr>
            <p:nvPr>
              <p:custDataLst>
                <p:tags r:id="rId25"/>
              </p:custDataLst>
            </p:nvPr>
          </p:nvSpPr>
          <p:spPr bwMode="auto">
            <a:xfrm>
              <a:off x="3030" y="2280"/>
              <a:ext cx="3164" cy="195"/>
            </a:xfrm>
            <a:prstGeom prst="rect">
              <a:avLst/>
            </a:prstGeom>
            <a:pattFill prst="ltUpDiag">
              <a:fgClr>
                <a:srgbClr val="000000"/>
              </a:fgClr>
              <a:bgClr>
                <a:srgbClr val="FFFFFF"/>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350">
                <a:solidFill>
                  <a:schemeClr val="tx1"/>
                </a:solidFill>
              </a:endParaRPr>
            </a:p>
          </p:txBody>
        </p:sp>
      </p:grpSp>
      <p:sp>
        <p:nvSpPr>
          <p:cNvPr id="136223" name="Rectangle 31"/>
          <p:cNvSpPr>
            <a:spLocks noChangeArrowheads="1"/>
          </p:cNvSpPr>
          <p:nvPr>
            <p:custDataLst>
              <p:tags r:id="rId26"/>
            </p:custDataLst>
          </p:nvPr>
        </p:nvSpPr>
        <p:spPr bwMode="auto">
          <a:xfrm>
            <a:off x="2885123" y="4117924"/>
            <a:ext cx="839787" cy="534436"/>
          </a:xfrm>
          <a:prstGeom prst="rect">
            <a:avLst/>
          </a:prstGeom>
          <a:blipFill>
            <a:blip r:embed="rId27"/>
            <a:stretch>
              <a:fillRect/>
            </a:stretch>
          </a:blipFill>
          <a:ln w="9525">
            <a:solidFill>
              <a:srgbClr val="000000"/>
            </a:solidFill>
            <a:miter lim="800000"/>
          </a:ln>
        </p:spPr>
        <p:txBody>
          <a:bodyPr lIns="81629" tIns="40814" rIns="81629" bIns="40814"/>
          <a:lstStyle/>
          <a:p>
            <a:endParaRPr lang="zh-CN" altLang="en-US" sz="1350">
              <a:solidFill>
                <a:schemeClr val="tx1"/>
              </a:solidFill>
            </a:endParaRPr>
          </a:p>
        </p:txBody>
      </p:sp>
      <p:grpSp>
        <p:nvGrpSpPr>
          <p:cNvPr id="136224" name="Group 32"/>
          <p:cNvGrpSpPr/>
          <p:nvPr>
            <p:custDataLst>
              <p:tags r:id="rId28"/>
            </p:custDataLst>
          </p:nvPr>
        </p:nvGrpSpPr>
        <p:grpSpPr>
          <a:xfrm>
            <a:off x="2043748" y="4096498"/>
            <a:ext cx="863600" cy="574906"/>
            <a:chOff x="2800" y="2440"/>
            <a:chExt cx="1426" cy="1519"/>
          </a:xfrm>
        </p:grpSpPr>
        <p:sp>
          <p:nvSpPr>
            <p:cNvPr id="136225" name="Freeform 33"/>
            <p:cNvSpPr>
              <a:spLocks noChangeAspect="1"/>
            </p:cNvSpPr>
            <p:nvPr>
              <p:custDataLst>
                <p:tags r:id="rId29"/>
              </p:custDataLst>
            </p:nvPr>
          </p:nvSpPr>
          <p:spPr bwMode="auto">
            <a:xfrm>
              <a:off x="3667" y="2440"/>
              <a:ext cx="257" cy="278"/>
            </a:xfrm>
            <a:custGeom>
              <a:gdLst>
                <a:gd name="T0" fmla="*/ 409 w 514"/>
                <a:gd name="T1" fmla="*/ 383 h 555"/>
                <a:gd name="T2" fmla="*/ 456 w 514"/>
                <a:gd name="T3" fmla="*/ 297 h 555"/>
                <a:gd name="T4" fmla="*/ 478 w 514"/>
                <a:gd name="T5" fmla="*/ 216 h 555"/>
                <a:gd name="T6" fmla="*/ 471 w 514"/>
                <a:gd name="T7" fmla="*/ 122 h 555"/>
                <a:gd name="T8" fmla="*/ 412 w 514"/>
                <a:gd name="T9" fmla="*/ 36 h 555"/>
                <a:gd name="T10" fmla="*/ 343 w 514"/>
                <a:gd name="T11" fmla="*/ 0 h 555"/>
                <a:gd name="T12" fmla="*/ 238 w 514"/>
                <a:gd name="T13" fmla="*/ 15 h 555"/>
                <a:gd name="T14" fmla="*/ 112 w 514"/>
                <a:gd name="T15" fmla="*/ 86 h 555"/>
                <a:gd name="T16" fmla="*/ 43 w 514"/>
                <a:gd name="T17" fmla="*/ 172 h 555"/>
                <a:gd name="T18" fmla="*/ 0 w 514"/>
                <a:gd name="T19" fmla="*/ 336 h 555"/>
                <a:gd name="T20" fmla="*/ 7 w 514"/>
                <a:gd name="T21" fmla="*/ 442 h 555"/>
                <a:gd name="T22" fmla="*/ 50 w 514"/>
                <a:gd name="T23" fmla="*/ 527 h 555"/>
                <a:gd name="T24" fmla="*/ 112 w 514"/>
                <a:gd name="T25" fmla="*/ 547 h 555"/>
                <a:gd name="T26" fmla="*/ 195 w 514"/>
                <a:gd name="T27" fmla="*/ 547 h 555"/>
                <a:gd name="T28" fmla="*/ 285 w 514"/>
                <a:gd name="T29" fmla="*/ 504 h 555"/>
                <a:gd name="T30" fmla="*/ 323 w 514"/>
                <a:gd name="T31" fmla="*/ 484 h 555"/>
                <a:gd name="T32" fmla="*/ 350 w 514"/>
                <a:gd name="T33" fmla="*/ 450 h 555"/>
                <a:gd name="T34" fmla="*/ 478 w 514"/>
                <a:gd name="T35" fmla="*/ 555 h 555"/>
                <a:gd name="T36" fmla="*/ 514 w 514"/>
                <a:gd name="T37" fmla="*/ 547 h 555"/>
                <a:gd name="T38" fmla="*/ 499 w 514"/>
                <a:gd name="T39" fmla="*/ 512 h 555"/>
                <a:gd name="T40" fmla="*/ 409 w 514"/>
                <a:gd name="T41" fmla="*/ 383 h 55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14" h="555">
                  <a:moveTo>
                    <a:pt x="409" y="383"/>
                  </a:moveTo>
                  <a:lnTo>
                    <a:pt x="456" y="297"/>
                  </a:lnTo>
                  <a:lnTo>
                    <a:pt x="478" y="216"/>
                  </a:lnTo>
                  <a:lnTo>
                    <a:pt x="471" y="122"/>
                  </a:lnTo>
                  <a:lnTo>
                    <a:pt x="412" y="36"/>
                  </a:lnTo>
                  <a:lnTo>
                    <a:pt x="343" y="0"/>
                  </a:lnTo>
                  <a:lnTo>
                    <a:pt x="238" y="15"/>
                  </a:lnTo>
                  <a:lnTo>
                    <a:pt x="112" y="86"/>
                  </a:lnTo>
                  <a:lnTo>
                    <a:pt x="43" y="172"/>
                  </a:lnTo>
                  <a:lnTo>
                    <a:pt x="0" y="336"/>
                  </a:lnTo>
                  <a:lnTo>
                    <a:pt x="7" y="442"/>
                  </a:lnTo>
                  <a:lnTo>
                    <a:pt x="50" y="527"/>
                  </a:lnTo>
                  <a:lnTo>
                    <a:pt x="112" y="547"/>
                  </a:lnTo>
                  <a:lnTo>
                    <a:pt x="195" y="547"/>
                  </a:lnTo>
                  <a:lnTo>
                    <a:pt x="285" y="504"/>
                  </a:lnTo>
                  <a:lnTo>
                    <a:pt x="323" y="484"/>
                  </a:lnTo>
                  <a:lnTo>
                    <a:pt x="350" y="450"/>
                  </a:lnTo>
                  <a:lnTo>
                    <a:pt x="478" y="555"/>
                  </a:lnTo>
                  <a:lnTo>
                    <a:pt x="514" y="547"/>
                  </a:lnTo>
                  <a:lnTo>
                    <a:pt x="499" y="512"/>
                  </a:lnTo>
                  <a:lnTo>
                    <a:pt x="409" y="383"/>
                  </a:lnTo>
                  <a:close/>
                </a:path>
              </a:pathLst>
            </a:custGeom>
            <a:solidFill>
              <a:srgbClr val="FF0000"/>
            </a:solidFill>
            <a:ln w="9525">
              <a:solidFill>
                <a:srgbClr val="00B0F0"/>
              </a:solidFill>
              <a:round/>
            </a:ln>
          </p:spPr>
          <p:txBody>
            <a:bodyPr/>
            <a:lstStyle/>
            <a:p>
              <a:endParaRPr lang="zh-CN" altLang="en-US" sz="1350">
                <a:solidFill>
                  <a:schemeClr val="tx1"/>
                </a:solidFill>
              </a:endParaRPr>
            </a:p>
          </p:txBody>
        </p:sp>
        <p:sp>
          <p:nvSpPr>
            <p:cNvPr id="136226" name="Freeform 34"/>
            <p:cNvSpPr>
              <a:spLocks noChangeAspect="1"/>
            </p:cNvSpPr>
            <p:nvPr>
              <p:custDataLst>
                <p:tags r:id="rId30"/>
              </p:custDataLst>
            </p:nvPr>
          </p:nvSpPr>
          <p:spPr bwMode="auto">
            <a:xfrm>
              <a:off x="3309" y="2695"/>
              <a:ext cx="392" cy="587"/>
            </a:xfrm>
            <a:custGeom>
              <a:gdLst>
                <a:gd name="T0" fmla="*/ 405 w 784"/>
                <a:gd name="T1" fmla="*/ 347 h 1174"/>
                <a:gd name="T2" fmla="*/ 422 w 784"/>
                <a:gd name="T3" fmla="*/ 214 h 1174"/>
                <a:gd name="T4" fmla="*/ 441 w 784"/>
                <a:gd name="T5" fmla="*/ 51 h 1174"/>
                <a:gd name="T6" fmla="*/ 515 w 784"/>
                <a:gd name="T7" fmla="*/ 0 h 1174"/>
                <a:gd name="T8" fmla="*/ 592 w 784"/>
                <a:gd name="T9" fmla="*/ 0 h 1174"/>
                <a:gd name="T10" fmla="*/ 682 w 784"/>
                <a:gd name="T11" fmla="*/ 70 h 1174"/>
                <a:gd name="T12" fmla="*/ 748 w 784"/>
                <a:gd name="T13" fmla="*/ 235 h 1174"/>
                <a:gd name="T14" fmla="*/ 784 w 784"/>
                <a:gd name="T15" fmla="*/ 456 h 1174"/>
                <a:gd name="T16" fmla="*/ 748 w 784"/>
                <a:gd name="T17" fmla="*/ 706 h 1174"/>
                <a:gd name="T18" fmla="*/ 682 w 784"/>
                <a:gd name="T19" fmla="*/ 855 h 1174"/>
                <a:gd name="T20" fmla="*/ 557 w 784"/>
                <a:gd name="T21" fmla="*/ 1026 h 1174"/>
                <a:gd name="T22" fmla="*/ 422 w 784"/>
                <a:gd name="T23" fmla="*/ 1131 h 1174"/>
                <a:gd name="T24" fmla="*/ 257 w 784"/>
                <a:gd name="T25" fmla="*/ 1174 h 1174"/>
                <a:gd name="T26" fmla="*/ 121 w 784"/>
                <a:gd name="T27" fmla="*/ 1139 h 1174"/>
                <a:gd name="T28" fmla="*/ 35 w 784"/>
                <a:gd name="T29" fmla="*/ 1073 h 1174"/>
                <a:gd name="T30" fmla="*/ 0 w 784"/>
                <a:gd name="T31" fmla="*/ 968 h 1174"/>
                <a:gd name="T32" fmla="*/ 19 w 784"/>
                <a:gd name="T33" fmla="*/ 874 h 1174"/>
                <a:gd name="T34" fmla="*/ 62 w 784"/>
                <a:gd name="T35" fmla="*/ 788 h 1174"/>
                <a:gd name="T36" fmla="*/ 129 w 784"/>
                <a:gd name="T37" fmla="*/ 749 h 1174"/>
                <a:gd name="T38" fmla="*/ 226 w 784"/>
                <a:gd name="T39" fmla="*/ 726 h 1174"/>
                <a:gd name="T40" fmla="*/ 311 w 784"/>
                <a:gd name="T41" fmla="*/ 664 h 1174"/>
                <a:gd name="T42" fmla="*/ 378 w 784"/>
                <a:gd name="T43" fmla="*/ 535 h 1174"/>
                <a:gd name="T44" fmla="*/ 405 w 784"/>
                <a:gd name="T45" fmla="*/ 347 h 117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84" h="1174">
                  <a:moveTo>
                    <a:pt x="405" y="347"/>
                  </a:moveTo>
                  <a:lnTo>
                    <a:pt x="422" y="214"/>
                  </a:lnTo>
                  <a:lnTo>
                    <a:pt x="441" y="51"/>
                  </a:lnTo>
                  <a:lnTo>
                    <a:pt x="515" y="0"/>
                  </a:lnTo>
                  <a:lnTo>
                    <a:pt x="592" y="0"/>
                  </a:lnTo>
                  <a:lnTo>
                    <a:pt x="682" y="70"/>
                  </a:lnTo>
                  <a:lnTo>
                    <a:pt x="748" y="235"/>
                  </a:lnTo>
                  <a:lnTo>
                    <a:pt x="784" y="456"/>
                  </a:lnTo>
                  <a:lnTo>
                    <a:pt x="748" y="706"/>
                  </a:lnTo>
                  <a:lnTo>
                    <a:pt x="682" y="855"/>
                  </a:lnTo>
                  <a:lnTo>
                    <a:pt x="557" y="1026"/>
                  </a:lnTo>
                  <a:lnTo>
                    <a:pt x="422" y="1131"/>
                  </a:lnTo>
                  <a:lnTo>
                    <a:pt x="257" y="1174"/>
                  </a:lnTo>
                  <a:lnTo>
                    <a:pt x="121" y="1139"/>
                  </a:lnTo>
                  <a:lnTo>
                    <a:pt x="35" y="1073"/>
                  </a:lnTo>
                  <a:lnTo>
                    <a:pt x="0" y="968"/>
                  </a:lnTo>
                  <a:lnTo>
                    <a:pt x="19" y="874"/>
                  </a:lnTo>
                  <a:lnTo>
                    <a:pt x="62" y="788"/>
                  </a:lnTo>
                  <a:lnTo>
                    <a:pt x="129" y="749"/>
                  </a:lnTo>
                  <a:lnTo>
                    <a:pt x="226" y="726"/>
                  </a:lnTo>
                  <a:lnTo>
                    <a:pt x="311" y="664"/>
                  </a:lnTo>
                  <a:lnTo>
                    <a:pt x="378" y="535"/>
                  </a:lnTo>
                  <a:lnTo>
                    <a:pt x="405" y="347"/>
                  </a:lnTo>
                  <a:close/>
                </a:path>
              </a:pathLst>
            </a:custGeom>
            <a:solidFill>
              <a:srgbClr val="FF0000"/>
            </a:solidFill>
            <a:ln w="9525">
              <a:solidFill>
                <a:srgbClr val="00B0F0"/>
              </a:solidFill>
              <a:round/>
            </a:ln>
          </p:spPr>
          <p:txBody>
            <a:bodyPr/>
            <a:lstStyle/>
            <a:p>
              <a:endParaRPr lang="zh-CN" altLang="en-US" sz="1350">
                <a:solidFill>
                  <a:schemeClr val="tx1"/>
                </a:solidFill>
              </a:endParaRPr>
            </a:p>
          </p:txBody>
        </p:sp>
        <p:sp>
          <p:nvSpPr>
            <p:cNvPr id="136227" name="Freeform 35"/>
            <p:cNvSpPr>
              <a:spLocks noChangeAspect="1"/>
            </p:cNvSpPr>
            <p:nvPr>
              <p:custDataLst>
                <p:tags r:id="rId31"/>
              </p:custDataLst>
            </p:nvPr>
          </p:nvSpPr>
          <p:spPr bwMode="auto">
            <a:xfrm>
              <a:off x="3218" y="3151"/>
              <a:ext cx="504" cy="808"/>
            </a:xfrm>
            <a:custGeom>
              <a:gdLst>
                <a:gd name="T0" fmla="*/ 326 w 1007"/>
                <a:gd name="T1" fmla="*/ 52 h 1615"/>
                <a:gd name="T2" fmla="*/ 369 w 1007"/>
                <a:gd name="T3" fmla="*/ 0 h 1615"/>
                <a:gd name="T4" fmla="*/ 456 w 1007"/>
                <a:gd name="T5" fmla="*/ 0 h 1615"/>
                <a:gd name="T6" fmla="*/ 499 w 1007"/>
                <a:gd name="T7" fmla="*/ 71 h 1615"/>
                <a:gd name="T8" fmla="*/ 577 w 1007"/>
                <a:gd name="T9" fmla="*/ 242 h 1615"/>
                <a:gd name="T10" fmla="*/ 686 w 1007"/>
                <a:gd name="T11" fmla="*/ 430 h 1615"/>
                <a:gd name="T12" fmla="*/ 857 w 1007"/>
                <a:gd name="T13" fmla="*/ 578 h 1615"/>
                <a:gd name="T14" fmla="*/ 990 w 1007"/>
                <a:gd name="T15" fmla="*/ 688 h 1615"/>
                <a:gd name="T16" fmla="*/ 1007 w 1007"/>
                <a:gd name="T17" fmla="*/ 739 h 1615"/>
                <a:gd name="T18" fmla="*/ 1007 w 1007"/>
                <a:gd name="T19" fmla="*/ 793 h 1615"/>
                <a:gd name="T20" fmla="*/ 819 w 1007"/>
                <a:gd name="T21" fmla="*/ 953 h 1615"/>
                <a:gd name="T22" fmla="*/ 608 w 1007"/>
                <a:gd name="T23" fmla="*/ 1116 h 1615"/>
                <a:gd name="T24" fmla="*/ 448 w 1007"/>
                <a:gd name="T25" fmla="*/ 1187 h 1615"/>
                <a:gd name="T26" fmla="*/ 276 w 1007"/>
                <a:gd name="T27" fmla="*/ 1202 h 1615"/>
                <a:gd name="T28" fmla="*/ 190 w 1007"/>
                <a:gd name="T29" fmla="*/ 1210 h 1615"/>
                <a:gd name="T30" fmla="*/ 148 w 1007"/>
                <a:gd name="T31" fmla="*/ 1296 h 1615"/>
                <a:gd name="T32" fmla="*/ 112 w 1007"/>
                <a:gd name="T33" fmla="*/ 1393 h 1615"/>
                <a:gd name="T34" fmla="*/ 135 w 1007"/>
                <a:gd name="T35" fmla="*/ 1502 h 1615"/>
                <a:gd name="T36" fmla="*/ 190 w 1007"/>
                <a:gd name="T37" fmla="*/ 1523 h 1615"/>
                <a:gd name="T38" fmla="*/ 190 w 1007"/>
                <a:gd name="T39" fmla="*/ 1564 h 1615"/>
                <a:gd name="T40" fmla="*/ 62 w 1007"/>
                <a:gd name="T41" fmla="*/ 1615 h 1615"/>
                <a:gd name="T42" fmla="*/ 19 w 1007"/>
                <a:gd name="T43" fmla="*/ 1553 h 1615"/>
                <a:gd name="T44" fmla="*/ 0 w 1007"/>
                <a:gd name="T45" fmla="*/ 1444 h 1615"/>
                <a:gd name="T46" fmla="*/ 41 w 1007"/>
                <a:gd name="T47" fmla="*/ 1315 h 1615"/>
                <a:gd name="T48" fmla="*/ 105 w 1007"/>
                <a:gd name="T49" fmla="*/ 1202 h 1615"/>
                <a:gd name="T50" fmla="*/ 190 w 1007"/>
                <a:gd name="T51" fmla="*/ 1101 h 1615"/>
                <a:gd name="T52" fmla="*/ 276 w 1007"/>
                <a:gd name="T53" fmla="*/ 1073 h 1615"/>
                <a:gd name="T54" fmla="*/ 362 w 1007"/>
                <a:gd name="T55" fmla="*/ 1116 h 1615"/>
                <a:gd name="T56" fmla="*/ 514 w 1007"/>
                <a:gd name="T57" fmla="*/ 1050 h 1615"/>
                <a:gd name="T58" fmla="*/ 643 w 1007"/>
                <a:gd name="T59" fmla="*/ 945 h 1615"/>
                <a:gd name="T60" fmla="*/ 791 w 1007"/>
                <a:gd name="T61" fmla="*/ 816 h 1615"/>
                <a:gd name="T62" fmla="*/ 842 w 1007"/>
                <a:gd name="T63" fmla="*/ 758 h 1615"/>
                <a:gd name="T64" fmla="*/ 834 w 1007"/>
                <a:gd name="T65" fmla="*/ 707 h 1615"/>
                <a:gd name="T66" fmla="*/ 662 w 1007"/>
                <a:gd name="T67" fmla="*/ 610 h 1615"/>
                <a:gd name="T68" fmla="*/ 514 w 1007"/>
                <a:gd name="T69" fmla="*/ 480 h 1615"/>
                <a:gd name="T70" fmla="*/ 343 w 1007"/>
                <a:gd name="T71" fmla="*/ 309 h 1615"/>
                <a:gd name="T72" fmla="*/ 283 w 1007"/>
                <a:gd name="T73" fmla="*/ 157 h 1615"/>
                <a:gd name="T74" fmla="*/ 326 w 1007"/>
                <a:gd name="T75" fmla="*/ 52 h 161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04" h="1615">
                  <a:moveTo>
                    <a:pt x="326" y="52"/>
                  </a:moveTo>
                  <a:lnTo>
                    <a:pt x="369" y="0"/>
                  </a:lnTo>
                  <a:lnTo>
                    <a:pt x="456" y="0"/>
                  </a:lnTo>
                  <a:lnTo>
                    <a:pt x="499" y="71"/>
                  </a:lnTo>
                  <a:lnTo>
                    <a:pt x="577" y="242"/>
                  </a:lnTo>
                  <a:lnTo>
                    <a:pt x="686" y="430"/>
                  </a:lnTo>
                  <a:lnTo>
                    <a:pt x="857" y="578"/>
                  </a:lnTo>
                  <a:lnTo>
                    <a:pt x="990" y="688"/>
                  </a:lnTo>
                  <a:lnTo>
                    <a:pt x="1007" y="739"/>
                  </a:lnTo>
                  <a:lnTo>
                    <a:pt x="1007" y="793"/>
                  </a:lnTo>
                  <a:lnTo>
                    <a:pt x="819" y="953"/>
                  </a:lnTo>
                  <a:lnTo>
                    <a:pt x="608" y="1116"/>
                  </a:lnTo>
                  <a:lnTo>
                    <a:pt x="448" y="1187"/>
                  </a:lnTo>
                  <a:lnTo>
                    <a:pt x="276" y="1202"/>
                  </a:lnTo>
                  <a:lnTo>
                    <a:pt x="190" y="1210"/>
                  </a:lnTo>
                  <a:lnTo>
                    <a:pt x="148" y="1296"/>
                  </a:lnTo>
                  <a:lnTo>
                    <a:pt x="112" y="1393"/>
                  </a:lnTo>
                  <a:lnTo>
                    <a:pt x="135" y="1502"/>
                  </a:lnTo>
                  <a:lnTo>
                    <a:pt x="190" y="1523"/>
                  </a:lnTo>
                  <a:lnTo>
                    <a:pt x="190" y="1564"/>
                  </a:lnTo>
                  <a:lnTo>
                    <a:pt x="62" y="1615"/>
                  </a:lnTo>
                  <a:lnTo>
                    <a:pt x="19" y="1553"/>
                  </a:lnTo>
                  <a:lnTo>
                    <a:pt x="0" y="1444"/>
                  </a:lnTo>
                  <a:lnTo>
                    <a:pt x="41" y="1315"/>
                  </a:lnTo>
                  <a:lnTo>
                    <a:pt x="105" y="1202"/>
                  </a:lnTo>
                  <a:lnTo>
                    <a:pt x="190" y="1101"/>
                  </a:lnTo>
                  <a:lnTo>
                    <a:pt x="276" y="1073"/>
                  </a:lnTo>
                  <a:lnTo>
                    <a:pt x="362" y="1116"/>
                  </a:lnTo>
                  <a:lnTo>
                    <a:pt x="514" y="1050"/>
                  </a:lnTo>
                  <a:lnTo>
                    <a:pt x="643" y="945"/>
                  </a:lnTo>
                  <a:lnTo>
                    <a:pt x="791" y="816"/>
                  </a:lnTo>
                  <a:lnTo>
                    <a:pt x="842" y="758"/>
                  </a:lnTo>
                  <a:lnTo>
                    <a:pt x="834" y="707"/>
                  </a:lnTo>
                  <a:lnTo>
                    <a:pt x="662" y="610"/>
                  </a:lnTo>
                  <a:lnTo>
                    <a:pt x="514" y="480"/>
                  </a:lnTo>
                  <a:lnTo>
                    <a:pt x="343" y="309"/>
                  </a:lnTo>
                  <a:lnTo>
                    <a:pt x="283" y="157"/>
                  </a:lnTo>
                  <a:lnTo>
                    <a:pt x="326" y="52"/>
                  </a:lnTo>
                  <a:close/>
                </a:path>
              </a:pathLst>
            </a:custGeom>
            <a:solidFill>
              <a:srgbClr val="FF0000"/>
            </a:solidFill>
            <a:ln w="9525">
              <a:solidFill>
                <a:srgbClr val="00B0F0"/>
              </a:solidFill>
              <a:round/>
            </a:ln>
          </p:spPr>
          <p:txBody>
            <a:bodyPr/>
            <a:lstStyle/>
            <a:p>
              <a:endParaRPr lang="zh-CN" altLang="en-US" sz="1350">
                <a:solidFill>
                  <a:schemeClr val="tx1"/>
                </a:solidFill>
              </a:endParaRPr>
            </a:p>
          </p:txBody>
        </p:sp>
        <p:sp>
          <p:nvSpPr>
            <p:cNvPr id="136228" name="Freeform 36"/>
            <p:cNvSpPr>
              <a:spLocks noChangeAspect="1"/>
            </p:cNvSpPr>
            <p:nvPr>
              <p:custDataLst>
                <p:tags r:id="rId32"/>
              </p:custDataLst>
            </p:nvPr>
          </p:nvSpPr>
          <p:spPr bwMode="auto">
            <a:xfrm>
              <a:off x="2800" y="3153"/>
              <a:ext cx="663" cy="744"/>
            </a:xfrm>
            <a:custGeom>
              <a:gdLst>
                <a:gd name="T0" fmla="*/ 905 w 1326"/>
                <a:gd name="T1" fmla="*/ 370 h 1487"/>
                <a:gd name="T2" fmla="*/ 1057 w 1326"/>
                <a:gd name="T3" fmla="*/ 113 h 1487"/>
                <a:gd name="T4" fmla="*/ 1183 w 1326"/>
                <a:gd name="T5" fmla="*/ 0 h 1487"/>
                <a:gd name="T6" fmla="*/ 1292 w 1326"/>
                <a:gd name="T7" fmla="*/ 19 h 1487"/>
                <a:gd name="T8" fmla="*/ 1326 w 1326"/>
                <a:gd name="T9" fmla="*/ 136 h 1487"/>
                <a:gd name="T10" fmla="*/ 1162 w 1326"/>
                <a:gd name="T11" fmla="*/ 394 h 1487"/>
                <a:gd name="T12" fmla="*/ 971 w 1326"/>
                <a:gd name="T13" fmla="*/ 651 h 1487"/>
                <a:gd name="T14" fmla="*/ 769 w 1326"/>
                <a:gd name="T15" fmla="*/ 878 h 1487"/>
                <a:gd name="T16" fmla="*/ 577 w 1326"/>
                <a:gd name="T17" fmla="*/ 1015 h 1487"/>
                <a:gd name="T18" fmla="*/ 449 w 1326"/>
                <a:gd name="T19" fmla="*/ 1116 h 1487"/>
                <a:gd name="T20" fmla="*/ 328 w 1326"/>
                <a:gd name="T21" fmla="*/ 1116 h 1487"/>
                <a:gd name="T22" fmla="*/ 277 w 1326"/>
                <a:gd name="T23" fmla="*/ 1099 h 1487"/>
                <a:gd name="T24" fmla="*/ 277 w 1326"/>
                <a:gd name="T25" fmla="*/ 1221 h 1487"/>
                <a:gd name="T26" fmla="*/ 172 w 1326"/>
                <a:gd name="T27" fmla="*/ 1358 h 1487"/>
                <a:gd name="T28" fmla="*/ 86 w 1326"/>
                <a:gd name="T29" fmla="*/ 1401 h 1487"/>
                <a:gd name="T30" fmla="*/ 93 w 1326"/>
                <a:gd name="T31" fmla="*/ 1478 h 1487"/>
                <a:gd name="T32" fmla="*/ 9 w 1326"/>
                <a:gd name="T33" fmla="*/ 1487 h 1487"/>
                <a:gd name="T34" fmla="*/ 0 w 1326"/>
                <a:gd name="T35" fmla="*/ 1373 h 1487"/>
                <a:gd name="T36" fmla="*/ 71 w 1326"/>
                <a:gd name="T37" fmla="*/ 1287 h 1487"/>
                <a:gd name="T38" fmla="*/ 172 w 1326"/>
                <a:gd name="T39" fmla="*/ 1210 h 1487"/>
                <a:gd name="T40" fmla="*/ 215 w 1326"/>
                <a:gd name="T41" fmla="*/ 1123 h 1487"/>
                <a:gd name="T42" fmla="*/ 223 w 1326"/>
                <a:gd name="T43" fmla="*/ 1015 h 1487"/>
                <a:gd name="T44" fmla="*/ 215 w 1326"/>
                <a:gd name="T45" fmla="*/ 987 h 1487"/>
                <a:gd name="T46" fmla="*/ 266 w 1326"/>
                <a:gd name="T47" fmla="*/ 951 h 1487"/>
                <a:gd name="T48" fmla="*/ 309 w 1326"/>
                <a:gd name="T49" fmla="*/ 951 h 1487"/>
                <a:gd name="T50" fmla="*/ 343 w 1326"/>
                <a:gd name="T51" fmla="*/ 1015 h 1487"/>
                <a:gd name="T52" fmla="*/ 406 w 1326"/>
                <a:gd name="T53" fmla="*/ 1037 h 1487"/>
                <a:gd name="T54" fmla="*/ 472 w 1326"/>
                <a:gd name="T55" fmla="*/ 1015 h 1487"/>
                <a:gd name="T56" fmla="*/ 558 w 1326"/>
                <a:gd name="T57" fmla="*/ 928 h 1487"/>
                <a:gd name="T58" fmla="*/ 691 w 1326"/>
                <a:gd name="T59" fmla="*/ 792 h 1487"/>
                <a:gd name="T60" fmla="*/ 800 w 1326"/>
                <a:gd name="T61" fmla="*/ 628 h 1487"/>
                <a:gd name="T62" fmla="*/ 862 w 1326"/>
                <a:gd name="T63" fmla="*/ 492 h 1487"/>
                <a:gd name="T64" fmla="*/ 905 w 1326"/>
                <a:gd name="T65" fmla="*/ 370 h 148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26" h="1487">
                  <a:moveTo>
                    <a:pt x="905" y="370"/>
                  </a:moveTo>
                  <a:lnTo>
                    <a:pt x="1057" y="113"/>
                  </a:lnTo>
                  <a:lnTo>
                    <a:pt x="1183" y="0"/>
                  </a:lnTo>
                  <a:lnTo>
                    <a:pt x="1292" y="19"/>
                  </a:lnTo>
                  <a:lnTo>
                    <a:pt x="1326" y="136"/>
                  </a:lnTo>
                  <a:lnTo>
                    <a:pt x="1162" y="394"/>
                  </a:lnTo>
                  <a:lnTo>
                    <a:pt x="971" y="651"/>
                  </a:lnTo>
                  <a:lnTo>
                    <a:pt x="769" y="878"/>
                  </a:lnTo>
                  <a:lnTo>
                    <a:pt x="577" y="1015"/>
                  </a:lnTo>
                  <a:lnTo>
                    <a:pt x="449" y="1116"/>
                  </a:lnTo>
                  <a:lnTo>
                    <a:pt x="328" y="1116"/>
                  </a:lnTo>
                  <a:lnTo>
                    <a:pt x="277" y="1099"/>
                  </a:lnTo>
                  <a:lnTo>
                    <a:pt x="277" y="1221"/>
                  </a:lnTo>
                  <a:lnTo>
                    <a:pt x="172" y="1358"/>
                  </a:lnTo>
                  <a:lnTo>
                    <a:pt x="86" y="1401"/>
                  </a:lnTo>
                  <a:lnTo>
                    <a:pt x="93" y="1478"/>
                  </a:lnTo>
                  <a:lnTo>
                    <a:pt x="9" y="1487"/>
                  </a:lnTo>
                  <a:lnTo>
                    <a:pt x="0" y="1373"/>
                  </a:lnTo>
                  <a:lnTo>
                    <a:pt x="71" y="1287"/>
                  </a:lnTo>
                  <a:lnTo>
                    <a:pt x="172" y="1210"/>
                  </a:lnTo>
                  <a:lnTo>
                    <a:pt x="215" y="1123"/>
                  </a:lnTo>
                  <a:lnTo>
                    <a:pt x="223" y="1015"/>
                  </a:lnTo>
                  <a:lnTo>
                    <a:pt x="215" y="987"/>
                  </a:lnTo>
                  <a:lnTo>
                    <a:pt x="266" y="951"/>
                  </a:lnTo>
                  <a:lnTo>
                    <a:pt x="309" y="951"/>
                  </a:lnTo>
                  <a:lnTo>
                    <a:pt x="343" y="1015"/>
                  </a:lnTo>
                  <a:lnTo>
                    <a:pt x="406" y="1037"/>
                  </a:lnTo>
                  <a:lnTo>
                    <a:pt x="472" y="1015"/>
                  </a:lnTo>
                  <a:lnTo>
                    <a:pt x="558" y="928"/>
                  </a:lnTo>
                  <a:lnTo>
                    <a:pt x="691" y="792"/>
                  </a:lnTo>
                  <a:lnTo>
                    <a:pt x="800" y="628"/>
                  </a:lnTo>
                  <a:lnTo>
                    <a:pt x="862" y="492"/>
                  </a:lnTo>
                  <a:lnTo>
                    <a:pt x="905" y="370"/>
                  </a:lnTo>
                  <a:close/>
                </a:path>
              </a:pathLst>
            </a:custGeom>
            <a:solidFill>
              <a:srgbClr val="FF0000"/>
            </a:solidFill>
            <a:ln w="9525">
              <a:solidFill>
                <a:srgbClr val="00B0F0"/>
              </a:solidFill>
              <a:round/>
            </a:ln>
          </p:spPr>
          <p:txBody>
            <a:bodyPr/>
            <a:lstStyle/>
            <a:p>
              <a:endParaRPr lang="zh-CN" altLang="en-US" sz="1350">
                <a:solidFill>
                  <a:schemeClr val="tx1"/>
                </a:solidFill>
              </a:endParaRPr>
            </a:p>
          </p:txBody>
        </p:sp>
        <p:sp>
          <p:nvSpPr>
            <p:cNvPr id="136229" name="Freeform 37"/>
            <p:cNvSpPr>
              <a:spLocks noChangeAspect="1"/>
            </p:cNvSpPr>
            <p:nvPr>
              <p:custDataLst>
                <p:tags r:id="rId33"/>
              </p:custDataLst>
            </p:nvPr>
          </p:nvSpPr>
          <p:spPr bwMode="auto">
            <a:xfrm>
              <a:off x="3575" y="2738"/>
              <a:ext cx="651" cy="413"/>
            </a:xfrm>
            <a:custGeom>
              <a:gdLst>
                <a:gd name="T0" fmla="*/ 16 w 1303"/>
                <a:gd name="T1" fmla="*/ 145 h 827"/>
                <a:gd name="T2" fmla="*/ 0 w 1303"/>
                <a:gd name="T3" fmla="*/ 36 h 827"/>
                <a:gd name="T4" fmla="*/ 63 w 1303"/>
                <a:gd name="T5" fmla="*/ 0 h 827"/>
                <a:gd name="T6" fmla="*/ 172 w 1303"/>
                <a:gd name="T7" fmla="*/ 21 h 827"/>
                <a:gd name="T8" fmla="*/ 320 w 1303"/>
                <a:gd name="T9" fmla="*/ 165 h 827"/>
                <a:gd name="T10" fmla="*/ 465 w 1303"/>
                <a:gd name="T11" fmla="*/ 336 h 827"/>
                <a:gd name="T12" fmla="*/ 620 w 1303"/>
                <a:gd name="T13" fmla="*/ 484 h 827"/>
                <a:gd name="T14" fmla="*/ 812 w 1303"/>
                <a:gd name="T15" fmla="*/ 559 h 827"/>
                <a:gd name="T16" fmla="*/ 999 w 1303"/>
                <a:gd name="T17" fmla="*/ 578 h 827"/>
                <a:gd name="T18" fmla="*/ 1081 w 1303"/>
                <a:gd name="T19" fmla="*/ 559 h 827"/>
                <a:gd name="T20" fmla="*/ 1198 w 1303"/>
                <a:gd name="T21" fmla="*/ 493 h 827"/>
                <a:gd name="T22" fmla="*/ 1303 w 1303"/>
                <a:gd name="T23" fmla="*/ 508 h 827"/>
                <a:gd name="T24" fmla="*/ 1261 w 1303"/>
                <a:gd name="T25" fmla="*/ 559 h 827"/>
                <a:gd name="T26" fmla="*/ 1175 w 1303"/>
                <a:gd name="T27" fmla="*/ 594 h 827"/>
                <a:gd name="T28" fmla="*/ 1113 w 1303"/>
                <a:gd name="T29" fmla="*/ 637 h 827"/>
                <a:gd name="T30" fmla="*/ 1081 w 1303"/>
                <a:gd name="T31" fmla="*/ 699 h 827"/>
                <a:gd name="T32" fmla="*/ 1081 w 1303"/>
                <a:gd name="T33" fmla="*/ 793 h 827"/>
                <a:gd name="T34" fmla="*/ 1027 w 1303"/>
                <a:gd name="T35" fmla="*/ 827 h 827"/>
                <a:gd name="T36" fmla="*/ 999 w 1303"/>
                <a:gd name="T37" fmla="*/ 750 h 827"/>
                <a:gd name="T38" fmla="*/ 941 w 1303"/>
                <a:gd name="T39" fmla="*/ 679 h 827"/>
                <a:gd name="T40" fmla="*/ 847 w 1303"/>
                <a:gd name="T41" fmla="*/ 656 h 827"/>
                <a:gd name="T42" fmla="*/ 699 w 1303"/>
                <a:gd name="T43" fmla="*/ 602 h 827"/>
                <a:gd name="T44" fmla="*/ 527 w 1303"/>
                <a:gd name="T45" fmla="*/ 527 h 827"/>
                <a:gd name="T46" fmla="*/ 378 w 1303"/>
                <a:gd name="T47" fmla="*/ 422 h 827"/>
                <a:gd name="T48" fmla="*/ 226 w 1303"/>
                <a:gd name="T49" fmla="*/ 302 h 827"/>
                <a:gd name="T50" fmla="*/ 78 w 1303"/>
                <a:gd name="T51" fmla="*/ 227 h 827"/>
                <a:gd name="T52" fmla="*/ 16 w 1303"/>
                <a:gd name="T53" fmla="*/ 145 h 82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03" h="825">
                  <a:moveTo>
                    <a:pt x="16" y="145"/>
                  </a:moveTo>
                  <a:lnTo>
                    <a:pt x="0" y="36"/>
                  </a:lnTo>
                  <a:lnTo>
                    <a:pt x="63" y="0"/>
                  </a:lnTo>
                  <a:lnTo>
                    <a:pt x="172" y="21"/>
                  </a:lnTo>
                  <a:lnTo>
                    <a:pt x="320" y="165"/>
                  </a:lnTo>
                  <a:lnTo>
                    <a:pt x="465" y="336"/>
                  </a:lnTo>
                  <a:lnTo>
                    <a:pt x="620" y="484"/>
                  </a:lnTo>
                  <a:lnTo>
                    <a:pt x="812" y="559"/>
                  </a:lnTo>
                  <a:lnTo>
                    <a:pt x="999" y="578"/>
                  </a:lnTo>
                  <a:lnTo>
                    <a:pt x="1081" y="559"/>
                  </a:lnTo>
                  <a:lnTo>
                    <a:pt x="1198" y="493"/>
                  </a:lnTo>
                  <a:lnTo>
                    <a:pt x="1303" y="508"/>
                  </a:lnTo>
                  <a:lnTo>
                    <a:pt x="1261" y="559"/>
                  </a:lnTo>
                  <a:lnTo>
                    <a:pt x="1175" y="594"/>
                  </a:lnTo>
                  <a:lnTo>
                    <a:pt x="1113" y="637"/>
                  </a:lnTo>
                  <a:lnTo>
                    <a:pt x="1081" y="699"/>
                  </a:lnTo>
                  <a:lnTo>
                    <a:pt x="1081" y="793"/>
                  </a:lnTo>
                  <a:lnTo>
                    <a:pt x="1027" y="827"/>
                  </a:lnTo>
                  <a:lnTo>
                    <a:pt x="999" y="750"/>
                  </a:lnTo>
                  <a:lnTo>
                    <a:pt x="941" y="679"/>
                  </a:lnTo>
                  <a:lnTo>
                    <a:pt x="847" y="656"/>
                  </a:lnTo>
                  <a:lnTo>
                    <a:pt x="699" y="602"/>
                  </a:lnTo>
                  <a:lnTo>
                    <a:pt x="527" y="527"/>
                  </a:lnTo>
                  <a:lnTo>
                    <a:pt x="378" y="422"/>
                  </a:lnTo>
                  <a:lnTo>
                    <a:pt x="226" y="302"/>
                  </a:lnTo>
                  <a:lnTo>
                    <a:pt x="78" y="227"/>
                  </a:lnTo>
                  <a:lnTo>
                    <a:pt x="16" y="145"/>
                  </a:lnTo>
                  <a:close/>
                </a:path>
              </a:pathLst>
            </a:custGeom>
            <a:solidFill>
              <a:srgbClr val="FF0000"/>
            </a:solidFill>
            <a:ln w="9525">
              <a:solidFill>
                <a:srgbClr val="00B0F0"/>
              </a:solidFill>
              <a:round/>
            </a:ln>
          </p:spPr>
          <p:txBody>
            <a:bodyPr/>
            <a:lstStyle/>
            <a:p>
              <a:endParaRPr lang="zh-CN" altLang="en-US" sz="1350">
                <a:solidFill>
                  <a:schemeClr val="tx1"/>
                </a:solidFill>
              </a:endParaRPr>
            </a:p>
          </p:txBody>
        </p:sp>
        <p:sp>
          <p:nvSpPr>
            <p:cNvPr id="136230" name="Freeform 38"/>
            <p:cNvSpPr>
              <a:spLocks noChangeAspect="1"/>
            </p:cNvSpPr>
            <p:nvPr>
              <p:custDataLst>
                <p:tags r:id="rId34"/>
              </p:custDataLst>
            </p:nvPr>
          </p:nvSpPr>
          <p:spPr bwMode="auto">
            <a:xfrm>
              <a:off x="3571" y="2773"/>
              <a:ext cx="582" cy="435"/>
            </a:xfrm>
            <a:custGeom>
              <a:gdLst>
                <a:gd name="T0" fmla="*/ 0 w 1163"/>
                <a:gd name="T1" fmla="*/ 163 h 870"/>
                <a:gd name="T2" fmla="*/ 19 w 1163"/>
                <a:gd name="T3" fmla="*/ 15 h 870"/>
                <a:gd name="T4" fmla="*/ 113 w 1163"/>
                <a:gd name="T5" fmla="*/ 0 h 870"/>
                <a:gd name="T6" fmla="*/ 173 w 1163"/>
                <a:gd name="T7" fmla="*/ 62 h 870"/>
                <a:gd name="T8" fmla="*/ 192 w 1163"/>
                <a:gd name="T9" fmla="*/ 207 h 870"/>
                <a:gd name="T10" fmla="*/ 285 w 1163"/>
                <a:gd name="T11" fmla="*/ 429 h 870"/>
                <a:gd name="T12" fmla="*/ 449 w 1163"/>
                <a:gd name="T13" fmla="*/ 600 h 870"/>
                <a:gd name="T14" fmla="*/ 585 w 1163"/>
                <a:gd name="T15" fmla="*/ 698 h 870"/>
                <a:gd name="T16" fmla="*/ 906 w 1163"/>
                <a:gd name="T17" fmla="*/ 707 h 870"/>
                <a:gd name="T18" fmla="*/ 1050 w 1163"/>
                <a:gd name="T19" fmla="*/ 643 h 870"/>
                <a:gd name="T20" fmla="*/ 1112 w 1163"/>
                <a:gd name="T21" fmla="*/ 570 h 870"/>
                <a:gd name="T22" fmla="*/ 1163 w 1163"/>
                <a:gd name="T23" fmla="*/ 578 h 870"/>
                <a:gd name="T24" fmla="*/ 1155 w 1163"/>
                <a:gd name="T25" fmla="*/ 664 h 870"/>
                <a:gd name="T26" fmla="*/ 1112 w 1163"/>
                <a:gd name="T27" fmla="*/ 827 h 870"/>
                <a:gd name="T28" fmla="*/ 1155 w 1163"/>
                <a:gd name="T29" fmla="*/ 870 h 870"/>
                <a:gd name="T30" fmla="*/ 1034 w 1163"/>
                <a:gd name="T31" fmla="*/ 851 h 870"/>
                <a:gd name="T32" fmla="*/ 1007 w 1163"/>
                <a:gd name="T33" fmla="*/ 808 h 870"/>
                <a:gd name="T34" fmla="*/ 812 w 1163"/>
                <a:gd name="T35" fmla="*/ 792 h 870"/>
                <a:gd name="T36" fmla="*/ 585 w 1163"/>
                <a:gd name="T37" fmla="*/ 784 h 870"/>
                <a:gd name="T38" fmla="*/ 449 w 1163"/>
                <a:gd name="T39" fmla="*/ 722 h 870"/>
                <a:gd name="T40" fmla="*/ 363 w 1163"/>
                <a:gd name="T41" fmla="*/ 656 h 870"/>
                <a:gd name="T42" fmla="*/ 265 w 1163"/>
                <a:gd name="T43" fmla="*/ 535 h 870"/>
                <a:gd name="T44" fmla="*/ 113 w 1163"/>
                <a:gd name="T45" fmla="*/ 386 h 870"/>
                <a:gd name="T46" fmla="*/ 19 w 1163"/>
                <a:gd name="T47" fmla="*/ 257 h 870"/>
                <a:gd name="T48" fmla="*/ 0 w 1163"/>
                <a:gd name="T49" fmla="*/ 163 h 87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63" h="870">
                  <a:moveTo>
                    <a:pt x="0" y="163"/>
                  </a:moveTo>
                  <a:lnTo>
                    <a:pt x="19" y="15"/>
                  </a:lnTo>
                  <a:lnTo>
                    <a:pt x="113" y="0"/>
                  </a:lnTo>
                  <a:lnTo>
                    <a:pt x="173" y="62"/>
                  </a:lnTo>
                  <a:lnTo>
                    <a:pt x="192" y="207"/>
                  </a:lnTo>
                  <a:lnTo>
                    <a:pt x="285" y="429"/>
                  </a:lnTo>
                  <a:lnTo>
                    <a:pt x="449" y="600"/>
                  </a:lnTo>
                  <a:lnTo>
                    <a:pt x="585" y="698"/>
                  </a:lnTo>
                  <a:lnTo>
                    <a:pt x="906" y="707"/>
                  </a:lnTo>
                  <a:lnTo>
                    <a:pt x="1050" y="643"/>
                  </a:lnTo>
                  <a:lnTo>
                    <a:pt x="1112" y="570"/>
                  </a:lnTo>
                  <a:lnTo>
                    <a:pt x="1163" y="578"/>
                  </a:lnTo>
                  <a:lnTo>
                    <a:pt x="1155" y="664"/>
                  </a:lnTo>
                  <a:lnTo>
                    <a:pt x="1112" y="827"/>
                  </a:lnTo>
                  <a:lnTo>
                    <a:pt x="1155" y="870"/>
                  </a:lnTo>
                  <a:lnTo>
                    <a:pt x="1034" y="851"/>
                  </a:lnTo>
                  <a:lnTo>
                    <a:pt x="1007" y="808"/>
                  </a:lnTo>
                  <a:lnTo>
                    <a:pt x="812" y="792"/>
                  </a:lnTo>
                  <a:lnTo>
                    <a:pt x="585" y="784"/>
                  </a:lnTo>
                  <a:lnTo>
                    <a:pt x="449" y="722"/>
                  </a:lnTo>
                  <a:lnTo>
                    <a:pt x="363" y="656"/>
                  </a:lnTo>
                  <a:lnTo>
                    <a:pt x="265" y="535"/>
                  </a:lnTo>
                  <a:lnTo>
                    <a:pt x="113" y="386"/>
                  </a:lnTo>
                  <a:lnTo>
                    <a:pt x="19" y="257"/>
                  </a:lnTo>
                  <a:lnTo>
                    <a:pt x="0" y="163"/>
                  </a:lnTo>
                  <a:close/>
                </a:path>
              </a:pathLst>
            </a:custGeom>
            <a:solidFill>
              <a:srgbClr val="FF0000"/>
            </a:solidFill>
            <a:ln w="9525">
              <a:solidFill>
                <a:srgbClr val="00B0F0"/>
              </a:solidFill>
              <a:round/>
            </a:ln>
          </p:spPr>
          <p:txBody>
            <a:bodyPr/>
            <a:lstStyle/>
            <a:p>
              <a:endParaRPr lang="zh-CN" altLang="en-US" sz="1350">
                <a:solidFill>
                  <a:schemeClr val="tx1"/>
                </a:solidFill>
              </a:endParaRPr>
            </a:p>
          </p:txBody>
        </p:sp>
      </p:grpSp>
      <p:sp>
        <p:nvSpPr>
          <p:cNvPr id="136231" name="Oval 39"/>
          <p:cNvSpPr>
            <a:spLocks noChangeArrowheads="1"/>
          </p:cNvSpPr>
          <p:nvPr>
            <p:custDataLst>
              <p:tags r:id="rId35"/>
            </p:custDataLst>
          </p:nvPr>
        </p:nvSpPr>
        <p:spPr bwMode="auto">
          <a:xfrm>
            <a:off x="2848611" y="4311939"/>
            <a:ext cx="98425" cy="80939"/>
          </a:xfrm>
          <a:prstGeom prst="ellipse">
            <a:avLst/>
          </a:prstGeom>
          <a:solidFill>
            <a:srgbClr val="000000"/>
          </a:solidFill>
          <a:ln w="9525">
            <a:solidFill>
              <a:srgbClr val="000000"/>
            </a:solidFill>
            <a:round/>
          </a:ln>
        </p:spPr>
        <p:txBody>
          <a:bodyPr lIns="81629" tIns="40814" rIns="81629" bIns="40814"/>
          <a:lstStyle/>
          <a:p>
            <a:endParaRPr lang="zh-CN" altLang="en-US" sz="1350">
              <a:solidFill>
                <a:schemeClr val="tx1"/>
              </a:solidFill>
            </a:endParaRPr>
          </a:p>
        </p:txBody>
      </p:sp>
      <p:sp>
        <p:nvSpPr>
          <p:cNvPr id="136232" name="Text Box 40"/>
          <p:cNvSpPr txBox="1">
            <a:spLocks noChangeArrowheads="1"/>
          </p:cNvSpPr>
          <p:nvPr>
            <p:custDataLst>
              <p:tags r:id="rId36"/>
            </p:custDataLst>
          </p:nvPr>
        </p:nvSpPr>
        <p:spPr bwMode="auto">
          <a:xfrm>
            <a:off x="4003040" y="4138295"/>
            <a:ext cx="1276985" cy="472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1629" tIns="40814" rIns="81629" bIns="40814"/>
          <a:lstStyle/>
          <a:p>
            <a:pPr algn="just"/>
            <a:r>
              <a:rPr lang="en-US" altLang="zh-CN" sz="2475">
                <a:solidFill>
                  <a:schemeClr val="tx1"/>
                </a:solidFill>
              </a:rPr>
              <a:t>F=30N</a:t>
            </a:r>
            <a:endParaRPr lang="en-US" altLang="zh-CN" sz="2475">
              <a:solidFill>
                <a:schemeClr val="tx1"/>
              </a:solidFill>
              <a:latin typeface="Tahoma" panose="020b0604030504040204" pitchFamily="34" charset="0"/>
            </a:endParaRPr>
          </a:p>
        </p:txBody>
      </p:sp>
      <p:sp>
        <p:nvSpPr>
          <p:cNvPr id="136233" name="Line 41"/>
          <p:cNvSpPr>
            <a:spLocks noChangeShapeType="1"/>
          </p:cNvSpPr>
          <p:nvPr>
            <p:custDataLst>
              <p:tags r:id="rId37"/>
            </p:custDataLst>
          </p:nvPr>
        </p:nvSpPr>
        <p:spPr bwMode="auto">
          <a:xfrm>
            <a:off x="2900999" y="4346458"/>
            <a:ext cx="1101725" cy="3570"/>
          </a:xfrm>
          <a:prstGeom prst="line">
            <a:avLst/>
          </a:prstGeom>
          <a:noFill/>
          <a:ln w="38100">
            <a:solidFill>
              <a:srgbClr val="00B0F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1629" tIns="40814" rIns="81629" bIns="40814"/>
          <a:lstStyle/>
          <a:p>
            <a:endParaRPr lang="zh-CN" altLang="en-US" sz="135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556"/>
                                        </p:tgtEl>
                                        <p:attrNameLst>
                                          <p:attrName>style.visibility</p:attrName>
                                        </p:attrNameLst>
                                      </p:cBhvr>
                                      <p:to>
                                        <p:strVal val="visible"/>
                                      </p:to>
                                    </p:set>
                                    <p:animEffect transition="in" filter="wipe(down)">
                                      <p:cBhvr>
                                        <p:cTn id="7" dur="500"/>
                                        <p:tgtEl>
                                          <p:spTgt spid="23556"/>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3558"/>
                                        </p:tgtEl>
                                        <p:attrNameLst>
                                          <p:attrName>style.visibility</p:attrName>
                                        </p:attrNameLst>
                                      </p:cBhvr>
                                      <p:to>
                                        <p:strVal val="visible"/>
                                      </p:to>
                                    </p:set>
                                    <p:animEffect transition="in" filter="wipe(down)">
                                      <p:cBhvr>
                                        <p:cTn id="12" dur="500"/>
                                        <p:tgtEl>
                                          <p:spTgt spid="23558"/>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3554">
                                            <p:txEl>
                                              <p:pRg st="0" end="0"/>
                                            </p:txEl>
                                          </p:spTgt>
                                        </p:tgtEl>
                                        <p:attrNameLst>
                                          <p:attrName>style.visibility</p:attrName>
                                        </p:attrNameLst>
                                      </p:cBhvr>
                                      <p:to>
                                        <p:strVal val="visible"/>
                                      </p:to>
                                    </p:set>
                                    <p:animEffect transition="in" filter="wipe(down)">
                                      <p:cBhvr>
                                        <p:cTn id="17" dur="500"/>
                                        <p:tgtEl>
                                          <p:spTgt spid="23554">
                                            <p:txEl>
                                              <p:pRg st="0" end="0"/>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3559"/>
                                        </p:tgtEl>
                                        <p:attrNameLst>
                                          <p:attrName>style.visibility</p:attrName>
                                        </p:attrNameLst>
                                      </p:cBhvr>
                                      <p:to>
                                        <p:strVal val="visible"/>
                                      </p:to>
                                    </p:set>
                                    <p:animEffect transition="in" filter="wipe(down)">
                                      <p:cBhvr>
                                        <p:cTn id="22" dur="500"/>
                                        <p:tgtEl>
                                          <p:spTgt spid="23559"/>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27" presetClass="entr" presetSubtype="0" fill="hold" grpId="0" nodeType="clickEffect">
                                  <p:stCondLst>
                                    <p:cond delay="0"/>
                                  </p:stCondLst>
                                  <p:iterate type="lt">
                                    <p:tmPct val="50000"/>
                                  </p:iterate>
                                  <p:childTnLst>
                                    <p:set>
                                      <p:cBhvr>
                                        <p:cTn id="26" dur="1" fill="hold">
                                          <p:stCondLst>
                                            <p:cond delay="0"/>
                                          </p:stCondLst>
                                        </p:cTn>
                                        <p:tgtEl>
                                          <p:spTgt spid="23555"/>
                                        </p:tgtEl>
                                        <p:attrNameLst>
                                          <p:attrName>style.visibility</p:attrName>
                                        </p:attrNameLst>
                                      </p:cBhvr>
                                      <p:to>
                                        <p:strVal val="visible"/>
                                      </p:to>
                                    </p:set>
                                    <p:anim calcmode="discrete" valueType="clr">
                                      <p:cBhvr override="childStyle">
                                        <p:cTn id="27" dur="80"/>
                                        <p:tgtEl>
                                          <p:spTgt spid="23555"/>
                                        </p:tgtEl>
                                        <p:attrNameLst>
                                          <p:attrName>style.color</p:attrName>
                                        </p:attrNameLst>
                                      </p:cBhvr>
                                      <p:tavLst>
                                        <p:tav tm="0">
                                          <p:val>
                                            <p:clrVal>
                                              <a:schemeClr val="accent2"/>
                                            </p:clrVal>
                                          </p:val>
                                        </p:tav>
                                        <p:tav tm="50000">
                                          <p:val>
                                            <p:clrVal>
                                              <a:schemeClr val="hlink"/>
                                            </p:clrVal>
                                          </p:val>
                                        </p:tav>
                                      </p:tavLst>
                                    </p:anim>
                                    <p:anim calcmode="discrete" valueType="clr">
                                      <p:cBhvr>
                                        <p:cTn id="28" dur="80"/>
                                        <p:tgtEl>
                                          <p:spTgt spid="23555"/>
                                        </p:tgtEl>
                                        <p:attrNameLst>
                                          <p:attrName>fillcolor</p:attrName>
                                        </p:attrNameLst>
                                      </p:cBhvr>
                                      <p:tavLst>
                                        <p:tav tm="0">
                                          <p:val>
                                            <p:clrVal>
                                              <a:schemeClr val="accent2"/>
                                            </p:clrVal>
                                          </p:val>
                                        </p:tav>
                                        <p:tav tm="50000">
                                          <p:val>
                                            <p:clrVal>
                                              <a:schemeClr val="hlink"/>
                                            </p:clrVal>
                                          </p:val>
                                        </p:tav>
                                      </p:tavLst>
                                    </p:anim>
                                    <p:set>
                                      <p:cBhvr>
                                        <p:cTn id="29" dur="80"/>
                                        <p:tgtEl>
                                          <p:spTgt spid="23555"/>
                                        </p:tgtEl>
                                        <p:attrNameLst>
                                          <p:attrName>fill.type</p:attrName>
                                        </p:attrNameLst>
                                      </p:cBhvr>
                                      <p:to>
                                        <p:strVal val="solid"/>
                                      </p:to>
                                    </p:set>
                                  </p:childTnLst>
                                </p:cTn>
                              </p:par>
                            </p:childTnLst>
                          </p:cTn>
                        </p:par>
                        <p:par>
                          <p:cTn id="30" fill="hold" nodeType="afterGroup">
                            <p:stCondLst>
                              <p:cond delay="80"/>
                            </p:stCondLst>
                            <p:childTnLst>
                              <p:par>
                                <p:cTn id="31" presetID="22" presetClass="entr" presetSubtype="4" fill="hold" nodeType="afterEffect">
                                  <p:stCondLst>
                                    <p:cond delay="0"/>
                                  </p:stCondLst>
                                  <p:childTnLst>
                                    <p:set>
                                      <p:cBhvr>
                                        <p:cTn id="32" dur="1" fill="hold">
                                          <p:stCondLst>
                                            <p:cond delay="0"/>
                                          </p:stCondLst>
                                        </p:cTn>
                                        <p:tgtEl>
                                          <p:spTgt spid="23560"/>
                                        </p:tgtEl>
                                        <p:attrNameLst>
                                          <p:attrName>style.visibility</p:attrName>
                                        </p:attrNameLst>
                                      </p:cBhvr>
                                      <p:to>
                                        <p:strVal val="visible"/>
                                      </p:to>
                                    </p:set>
                                    <p:animEffect transition="in" filter="wipe(down)">
                                      <p:cBhvr>
                                        <p:cTn id="33" dur="500"/>
                                        <p:tgtEl>
                                          <p:spTgt spid="23560"/>
                                        </p:tgtEl>
                                      </p:cBhvr>
                                    </p:animEffect>
                                  </p:childTnLst>
                                </p:cTn>
                              </p:par>
                            </p:childTnLst>
                          </p:cTn>
                        </p:par>
                      </p:childTnLst>
                    </p:cTn>
                  </p:par>
                  <p:par>
                    <p:cTn id="34" fill="hold" nodeType="clickPar">
                      <p:stCondLst>
                        <p:cond delay="indefinite"/>
                      </p:stCondLst>
                      <p:childTnLst>
                        <p:par>
                          <p:cTn id="35" fill="hold" nodeType="afterGroup">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3561"/>
                                        </p:tgtEl>
                                        <p:attrNameLst>
                                          <p:attrName>style.visibility</p:attrName>
                                        </p:attrNameLst>
                                      </p:cBhvr>
                                      <p:to>
                                        <p:strVal val="visible"/>
                                      </p:to>
                                    </p:set>
                                    <p:animEffect transition="in" filter="wipe(down)">
                                      <p:cBhvr>
                                        <p:cTn id="38" dur="500"/>
                                        <p:tgtEl>
                                          <p:spTgt spid="23561"/>
                                        </p:tgtEl>
                                      </p:cBhvr>
                                    </p:animEffect>
                                  </p:childTnLst>
                                </p:cTn>
                              </p:par>
                              <p:par>
                                <p:cTn id="39" presetID="22" presetClass="entr" presetSubtype="4" fill="hold" nodeType="withEffect">
                                  <p:stCondLst>
                                    <p:cond delay="0"/>
                                  </p:stCondLst>
                                  <p:childTnLst>
                                    <p:set>
                                      <p:cBhvr>
                                        <p:cTn id="40" dur="1" fill="hold">
                                          <p:stCondLst>
                                            <p:cond delay="0"/>
                                          </p:stCondLst>
                                        </p:cTn>
                                        <p:tgtEl>
                                          <p:spTgt spid="23564"/>
                                        </p:tgtEl>
                                        <p:attrNameLst>
                                          <p:attrName>style.visibility</p:attrName>
                                        </p:attrNameLst>
                                      </p:cBhvr>
                                      <p:to>
                                        <p:strVal val="visible"/>
                                      </p:to>
                                    </p:set>
                                    <p:animEffect transition="in" filter="wipe(down)">
                                      <p:cBhvr>
                                        <p:cTn id="41" dur="500"/>
                                        <p:tgtEl>
                                          <p:spTgt spid="23564"/>
                                        </p:tgtEl>
                                      </p:cBhvr>
                                    </p:animEffect>
                                  </p:childTnLst>
                                </p:cTn>
                              </p:par>
                            </p:childTnLst>
                          </p:cTn>
                        </p:par>
                      </p:childTnLst>
                    </p:cTn>
                  </p:par>
                  <p:par>
                    <p:cTn id="42" fill="hold" nodeType="clickPar">
                      <p:stCondLst>
                        <p:cond delay="indefinite"/>
                      </p:stCondLst>
                      <p:childTnLst>
                        <p:par>
                          <p:cTn id="43" fill="hold" nodeType="afterGroup">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3563"/>
                                        </p:tgtEl>
                                        <p:attrNameLst>
                                          <p:attrName>style.visibility</p:attrName>
                                        </p:attrNameLst>
                                      </p:cBhvr>
                                      <p:to>
                                        <p:strVal val="visible"/>
                                      </p:to>
                                    </p:set>
                                    <p:animEffect transition="in" filter="wipe(down)">
                                      <p:cBhvr>
                                        <p:cTn id="46" dur="500"/>
                                        <p:tgtEl>
                                          <p:spTgt spid="23563"/>
                                        </p:tgtEl>
                                      </p:cBhvr>
                                    </p:animEffect>
                                  </p:childTnLst>
                                </p:cTn>
                              </p:par>
                              <p:par>
                                <p:cTn id="47" presetID="22" presetClass="entr" presetSubtype="4" fill="hold" nodeType="withEffect">
                                  <p:stCondLst>
                                    <p:cond delay="0"/>
                                  </p:stCondLst>
                                  <p:childTnLst>
                                    <p:set>
                                      <p:cBhvr>
                                        <p:cTn id="48" dur="1" fill="hold">
                                          <p:stCondLst>
                                            <p:cond delay="0"/>
                                          </p:stCondLst>
                                        </p:cTn>
                                        <p:tgtEl>
                                          <p:spTgt spid="23565"/>
                                        </p:tgtEl>
                                        <p:attrNameLst>
                                          <p:attrName>style.visibility</p:attrName>
                                        </p:attrNameLst>
                                      </p:cBhvr>
                                      <p:to>
                                        <p:strVal val="visible"/>
                                      </p:to>
                                    </p:set>
                                    <p:animEffect transition="in" filter="wipe(down)">
                                      <p:cBhvr>
                                        <p:cTn id="49" dur="500"/>
                                        <p:tgtEl>
                                          <p:spTgt spid="23565"/>
                                        </p:tgtEl>
                                      </p:cBhvr>
                                    </p:animEffect>
                                  </p:childTnLst>
                                </p:cTn>
                              </p:par>
                            </p:childTnLst>
                          </p:cTn>
                        </p:par>
                      </p:childTnLst>
                    </p:cTn>
                  </p:par>
                  <p:par>
                    <p:cTn id="50" fill="hold" nodeType="clickPar">
                      <p:stCondLst>
                        <p:cond delay="indefinite"/>
                      </p:stCondLst>
                      <p:childTnLst>
                        <p:par>
                          <p:cTn id="51" fill="hold" nodeType="afterGroup">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23562"/>
                                        </p:tgtEl>
                                        <p:attrNameLst>
                                          <p:attrName>style.visibility</p:attrName>
                                        </p:attrNameLst>
                                      </p:cBhvr>
                                      <p:to>
                                        <p:strVal val="visible"/>
                                      </p:to>
                                    </p:set>
                                    <p:animEffect transition="in" filter="wipe(down)">
                                      <p:cBhvr>
                                        <p:cTn id="54" dur="500"/>
                                        <p:tgtEl>
                                          <p:spTgt spid="23562"/>
                                        </p:tgtEl>
                                      </p:cBhvr>
                                    </p:animEffect>
                                  </p:childTnLst>
                                </p:cTn>
                              </p:par>
                              <p:par>
                                <p:cTn id="55" presetID="22" presetClass="entr" presetSubtype="4" fill="hold" nodeType="withEffect">
                                  <p:stCondLst>
                                    <p:cond delay="0"/>
                                  </p:stCondLst>
                                  <p:childTnLst>
                                    <p:set>
                                      <p:cBhvr>
                                        <p:cTn id="56" dur="1" fill="hold">
                                          <p:stCondLst>
                                            <p:cond delay="0"/>
                                          </p:stCondLst>
                                        </p:cTn>
                                        <p:tgtEl>
                                          <p:spTgt spid="23566"/>
                                        </p:tgtEl>
                                        <p:attrNameLst>
                                          <p:attrName>style.visibility</p:attrName>
                                        </p:attrNameLst>
                                      </p:cBhvr>
                                      <p:to>
                                        <p:strVal val="visible"/>
                                      </p:to>
                                    </p:set>
                                    <p:animEffect transition="in" filter="wipe(down)">
                                      <p:cBhvr>
                                        <p:cTn id="57" dur="500"/>
                                        <p:tgtEl>
                                          <p:spTgt spid="23566"/>
                                        </p:tgtEl>
                                      </p:cBhvr>
                                    </p:animEffect>
                                  </p:childTnLst>
                                </p:cTn>
                              </p:par>
                            </p:childTnLst>
                          </p:cTn>
                        </p:par>
                      </p:childTnLst>
                    </p:cTn>
                  </p:par>
                  <p:par>
                    <p:cTn id="58" fill="hold" nodeType="clickPar">
                      <p:stCondLst>
                        <p:cond delay="indefinite"/>
                      </p:stCondLst>
                      <p:childTnLst>
                        <p:par>
                          <p:cTn id="59" fill="hold" nodeType="afterGroup">
                            <p:stCondLst>
                              <p:cond delay="0"/>
                            </p:stCondLst>
                            <p:childTnLst>
                              <p:par>
                                <p:cTn id="60" presetID="2" presetClass="entr" presetSubtype="4" fill="hold" nodeType="clickEffect">
                                  <p:stCondLst>
                                    <p:cond delay="0"/>
                                  </p:stCondLst>
                                  <p:childTnLst>
                                    <p:set>
                                      <p:cBhvr>
                                        <p:cTn id="61" dur="1" fill="hold">
                                          <p:stCondLst>
                                            <p:cond delay="0"/>
                                          </p:stCondLst>
                                        </p:cTn>
                                        <p:tgtEl>
                                          <p:spTgt spid="100"/>
                                        </p:tgtEl>
                                        <p:attrNameLst>
                                          <p:attrName>style.visibility</p:attrName>
                                        </p:attrNameLst>
                                      </p:cBhvr>
                                      <p:to>
                                        <p:strVal val="visible"/>
                                      </p:to>
                                    </p:set>
                                    <p:anim calcmode="lin" valueType="num">
                                      <p:cBhvr additive="base">
                                        <p:cTn id="62" dur="500" fill="hold"/>
                                        <p:tgtEl>
                                          <p:spTgt spid="100"/>
                                        </p:tgtEl>
                                        <p:attrNameLst>
                                          <p:attrName>ppt_x</p:attrName>
                                        </p:attrNameLst>
                                      </p:cBhvr>
                                      <p:tavLst>
                                        <p:tav tm="0">
                                          <p:val>
                                            <p:strVal val="#ppt_x"/>
                                          </p:val>
                                        </p:tav>
                                        <p:tav tm="100000">
                                          <p:val>
                                            <p:strVal val="#ppt_x"/>
                                          </p:val>
                                        </p:tav>
                                      </p:tavLst>
                                    </p:anim>
                                    <p:anim calcmode="lin" valueType="num">
                                      <p:cBhvr additive="base">
                                        <p:cTn id="63"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64" fill="hold" nodeType="clickPar">
                      <p:stCondLst>
                        <p:cond delay="indefinite"/>
                      </p:stCondLst>
                      <p:childTnLst>
                        <p:par>
                          <p:cTn id="65" fill="hold" nodeType="afterGroup">
                            <p:stCondLst>
                              <p:cond delay="0"/>
                            </p:stCondLst>
                            <p:childTnLst>
                              <p:par>
                                <p:cTn id="66" presetID="18" presetClass="entr" presetSubtype="12" fill="hold" nodeType="clickEffect">
                                  <p:stCondLst>
                                    <p:cond delay="0"/>
                                  </p:stCondLst>
                                  <p:childTnLst>
                                    <p:set>
                                      <p:cBhvr>
                                        <p:cTn id="67" dur="1" fill="hold">
                                          <p:stCondLst>
                                            <p:cond delay="0"/>
                                          </p:stCondLst>
                                        </p:cTn>
                                        <p:tgtEl>
                                          <p:spTgt spid="136220"/>
                                        </p:tgtEl>
                                        <p:attrNameLst>
                                          <p:attrName>style.visibility</p:attrName>
                                        </p:attrNameLst>
                                      </p:cBhvr>
                                      <p:to>
                                        <p:strVal val="visible"/>
                                      </p:to>
                                    </p:set>
                                    <p:animEffect transition="in" filter="strips(downLeft)">
                                      <p:cBhvr>
                                        <p:cTn id="68" dur="500"/>
                                        <p:tgtEl>
                                          <p:spTgt spid="136220"/>
                                        </p:tgtEl>
                                      </p:cBhvr>
                                    </p:animEffect>
                                  </p:childTnLst>
                                </p:cTn>
                              </p:par>
                              <p:par>
                                <p:cTn id="69" presetID="18" presetClass="entr" presetSubtype="12" fill="hold" grpId="0" nodeType="withEffect">
                                  <p:stCondLst>
                                    <p:cond delay="0"/>
                                  </p:stCondLst>
                                  <p:childTnLst>
                                    <p:set>
                                      <p:cBhvr>
                                        <p:cTn id="70" dur="1" fill="hold">
                                          <p:stCondLst>
                                            <p:cond delay="0"/>
                                          </p:stCondLst>
                                        </p:cTn>
                                        <p:tgtEl>
                                          <p:spTgt spid="136223"/>
                                        </p:tgtEl>
                                        <p:attrNameLst>
                                          <p:attrName>style.visibility</p:attrName>
                                        </p:attrNameLst>
                                      </p:cBhvr>
                                      <p:to>
                                        <p:strVal val="visible"/>
                                      </p:to>
                                    </p:set>
                                    <p:animEffect transition="in" filter="strips(downLeft)">
                                      <p:cBhvr>
                                        <p:cTn id="71" dur="500"/>
                                        <p:tgtEl>
                                          <p:spTgt spid="136223"/>
                                        </p:tgtEl>
                                      </p:cBhvr>
                                    </p:animEffect>
                                  </p:childTnLst>
                                </p:cTn>
                              </p:par>
                              <p:par>
                                <p:cTn id="72" presetID="18" presetClass="entr" presetSubtype="12" fill="hold" nodeType="withEffect">
                                  <p:stCondLst>
                                    <p:cond delay="0"/>
                                  </p:stCondLst>
                                  <p:childTnLst>
                                    <p:set>
                                      <p:cBhvr>
                                        <p:cTn id="73" dur="1" fill="hold">
                                          <p:stCondLst>
                                            <p:cond delay="0"/>
                                          </p:stCondLst>
                                        </p:cTn>
                                        <p:tgtEl>
                                          <p:spTgt spid="136224"/>
                                        </p:tgtEl>
                                        <p:attrNameLst>
                                          <p:attrName>style.visibility</p:attrName>
                                        </p:attrNameLst>
                                      </p:cBhvr>
                                      <p:to>
                                        <p:strVal val="visible"/>
                                      </p:to>
                                    </p:set>
                                    <p:animEffect transition="in" filter="strips(downLeft)">
                                      <p:cBhvr>
                                        <p:cTn id="74" dur="500"/>
                                        <p:tgtEl>
                                          <p:spTgt spid="136224"/>
                                        </p:tgtEl>
                                      </p:cBhvr>
                                    </p:animEffect>
                                  </p:childTnLst>
                                </p:cTn>
                              </p:par>
                              <p:par>
                                <p:cTn id="75" presetID="18" presetClass="entr" presetSubtype="12" fill="hold" grpId="0" nodeType="withEffect">
                                  <p:stCondLst>
                                    <p:cond delay="0"/>
                                  </p:stCondLst>
                                  <p:childTnLst>
                                    <p:set>
                                      <p:cBhvr>
                                        <p:cTn id="76" dur="1" fill="hold">
                                          <p:stCondLst>
                                            <p:cond delay="0"/>
                                          </p:stCondLst>
                                        </p:cTn>
                                        <p:tgtEl>
                                          <p:spTgt spid="136231"/>
                                        </p:tgtEl>
                                        <p:attrNameLst>
                                          <p:attrName>style.visibility</p:attrName>
                                        </p:attrNameLst>
                                      </p:cBhvr>
                                      <p:to>
                                        <p:strVal val="visible"/>
                                      </p:to>
                                    </p:set>
                                    <p:animEffect transition="in" filter="strips(downLeft)">
                                      <p:cBhvr>
                                        <p:cTn id="77" dur="500"/>
                                        <p:tgtEl>
                                          <p:spTgt spid="136231"/>
                                        </p:tgtEl>
                                      </p:cBhvr>
                                    </p:animEffect>
                                  </p:childTnLst>
                                </p:cTn>
                              </p:par>
                            </p:childTnLst>
                          </p:cTn>
                        </p:par>
                      </p:childTnLst>
                    </p:cTn>
                  </p:par>
                  <p:par>
                    <p:cTn id="78" fill="hold" nodeType="clickPar">
                      <p:stCondLst>
                        <p:cond delay="indefinite"/>
                      </p:stCondLst>
                      <p:childTnLst>
                        <p:par>
                          <p:cTn id="79" fill="hold" nodeType="afterGroup">
                            <p:stCondLst>
                              <p:cond delay="0"/>
                            </p:stCondLst>
                            <p:childTnLst>
                              <p:par>
                                <p:cTn id="80" presetID="18" presetClass="entr" presetSubtype="6" fill="hold" grpId="0" nodeType="clickEffect">
                                  <p:stCondLst>
                                    <p:cond delay="0"/>
                                  </p:stCondLst>
                                  <p:childTnLst>
                                    <p:set>
                                      <p:cBhvr>
                                        <p:cTn id="81" dur="1" fill="hold">
                                          <p:stCondLst>
                                            <p:cond delay="0"/>
                                          </p:stCondLst>
                                        </p:cTn>
                                        <p:tgtEl>
                                          <p:spTgt spid="136233"/>
                                        </p:tgtEl>
                                        <p:attrNameLst>
                                          <p:attrName>style.visibility</p:attrName>
                                        </p:attrNameLst>
                                      </p:cBhvr>
                                      <p:to>
                                        <p:strVal val="visible"/>
                                      </p:to>
                                    </p:set>
                                    <p:animEffect transition="in" filter="strips(downRight)">
                                      <p:cBhvr>
                                        <p:cTn id="82" dur="2000"/>
                                        <p:tgtEl>
                                          <p:spTgt spid="136233"/>
                                        </p:tgtEl>
                                      </p:cBhvr>
                                    </p:animEffect>
                                  </p:childTnLst>
                                </p:cTn>
                              </p:par>
                            </p:childTnLst>
                          </p:cTn>
                        </p:par>
                        <p:par>
                          <p:cTn id="83" fill="hold" nodeType="afterGroup">
                            <p:stCondLst>
                              <p:cond delay="2000"/>
                            </p:stCondLst>
                            <p:childTnLst>
                              <p:par>
                                <p:cTn id="84" presetID="18" presetClass="entr" presetSubtype="12" fill="hold" grpId="0" nodeType="afterEffect">
                                  <p:stCondLst>
                                    <p:cond delay="0"/>
                                  </p:stCondLst>
                                  <p:childTnLst>
                                    <p:set>
                                      <p:cBhvr>
                                        <p:cTn id="85" dur="1" fill="hold">
                                          <p:stCondLst>
                                            <p:cond delay="0"/>
                                          </p:stCondLst>
                                        </p:cTn>
                                        <p:tgtEl>
                                          <p:spTgt spid="136232"/>
                                        </p:tgtEl>
                                        <p:attrNameLst>
                                          <p:attrName>style.visibility</p:attrName>
                                        </p:attrNameLst>
                                      </p:cBhvr>
                                      <p:to>
                                        <p:strVal val="visible"/>
                                      </p:to>
                                    </p:set>
                                    <p:animEffect transition="in" filter="strips(downLeft)">
                                      <p:cBhvr>
                                        <p:cTn id="86" dur="500"/>
                                        <p:tgtEl>
                                          <p:spTgt spid="136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p:bldP spid="23556" grpId="0"/>
      <p:bldP spid="23558" grpId="0"/>
      <p:bldP spid="23561" grpId="0"/>
      <p:bldP spid="23562" grpId="0"/>
      <p:bldP spid="23563" grpId="0"/>
      <p:bldP spid="136223" grpId="0"/>
      <p:bldP spid="136231" grpId="0"/>
      <p:bldP spid="136232" grpId="0"/>
      <p:bldP spid="136233" grpId="0"/>
    </p:bldLst>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136195" name="Text Box 3"/>
          <p:cNvSpPr txBox="1">
            <a:spLocks noChangeArrowheads="1"/>
          </p:cNvSpPr>
          <p:nvPr>
            <p:custDataLst>
              <p:tags r:id="rId3"/>
            </p:custDataLst>
          </p:nvPr>
        </p:nvSpPr>
        <p:spPr bwMode="auto">
          <a:xfrm>
            <a:off x="572135" y="2185035"/>
            <a:ext cx="12954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070" tIns="30534" rIns="61070" bIns="30534">
            <a:spAutoFit/>
          </a:bodyPr>
          <a:lstStyle/>
          <a:p>
            <a:pPr>
              <a:spcBef>
                <a:spcPct val="50000"/>
              </a:spcBef>
            </a:pPr>
            <a:r>
              <a:rPr kumimoji="1" lang="zh-CN" altLang="en-US" sz="2000" b="1">
                <a:solidFill>
                  <a:srgbClr val="00B0F0"/>
                </a:solidFill>
                <a:latin typeface="宋体" panose="02010600030101010101" pitchFamily="2" charset="-122"/>
                <a:ea typeface="宋体" panose="02010600030101010101" pitchFamily="2" charset="-122"/>
              </a:rPr>
              <a:t>作图步骤：</a:t>
            </a:r>
          </a:p>
        </p:txBody>
      </p:sp>
      <p:sp>
        <p:nvSpPr>
          <p:cNvPr id="136196" name="Text Box 4"/>
          <p:cNvSpPr txBox="1">
            <a:spLocks noChangeArrowheads="1"/>
          </p:cNvSpPr>
          <p:nvPr>
            <p:custDataLst>
              <p:tags r:id="rId4"/>
            </p:custDataLst>
          </p:nvPr>
        </p:nvSpPr>
        <p:spPr bwMode="auto">
          <a:xfrm>
            <a:off x="572135" y="2751455"/>
            <a:ext cx="2299335" cy="33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070" tIns="30534" rIns="61070" bIns="30534">
            <a:spAutoFit/>
          </a:bodyPr>
          <a:lstStyle/>
          <a:p>
            <a:r>
              <a:rPr kumimoji="1" lang="en-US" sz="1800" b="1">
                <a:solidFill>
                  <a:schemeClr val="tx1"/>
                </a:solidFill>
                <a:latin typeface="宋体" panose="02010600030101010101" pitchFamily="2" charset="-122"/>
                <a:ea typeface="宋体" panose="02010600030101010101" pitchFamily="2" charset="-122"/>
                <a:cs typeface="宋体" panose="02010600030101010101" pitchFamily="2" charset="-122"/>
              </a:rPr>
              <a:t>(1)</a:t>
            </a:r>
            <a:r>
              <a:rPr kumimoji="1"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rPr>
              <a:t>选定合适的标度；</a:t>
            </a:r>
          </a:p>
        </p:txBody>
      </p:sp>
      <p:sp>
        <p:nvSpPr>
          <p:cNvPr id="136197" name="Text Box 5"/>
          <p:cNvSpPr txBox="1">
            <a:spLocks noChangeArrowheads="1"/>
          </p:cNvSpPr>
          <p:nvPr>
            <p:custDataLst>
              <p:tags r:id="rId5"/>
            </p:custDataLst>
          </p:nvPr>
        </p:nvSpPr>
        <p:spPr bwMode="auto">
          <a:xfrm>
            <a:off x="572116" y="3199995"/>
            <a:ext cx="8268189" cy="33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070" tIns="30534" rIns="61070" bIns="30534">
            <a:spAutoFit/>
          </a:bodyPr>
          <a:lstStyle/>
          <a:p>
            <a:r>
              <a:rPr kumimoji="1" lang="en-US" sz="1800" b="1">
                <a:solidFill>
                  <a:schemeClr val="tx1"/>
                </a:solidFill>
                <a:latin typeface="宋体" panose="02010600030101010101" pitchFamily="2" charset="-122"/>
                <a:ea typeface="宋体" panose="02010600030101010101" pitchFamily="2" charset="-122"/>
                <a:cs typeface="宋体" panose="02010600030101010101" pitchFamily="2" charset="-122"/>
              </a:rPr>
              <a:t>(2)</a:t>
            </a:r>
            <a:r>
              <a:rPr kumimoji="1"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rPr>
              <a:t>从作用点开始沿力的方向画一线段，线段的长度由力的大小和所选标度确定。</a:t>
            </a:r>
          </a:p>
        </p:txBody>
      </p:sp>
      <p:sp>
        <p:nvSpPr>
          <p:cNvPr id="136198" name="Text Box 6"/>
          <p:cNvSpPr txBox="1">
            <a:spLocks noChangeArrowheads="1"/>
          </p:cNvSpPr>
          <p:nvPr>
            <p:custDataLst>
              <p:tags r:id="rId6"/>
            </p:custDataLst>
          </p:nvPr>
        </p:nvSpPr>
        <p:spPr bwMode="auto">
          <a:xfrm>
            <a:off x="572116" y="3715620"/>
            <a:ext cx="3379677" cy="33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070" tIns="30534" rIns="61070" bIns="30534">
            <a:spAutoFit/>
          </a:bodyPr>
          <a:lstStyle/>
          <a:p>
            <a:r>
              <a:rPr kumimoji="1" lang="en-US" sz="1800" b="1">
                <a:solidFill>
                  <a:schemeClr val="tx1"/>
                </a:solidFill>
                <a:latin typeface="宋体" panose="02010600030101010101" pitchFamily="2" charset="-122"/>
                <a:ea typeface="宋体" panose="02010600030101010101" pitchFamily="2" charset="-122"/>
                <a:cs typeface="宋体" panose="02010600030101010101" pitchFamily="2" charset="-122"/>
              </a:rPr>
              <a:t>(3)</a:t>
            </a:r>
            <a:r>
              <a:rPr kumimoji="1"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rPr>
              <a:t>画上箭头（表示力的方向）</a:t>
            </a:r>
          </a:p>
        </p:txBody>
      </p:sp>
      <p:sp>
        <p:nvSpPr>
          <p:cNvPr id="136201" name="Text Box 9"/>
          <p:cNvSpPr txBox="1">
            <a:spLocks noChangeArrowheads="1"/>
          </p:cNvSpPr>
          <p:nvPr>
            <p:custDataLst>
              <p:tags r:id="rId7"/>
            </p:custDataLst>
          </p:nvPr>
        </p:nvSpPr>
        <p:spPr bwMode="auto">
          <a:xfrm>
            <a:off x="572318" y="1583002"/>
            <a:ext cx="3652609" cy="33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070" tIns="30534" rIns="61070" bIns="30534">
            <a:spAutoFit/>
          </a:bodyPr>
          <a:lstStyle/>
          <a:p>
            <a:pPr>
              <a:spcBef>
                <a:spcPct val="50000"/>
              </a:spcBef>
            </a:pPr>
            <a:r>
              <a:rPr kumimoji="1" lang="zh-CN" altLang="en-US" sz="1800" b="1">
                <a:solidFill>
                  <a:schemeClr val="tx1"/>
                </a:solidFill>
                <a:latin typeface="宋体" panose="02010600030101010101" pitchFamily="2" charset="-122"/>
                <a:ea typeface="宋体" panose="02010600030101010101" pitchFamily="2" charset="-122"/>
              </a:rPr>
              <a:t>用一条有向线段来表示力的三要素</a:t>
            </a:r>
          </a:p>
        </p:txBody>
      </p:sp>
      <p:grpSp>
        <p:nvGrpSpPr>
          <p:cNvPr id="136202" name="Group 10"/>
          <p:cNvGrpSpPr/>
          <p:nvPr>
            <p:custDataLst>
              <p:tags r:id="rId8"/>
            </p:custDataLst>
          </p:nvPr>
        </p:nvGrpSpPr>
        <p:grpSpPr>
          <a:xfrm>
            <a:off x="4452757" y="4560891"/>
            <a:ext cx="2966838" cy="150495"/>
            <a:chOff x="3030" y="2265"/>
            <a:chExt cx="3164" cy="210"/>
          </a:xfrm>
        </p:grpSpPr>
        <p:sp>
          <p:nvSpPr>
            <p:cNvPr id="136203" name="Line 11"/>
            <p:cNvSpPr>
              <a:spLocks noChangeShapeType="1"/>
            </p:cNvSpPr>
            <p:nvPr>
              <p:custDataLst>
                <p:tags r:id="rId9"/>
              </p:custDataLst>
            </p:nvPr>
          </p:nvSpPr>
          <p:spPr bwMode="auto">
            <a:xfrm>
              <a:off x="3030" y="2265"/>
              <a:ext cx="3164"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010"/>
            </a:p>
          </p:txBody>
        </p:sp>
        <p:sp>
          <p:nvSpPr>
            <p:cNvPr id="136204" name="Rectangle 12" descr="浅色上对角线"/>
            <p:cNvSpPr>
              <a:spLocks noChangeArrowheads="1"/>
            </p:cNvSpPr>
            <p:nvPr>
              <p:custDataLst>
                <p:tags r:id="rId10"/>
              </p:custDataLst>
            </p:nvPr>
          </p:nvSpPr>
          <p:spPr bwMode="auto">
            <a:xfrm>
              <a:off x="3030" y="2280"/>
              <a:ext cx="3164" cy="195"/>
            </a:xfrm>
            <a:prstGeom prst="rect">
              <a:avLst/>
            </a:prstGeom>
            <a:pattFill prst="ltUpDiag">
              <a:fgClr>
                <a:srgbClr val="000000"/>
              </a:fgClr>
              <a:bgClr>
                <a:srgbClr val="FFFFFF"/>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800">
                <a:solidFill>
                  <a:schemeClr val="tx1"/>
                </a:solidFill>
                <a:latin typeface="宋体" panose="02010600030101010101" pitchFamily="2" charset="-122"/>
                <a:ea typeface="宋体" panose="02010600030101010101" pitchFamily="2" charset="-122"/>
              </a:endParaRPr>
            </a:p>
          </p:txBody>
        </p:sp>
      </p:grpSp>
      <p:sp>
        <p:nvSpPr>
          <p:cNvPr id="136205" name="Rectangle 13"/>
          <p:cNvSpPr>
            <a:spLocks noChangeArrowheads="1"/>
          </p:cNvSpPr>
          <p:nvPr>
            <p:custDataLst>
              <p:tags r:id="rId11"/>
            </p:custDataLst>
          </p:nvPr>
        </p:nvSpPr>
        <p:spPr bwMode="auto">
          <a:xfrm>
            <a:off x="5086980" y="4153929"/>
            <a:ext cx="628286" cy="399837"/>
          </a:xfrm>
          <a:prstGeom prst="rect">
            <a:avLst/>
          </a:prstGeom>
          <a:blipFill>
            <a:blip r:embed="rId12"/>
            <a:stretch>
              <a:fillRect/>
            </a:stretch>
          </a:blipFill>
          <a:ln w="9525">
            <a:solidFill>
              <a:srgbClr val="000000"/>
            </a:solidFill>
            <a:miter lim="800000"/>
          </a:ln>
        </p:spPr>
        <p:txBody>
          <a:bodyPr lIns="61070" tIns="30534" rIns="61070" bIns="30534"/>
          <a:lstStyle/>
          <a:p>
            <a:endParaRPr lang="zh-CN" altLang="en-US" sz="1800">
              <a:solidFill>
                <a:schemeClr val="tx1"/>
              </a:solidFill>
              <a:latin typeface="宋体" panose="02010600030101010101" pitchFamily="2" charset="-122"/>
              <a:ea typeface="宋体" panose="02010600030101010101" pitchFamily="2" charset="-122"/>
            </a:endParaRPr>
          </a:p>
        </p:txBody>
      </p:sp>
      <p:grpSp>
        <p:nvGrpSpPr>
          <p:cNvPr id="136206" name="Group 14"/>
          <p:cNvGrpSpPr/>
          <p:nvPr>
            <p:custDataLst>
              <p:tags r:id="rId13"/>
            </p:custDataLst>
          </p:nvPr>
        </p:nvGrpSpPr>
        <p:grpSpPr>
          <a:xfrm>
            <a:off x="4457507" y="4137900"/>
            <a:ext cx="646101" cy="430115"/>
            <a:chOff x="2800" y="2440"/>
            <a:chExt cx="1426" cy="1519"/>
          </a:xfrm>
        </p:grpSpPr>
        <p:sp>
          <p:nvSpPr>
            <p:cNvPr id="136207" name="Freeform 15"/>
            <p:cNvSpPr>
              <a:spLocks noChangeAspect="1"/>
            </p:cNvSpPr>
            <p:nvPr>
              <p:custDataLst>
                <p:tags r:id="rId14"/>
              </p:custDataLst>
            </p:nvPr>
          </p:nvSpPr>
          <p:spPr bwMode="auto">
            <a:xfrm>
              <a:off x="3667" y="2440"/>
              <a:ext cx="257" cy="278"/>
            </a:xfrm>
            <a:custGeom>
              <a:gdLst>
                <a:gd name="T0" fmla="*/ 409 w 514"/>
                <a:gd name="T1" fmla="*/ 383 h 555"/>
                <a:gd name="T2" fmla="*/ 456 w 514"/>
                <a:gd name="T3" fmla="*/ 297 h 555"/>
                <a:gd name="T4" fmla="*/ 478 w 514"/>
                <a:gd name="T5" fmla="*/ 216 h 555"/>
                <a:gd name="T6" fmla="*/ 471 w 514"/>
                <a:gd name="T7" fmla="*/ 122 h 555"/>
                <a:gd name="T8" fmla="*/ 412 w 514"/>
                <a:gd name="T9" fmla="*/ 36 h 555"/>
                <a:gd name="T10" fmla="*/ 343 w 514"/>
                <a:gd name="T11" fmla="*/ 0 h 555"/>
                <a:gd name="T12" fmla="*/ 238 w 514"/>
                <a:gd name="T13" fmla="*/ 15 h 555"/>
                <a:gd name="T14" fmla="*/ 112 w 514"/>
                <a:gd name="T15" fmla="*/ 86 h 555"/>
                <a:gd name="T16" fmla="*/ 43 w 514"/>
                <a:gd name="T17" fmla="*/ 172 h 555"/>
                <a:gd name="T18" fmla="*/ 0 w 514"/>
                <a:gd name="T19" fmla="*/ 336 h 555"/>
                <a:gd name="T20" fmla="*/ 7 w 514"/>
                <a:gd name="T21" fmla="*/ 442 h 555"/>
                <a:gd name="T22" fmla="*/ 50 w 514"/>
                <a:gd name="T23" fmla="*/ 527 h 555"/>
                <a:gd name="T24" fmla="*/ 112 w 514"/>
                <a:gd name="T25" fmla="*/ 547 h 555"/>
                <a:gd name="T26" fmla="*/ 195 w 514"/>
                <a:gd name="T27" fmla="*/ 547 h 555"/>
                <a:gd name="T28" fmla="*/ 285 w 514"/>
                <a:gd name="T29" fmla="*/ 504 h 555"/>
                <a:gd name="T30" fmla="*/ 323 w 514"/>
                <a:gd name="T31" fmla="*/ 484 h 555"/>
                <a:gd name="T32" fmla="*/ 350 w 514"/>
                <a:gd name="T33" fmla="*/ 450 h 555"/>
                <a:gd name="T34" fmla="*/ 478 w 514"/>
                <a:gd name="T35" fmla="*/ 555 h 555"/>
                <a:gd name="T36" fmla="*/ 514 w 514"/>
                <a:gd name="T37" fmla="*/ 547 h 555"/>
                <a:gd name="T38" fmla="*/ 499 w 514"/>
                <a:gd name="T39" fmla="*/ 512 h 555"/>
                <a:gd name="T40" fmla="*/ 409 w 514"/>
                <a:gd name="T41" fmla="*/ 383 h 55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14" h="555">
                  <a:moveTo>
                    <a:pt x="409" y="383"/>
                  </a:moveTo>
                  <a:lnTo>
                    <a:pt x="456" y="297"/>
                  </a:lnTo>
                  <a:lnTo>
                    <a:pt x="478" y="216"/>
                  </a:lnTo>
                  <a:lnTo>
                    <a:pt x="471" y="122"/>
                  </a:lnTo>
                  <a:lnTo>
                    <a:pt x="412" y="36"/>
                  </a:lnTo>
                  <a:lnTo>
                    <a:pt x="343" y="0"/>
                  </a:lnTo>
                  <a:lnTo>
                    <a:pt x="238" y="15"/>
                  </a:lnTo>
                  <a:lnTo>
                    <a:pt x="112" y="86"/>
                  </a:lnTo>
                  <a:lnTo>
                    <a:pt x="43" y="172"/>
                  </a:lnTo>
                  <a:lnTo>
                    <a:pt x="0" y="336"/>
                  </a:lnTo>
                  <a:lnTo>
                    <a:pt x="7" y="442"/>
                  </a:lnTo>
                  <a:lnTo>
                    <a:pt x="50" y="527"/>
                  </a:lnTo>
                  <a:lnTo>
                    <a:pt x="112" y="547"/>
                  </a:lnTo>
                  <a:lnTo>
                    <a:pt x="195" y="547"/>
                  </a:lnTo>
                  <a:lnTo>
                    <a:pt x="285" y="504"/>
                  </a:lnTo>
                  <a:lnTo>
                    <a:pt x="323" y="484"/>
                  </a:lnTo>
                  <a:lnTo>
                    <a:pt x="350" y="450"/>
                  </a:lnTo>
                  <a:lnTo>
                    <a:pt x="478" y="555"/>
                  </a:lnTo>
                  <a:lnTo>
                    <a:pt x="514" y="547"/>
                  </a:lnTo>
                  <a:lnTo>
                    <a:pt x="499" y="512"/>
                  </a:lnTo>
                  <a:lnTo>
                    <a:pt x="409" y="383"/>
                  </a:lnTo>
                  <a:close/>
                </a:path>
              </a:pathLst>
            </a:custGeom>
            <a:solidFill>
              <a:srgbClr val="FF0000"/>
            </a:solidFill>
            <a:ln w="9525">
              <a:solidFill>
                <a:srgbClr val="00B0F0"/>
              </a:solidFill>
              <a:round/>
            </a:ln>
          </p:spPr>
          <p:txBody>
            <a:bodyPr/>
            <a:lstStyle/>
            <a:p>
              <a:endParaRPr lang="zh-CN" altLang="en-US" sz="1800">
                <a:solidFill>
                  <a:schemeClr val="tx1"/>
                </a:solidFill>
                <a:latin typeface="宋体" panose="02010600030101010101" pitchFamily="2" charset="-122"/>
                <a:ea typeface="宋体" panose="02010600030101010101" pitchFamily="2" charset="-122"/>
              </a:endParaRPr>
            </a:p>
          </p:txBody>
        </p:sp>
        <p:sp>
          <p:nvSpPr>
            <p:cNvPr id="136208" name="Freeform 16"/>
            <p:cNvSpPr>
              <a:spLocks noChangeAspect="1"/>
            </p:cNvSpPr>
            <p:nvPr>
              <p:custDataLst>
                <p:tags r:id="rId15"/>
              </p:custDataLst>
            </p:nvPr>
          </p:nvSpPr>
          <p:spPr bwMode="auto">
            <a:xfrm>
              <a:off x="3309" y="2695"/>
              <a:ext cx="392" cy="587"/>
            </a:xfrm>
            <a:custGeom>
              <a:gdLst>
                <a:gd name="T0" fmla="*/ 405 w 784"/>
                <a:gd name="T1" fmla="*/ 347 h 1174"/>
                <a:gd name="T2" fmla="*/ 422 w 784"/>
                <a:gd name="T3" fmla="*/ 214 h 1174"/>
                <a:gd name="T4" fmla="*/ 441 w 784"/>
                <a:gd name="T5" fmla="*/ 51 h 1174"/>
                <a:gd name="T6" fmla="*/ 515 w 784"/>
                <a:gd name="T7" fmla="*/ 0 h 1174"/>
                <a:gd name="T8" fmla="*/ 592 w 784"/>
                <a:gd name="T9" fmla="*/ 0 h 1174"/>
                <a:gd name="T10" fmla="*/ 682 w 784"/>
                <a:gd name="T11" fmla="*/ 70 h 1174"/>
                <a:gd name="T12" fmla="*/ 748 w 784"/>
                <a:gd name="T13" fmla="*/ 235 h 1174"/>
                <a:gd name="T14" fmla="*/ 784 w 784"/>
                <a:gd name="T15" fmla="*/ 456 h 1174"/>
                <a:gd name="T16" fmla="*/ 748 w 784"/>
                <a:gd name="T17" fmla="*/ 706 h 1174"/>
                <a:gd name="T18" fmla="*/ 682 w 784"/>
                <a:gd name="T19" fmla="*/ 855 h 1174"/>
                <a:gd name="T20" fmla="*/ 557 w 784"/>
                <a:gd name="T21" fmla="*/ 1026 h 1174"/>
                <a:gd name="T22" fmla="*/ 422 w 784"/>
                <a:gd name="T23" fmla="*/ 1131 h 1174"/>
                <a:gd name="T24" fmla="*/ 257 w 784"/>
                <a:gd name="T25" fmla="*/ 1174 h 1174"/>
                <a:gd name="T26" fmla="*/ 121 w 784"/>
                <a:gd name="T27" fmla="*/ 1139 h 1174"/>
                <a:gd name="T28" fmla="*/ 35 w 784"/>
                <a:gd name="T29" fmla="*/ 1073 h 1174"/>
                <a:gd name="T30" fmla="*/ 0 w 784"/>
                <a:gd name="T31" fmla="*/ 968 h 1174"/>
                <a:gd name="T32" fmla="*/ 19 w 784"/>
                <a:gd name="T33" fmla="*/ 874 h 1174"/>
                <a:gd name="T34" fmla="*/ 62 w 784"/>
                <a:gd name="T35" fmla="*/ 788 h 1174"/>
                <a:gd name="T36" fmla="*/ 129 w 784"/>
                <a:gd name="T37" fmla="*/ 749 h 1174"/>
                <a:gd name="T38" fmla="*/ 226 w 784"/>
                <a:gd name="T39" fmla="*/ 726 h 1174"/>
                <a:gd name="T40" fmla="*/ 311 w 784"/>
                <a:gd name="T41" fmla="*/ 664 h 1174"/>
                <a:gd name="T42" fmla="*/ 378 w 784"/>
                <a:gd name="T43" fmla="*/ 535 h 1174"/>
                <a:gd name="T44" fmla="*/ 405 w 784"/>
                <a:gd name="T45" fmla="*/ 347 h 117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84" h="1174">
                  <a:moveTo>
                    <a:pt x="405" y="347"/>
                  </a:moveTo>
                  <a:lnTo>
                    <a:pt x="422" y="214"/>
                  </a:lnTo>
                  <a:lnTo>
                    <a:pt x="441" y="51"/>
                  </a:lnTo>
                  <a:lnTo>
                    <a:pt x="515" y="0"/>
                  </a:lnTo>
                  <a:lnTo>
                    <a:pt x="592" y="0"/>
                  </a:lnTo>
                  <a:lnTo>
                    <a:pt x="682" y="70"/>
                  </a:lnTo>
                  <a:lnTo>
                    <a:pt x="748" y="235"/>
                  </a:lnTo>
                  <a:lnTo>
                    <a:pt x="784" y="456"/>
                  </a:lnTo>
                  <a:lnTo>
                    <a:pt x="748" y="706"/>
                  </a:lnTo>
                  <a:lnTo>
                    <a:pt x="682" y="855"/>
                  </a:lnTo>
                  <a:lnTo>
                    <a:pt x="557" y="1026"/>
                  </a:lnTo>
                  <a:lnTo>
                    <a:pt x="422" y="1131"/>
                  </a:lnTo>
                  <a:lnTo>
                    <a:pt x="257" y="1174"/>
                  </a:lnTo>
                  <a:lnTo>
                    <a:pt x="121" y="1139"/>
                  </a:lnTo>
                  <a:lnTo>
                    <a:pt x="35" y="1073"/>
                  </a:lnTo>
                  <a:lnTo>
                    <a:pt x="0" y="968"/>
                  </a:lnTo>
                  <a:lnTo>
                    <a:pt x="19" y="874"/>
                  </a:lnTo>
                  <a:lnTo>
                    <a:pt x="62" y="788"/>
                  </a:lnTo>
                  <a:lnTo>
                    <a:pt x="129" y="749"/>
                  </a:lnTo>
                  <a:lnTo>
                    <a:pt x="226" y="726"/>
                  </a:lnTo>
                  <a:lnTo>
                    <a:pt x="311" y="664"/>
                  </a:lnTo>
                  <a:lnTo>
                    <a:pt x="378" y="535"/>
                  </a:lnTo>
                  <a:lnTo>
                    <a:pt x="405" y="347"/>
                  </a:lnTo>
                  <a:close/>
                </a:path>
              </a:pathLst>
            </a:custGeom>
            <a:solidFill>
              <a:srgbClr val="FF0000"/>
            </a:solidFill>
            <a:ln w="9525">
              <a:solidFill>
                <a:srgbClr val="00B0F0"/>
              </a:solidFill>
              <a:round/>
            </a:ln>
          </p:spPr>
          <p:txBody>
            <a:bodyPr/>
            <a:lstStyle/>
            <a:p>
              <a:endParaRPr lang="zh-CN" altLang="en-US" sz="1800">
                <a:solidFill>
                  <a:schemeClr val="tx1"/>
                </a:solidFill>
                <a:latin typeface="宋体" panose="02010600030101010101" pitchFamily="2" charset="-122"/>
                <a:ea typeface="宋体" panose="02010600030101010101" pitchFamily="2" charset="-122"/>
              </a:endParaRPr>
            </a:p>
          </p:txBody>
        </p:sp>
        <p:sp>
          <p:nvSpPr>
            <p:cNvPr id="136209" name="Freeform 17"/>
            <p:cNvSpPr>
              <a:spLocks noChangeAspect="1"/>
            </p:cNvSpPr>
            <p:nvPr>
              <p:custDataLst>
                <p:tags r:id="rId16"/>
              </p:custDataLst>
            </p:nvPr>
          </p:nvSpPr>
          <p:spPr bwMode="auto">
            <a:xfrm>
              <a:off x="3218" y="3151"/>
              <a:ext cx="504" cy="808"/>
            </a:xfrm>
            <a:custGeom>
              <a:gdLst>
                <a:gd name="T0" fmla="*/ 326 w 1007"/>
                <a:gd name="T1" fmla="*/ 52 h 1615"/>
                <a:gd name="T2" fmla="*/ 369 w 1007"/>
                <a:gd name="T3" fmla="*/ 0 h 1615"/>
                <a:gd name="T4" fmla="*/ 456 w 1007"/>
                <a:gd name="T5" fmla="*/ 0 h 1615"/>
                <a:gd name="T6" fmla="*/ 499 w 1007"/>
                <a:gd name="T7" fmla="*/ 71 h 1615"/>
                <a:gd name="T8" fmla="*/ 577 w 1007"/>
                <a:gd name="T9" fmla="*/ 242 h 1615"/>
                <a:gd name="T10" fmla="*/ 686 w 1007"/>
                <a:gd name="T11" fmla="*/ 430 h 1615"/>
                <a:gd name="T12" fmla="*/ 857 w 1007"/>
                <a:gd name="T13" fmla="*/ 578 h 1615"/>
                <a:gd name="T14" fmla="*/ 990 w 1007"/>
                <a:gd name="T15" fmla="*/ 688 h 1615"/>
                <a:gd name="T16" fmla="*/ 1007 w 1007"/>
                <a:gd name="T17" fmla="*/ 739 h 1615"/>
                <a:gd name="T18" fmla="*/ 1007 w 1007"/>
                <a:gd name="T19" fmla="*/ 793 h 1615"/>
                <a:gd name="T20" fmla="*/ 819 w 1007"/>
                <a:gd name="T21" fmla="*/ 953 h 1615"/>
                <a:gd name="T22" fmla="*/ 608 w 1007"/>
                <a:gd name="T23" fmla="*/ 1116 h 1615"/>
                <a:gd name="T24" fmla="*/ 448 w 1007"/>
                <a:gd name="T25" fmla="*/ 1187 h 1615"/>
                <a:gd name="T26" fmla="*/ 276 w 1007"/>
                <a:gd name="T27" fmla="*/ 1202 h 1615"/>
                <a:gd name="T28" fmla="*/ 190 w 1007"/>
                <a:gd name="T29" fmla="*/ 1210 h 1615"/>
                <a:gd name="T30" fmla="*/ 148 w 1007"/>
                <a:gd name="T31" fmla="*/ 1296 h 1615"/>
                <a:gd name="T32" fmla="*/ 112 w 1007"/>
                <a:gd name="T33" fmla="*/ 1393 h 1615"/>
                <a:gd name="T34" fmla="*/ 135 w 1007"/>
                <a:gd name="T35" fmla="*/ 1502 h 1615"/>
                <a:gd name="T36" fmla="*/ 190 w 1007"/>
                <a:gd name="T37" fmla="*/ 1523 h 1615"/>
                <a:gd name="T38" fmla="*/ 190 w 1007"/>
                <a:gd name="T39" fmla="*/ 1564 h 1615"/>
                <a:gd name="T40" fmla="*/ 62 w 1007"/>
                <a:gd name="T41" fmla="*/ 1615 h 1615"/>
                <a:gd name="T42" fmla="*/ 19 w 1007"/>
                <a:gd name="T43" fmla="*/ 1553 h 1615"/>
                <a:gd name="T44" fmla="*/ 0 w 1007"/>
                <a:gd name="T45" fmla="*/ 1444 h 1615"/>
                <a:gd name="T46" fmla="*/ 41 w 1007"/>
                <a:gd name="T47" fmla="*/ 1315 h 1615"/>
                <a:gd name="T48" fmla="*/ 105 w 1007"/>
                <a:gd name="T49" fmla="*/ 1202 h 1615"/>
                <a:gd name="T50" fmla="*/ 190 w 1007"/>
                <a:gd name="T51" fmla="*/ 1101 h 1615"/>
                <a:gd name="T52" fmla="*/ 276 w 1007"/>
                <a:gd name="T53" fmla="*/ 1073 h 1615"/>
                <a:gd name="T54" fmla="*/ 362 w 1007"/>
                <a:gd name="T55" fmla="*/ 1116 h 1615"/>
                <a:gd name="T56" fmla="*/ 514 w 1007"/>
                <a:gd name="T57" fmla="*/ 1050 h 1615"/>
                <a:gd name="T58" fmla="*/ 643 w 1007"/>
                <a:gd name="T59" fmla="*/ 945 h 1615"/>
                <a:gd name="T60" fmla="*/ 791 w 1007"/>
                <a:gd name="T61" fmla="*/ 816 h 1615"/>
                <a:gd name="T62" fmla="*/ 842 w 1007"/>
                <a:gd name="T63" fmla="*/ 758 h 1615"/>
                <a:gd name="T64" fmla="*/ 834 w 1007"/>
                <a:gd name="T65" fmla="*/ 707 h 1615"/>
                <a:gd name="T66" fmla="*/ 662 w 1007"/>
                <a:gd name="T67" fmla="*/ 610 h 1615"/>
                <a:gd name="T68" fmla="*/ 514 w 1007"/>
                <a:gd name="T69" fmla="*/ 480 h 1615"/>
                <a:gd name="T70" fmla="*/ 343 w 1007"/>
                <a:gd name="T71" fmla="*/ 309 h 1615"/>
                <a:gd name="T72" fmla="*/ 283 w 1007"/>
                <a:gd name="T73" fmla="*/ 157 h 1615"/>
                <a:gd name="T74" fmla="*/ 326 w 1007"/>
                <a:gd name="T75" fmla="*/ 52 h 161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04" h="1615">
                  <a:moveTo>
                    <a:pt x="326" y="52"/>
                  </a:moveTo>
                  <a:lnTo>
                    <a:pt x="369" y="0"/>
                  </a:lnTo>
                  <a:lnTo>
                    <a:pt x="456" y="0"/>
                  </a:lnTo>
                  <a:lnTo>
                    <a:pt x="499" y="71"/>
                  </a:lnTo>
                  <a:lnTo>
                    <a:pt x="577" y="242"/>
                  </a:lnTo>
                  <a:lnTo>
                    <a:pt x="686" y="430"/>
                  </a:lnTo>
                  <a:lnTo>
                    <a:pt x="857" y="578"/>
                  </a:lnTo>
                  <a:lnTo>
                    <a:pt x="990" y="688"/>
                  </a:lnTo>
                  <a:lnTo>
                    <a:pt x="1007" y="739"/>
                  </a:lnTo>
                  <a:lnTo>
                    <a:pt x="1007" y="793"/>
                  </a:lnTo>
                  <a:lnTo>
                    <a:pt x="819" y="953"/>
                  </a:lnTo>
                  <a:lnTo>
                    <a:pt x="608" y="1116"/>
                  </a:lnTo>
                  <a:lnTo>
                    <a:pt x="448" y="1187"/>
                  </a:lnTo>
                  <a:lnTo>
                    <a:pt x="276" y="1202"/>
                  </a:lnTo>
                  <a:lnTo>
                    <a:pt x="190" y="1210"/>
                  </a:lnTo>
                  <a:lnTo>
                    <a:pt x="148" y="1296"/>
                  </a:lnTo>
                  <a:lnTo>
                    <a:pt x="112" y="1393"/>
                  </a:lnTo>
                  <a:lnTo>
                    <a:pt x="135" y="1502"/>
                  </a:lnTo>
                  <a:lnTo>
                    <a:pt x="190" y="1523"/>
                  </a:lnTo>
                  <a:lnTo>
                    <a:pt x="190" y="1564"/>
                  </a:lnTo>
                  <a:lnTo>
                    <a:pt x="62" y="1615"/>
                  </a:lnTo>
                  <a:lnTo>
                    <a:pt x="19" y="1553"/>
                  </a:lnTo>
                  <a:lnTo>
                    <a:pt x="0" y="1444"/>
                  </a:lnTo>
                  <a:lnTo>
                    <a:pt x="41" y="1315"/>
                  </a:lnTo>
                  <a:lnTo>
                    <a:pt x="105" y="1202"/>
                  </a:lnTo>
                  <a:lnTo>
                    <a:pt x="190" y="1101"/>
                  </a:lnTo>
                  <a:lnTo>
                    <a:pt x="276" y="1073"/>
                  </a:lnTo>
                  <a:lnTo>
                    <a:pt x="362" y="1116"/>
                  </a:lnTo>
                  <a:lnTo>
                    <a:pt x="514" y="1050"/>
                  </a:lnTo>
                  <a:lnTo>
                    <a:pt x="643" y="945"/>
                  </a:lnTo>
                  <a:lnTo>
                    <a:pt x="791" y="816"/>
                  </a:lnTo>
                  <a:lnTo>
                    <a:pt x="842" y="758"/>
                  </a:lnTo>
                  <a:lnTo>
                    <a:pt x="834" y="707"/>
                  </a:lnTo>
                  <a:lnTo>
                    <a:pt x="662" y="610"/>
                  </a:lnTo>
                  <a:lnTo>
                    <a:pt x="514" y="480"/>
                  </a:lnTo>
                  <a:lnTo>
                    <a:pt x="343" y="309"/>
                  </a:lnTo>
                  <a:lnTo>
                    <a:pt x="283" y="157"/>
                  </a:lnTo>
                  <a:lnTo>
                    <a:pt x="326" y="52"/>
                  </a:lnTo>
                  <a:close/>
                </a:path>
              </a:pathLst>
            </a:custGeom>
            <a:solidFill>
              <a:srgbClr val="FF0000"/>
            </a:solidFill>
            <a:ln w="9525">
              <a:solidFill>
                <a:srgbClr val="00B0F0"/>
              </a:solidFill>
              <a:round/>
            </a:ln>
          </p:spPr>
          <p:txBody>
            <a:bodyPr/>
            <a:lstStyle/>
            <a:p>
              <a:endParaRPr lang="zh-CN" altLang="en-US" sz="1800">
                <a:solidFill>
                  <a:schemeClr val="tx1"/>
                </a:solidFill>
                <a:latin typeface="宋体" panose="02010600030101010101" pitchFamily="2" charset="-122"/>
                <a:ea typeface="宋体" panose="02010600030101010101" pitchFamily="2" charset="-122"/>
              </a:endParaRPr>
            </a:p>
          </p:txBody>
        </p:sp>
        <p:sp>
          <p:nvSpPr>
            <p:cNvPr id="136210" name="Freeform 18"/>
            <p:cNvSpPr>
              <a:spLocks noChangeAspect="1"/>
            </p:cNvSpPr>
            <p:nvPr>
              <p:custDataLst>
                <p:tags r:id="rId17"/>
              </p:custDataLst>
            </p:nvPr>
          </p:nvSpPr>
          <p:spPr bwMode="auto">
            <a:xfrm>
              <a:off x="2800" y="3153"/>
              <a:ext cx="663" cy="744"/>
            </a:xfrm>
            <a:custGeom>
              <a:gdLst>
                <a:gd name="T0" fmla="*/ 905 w 1326"/>
                <a:gd name="T1" fmla="*/ 370 h 1487"/>
                <a:gd name="T2" fmla="*/ 1057 w 1326"/>
                <a:gd name="T3" fmla="*/ 113 h 1487"/>
                <a:gd name="T4" fmla="*/ 1183 w 1326"/>
                <a:gd name="T5" fmla="*/ 0 h 1487"/>
                <a:gd name="T6" fmla="*/ 1292 w 1326"/>
                <a:gd name="T7" fmla="*/ 19 h 1487"/>
                <a:gd name="T8" fmla="*/ 1326 w 1326"/>
                <a:gd name="T9" fmla="*/ 136 h 1487"/>
                <a:gd name="T10" fmla="*/ 1162 w 1326"/>
                <a:gd name="T11" fmla="*/ 394 h 1487"/>
                <a:gd name="T12" fmla="*/ 971 w 1326"/>
                <a:gd name="T13" fmla="*/ 651 h 1487"/>
                <a:gd name="T14" fmla="*/ 769 w 1326"/>
                <a:gd name="T15" fmla="*/ 878 h 1487"/>
                <a:gd name="T16" fmla="*/ 577 w 1326"/>
                <a:gd name="T17" fmla="*/ 1015 h 1487"/>
                <a:gd name="T18" fmla="*/ 449 w 1326"/>
                <a:gd name="T19" fmla="*/ 1116 h 1487"/>
                <a:gd name="T20" fmla="*/ 328 w 1326"/>
                <a:gd name="T21" fmla="*/ 1116 h 1487"/>
                <a:gd name="T22" fmla="*/ 277 w 1326"/>
                <a:gd name="T23" fmla="*/ 1099 h 1487"/>
                <a:gd name="T24" fmla="*/ 277 w 1326"/>
                <a:gd name="T25" fmla="*/ 1221 h 1487"/>
                <a:gd name="T26" fmla="*/ 172 w 1326"/>
                <a:gd name="T27" fmla="*/ 1358 h 1487"/>
                <a:gd name="T28" fmla="*/ 86 w 1326"/>
                <a:gd name="T29" fmla="*/ 1401 h 1487"/>
                <a:gd name="T30" fmla="*/ 93 w 1326"/>
                <a:gd name="T31" fmla="*/ 1478 h 1487"/>
                <a:gd name="T32" fmla="*/ 9 w 1326"/>
                <a:gd name="T33" fmla="*/ 1487 h 1487"/>
                <a:gd name="T34" fmla="*/ 0 w 1326"/>
                <a:gd name="T35" fmla="*/ 1373 h 1487"/>
                <a:gd name="T36" fmla="*/ 71 w 1326"/>
                <a:gd name="T37" fmla="*/ 1287 h 1487"/>
                <a:gd name="T38" fmla="*/ 172 w 1326"/>
                <a:gd name="T39" fmla="*/ 1210 h 1487"/>
                <a:gd name="T40" fmla="*/ 215 w 1326"/>
                <a:gd name="T41" fmla="*/ 1123 h 1487"/>
                <a:gd name="T42" fmla="*/ 223 w 1326"/>
                <a:gd name="T43" fmla="*/ 1015 h 1487"/>
                <a:gd name="T44" fmla="*/ 215 w 1326"/>
                <a:gd name="T45" fmla="*/ 987 h 1487"/>
                <a:gd name="T46" fmla="*/ 266 w 1326"/>
                <a:gd name="T47" fmla="*/ 951 h 1487"/>
                <a:gd name="T48" fmla="*/ 309 w 1326"/>
                <a:gd name="T49" fmla="*/ 951 h 1487"/>
                <a:gd name="T50" fmla="*/ 343 w 1326"/>
                <a:gd name="T51" fmla="*/ 1015 h 1487"/>
                <a:gd name="T52" fmla="*/ 406 w 1326"/>
                <a:gd name="T53" fmla="*/ 1037 h 1487"/>
                <a:gd name="T54" fmla="*/ 472 w 1326"/>
                <a:gd name="T55" fmla="*/ 1015 h 1487"/>
                <a:gd name="T56" fmla="*/ 558 w 1326"/>
                <a:gd name="T57" fmla="*/ 928 h 1487"/>
                <a:gd name="T58" fmla="*/ 691 w 1326"/>
                <a:gd name="T59" fmla="*/ 792 h 1487"/>
                <a:gd name="T60" fmla="*/ 800 w 1326"/>
                <a:gd name="T61" fmla="*/ 628 h 1487"/>
                <a:gd name="T62" fmla="*/ 862 w 1326"/>
                <a:gd name="T63" fmla="*/ 492 h 1487"/>
                <a:gd name="T64" fmla="*/ 905 w 1326"/>
                <a:gd name="T65" fmla="*/ 370 h 148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26" h="1487">
                  <a:moveTo>
                    <a:pt x="905" y="370"/>
                  </a:moveTo>
                  <a:lnTo>
                    <a:pt x="1057" y="113"/>
                  </a:lnTo>
                  <a:lnTo>
                    <a:pt x="1183" y="0"/>
                  </a:lnTo>
                  <a:lnTo>
                    <a:pt x="1292" y="19"/>
                  </a:lnTo>
                  <a:lnTo>
                    <a:pt x="1326" y="136"/>
                  </a:lnTo>
                  <a:lnTo>
                    <a:pt x="1162" y="394"/>
                  </a:lnTo>
                  <a:lnTo>
                    <a:pt x="971" y="651"/>
                  </a:lnTo>
                  <a:lnTo>
                    <a:pt x="769" y="878"/>
                  </a:lnTo>
                  <a:lnTo>
                    <a:pt x="577" y="1015"/>
                  </a:lnTo>
                  <a:lnTo>
                    <a:pt x="449" y="1116"/>
                  </a:lnTo>
                  <a:lnTo>
                    <a:pt x="328" y="1116"/>
                  </a:lnTo>
                  <a:lnTo>
                    <a:pt x="277" y="1099"/>
                  </a:lnTo>
                  <a:lnTo>
                    <a:pt x="277" y="1221"/>
                  </a:lnTo>
                  <a:lnTo>
                    <a:pt x="172" y="1358"/>
                  </a:lnTo>
                  <a:lnTo>
                    <a:pt x="86" y="1401"/>
                  </a:lnTo>
                  <a:lnTo>
                    <a:pt x="93" y="1478"/>
                  </a:lnTo>
                  <a:lnTo>
                    <a:pt x="9" y="1487"/>
                  </a:lnTo>
                  <a:lnTo>
                    <a:pt x="0" y="1373"/>
                  </a:lnTo>
                  <a:lnTo>
                    <a:pt x="71" y="1287"/>
                  </a:lnTo>
                  <a:lnTo>
                    <a:pt x="172" y="1210"/>
                  </a:lnTo>
                  <a:lnTo>
                    <a:pt x="215" y="1123"/>
                  </a:lnTo>
                  <a:lnTo>
                    <a:pt x="223" y="1015"/>
                  </a:lnTo>
                  <a:lnTo>
                    <a:pt x="215" y="987"/>
                  </a:lnTo>
                  <a:lnTo>
                    <a:pt x="266" y="951"/>
                  </a:lnTo>
                  <a:lnTo>
                    <a:pt x="309" y="951"/>
                  </a:lnTo>
                  <a:lnTo>
                    <a:pt x="343" y="1015"/>
                  </a:lnTo>
                  <a:lnTo>
                    <a:pt x="406" y="1037"/>
                  </a:lnTo>
                  <a:lnTo>
                    <a:pt x="472" y="1015"/>
                  </a:lnTo>
                  <a:lnTo>
                    <a:pt x="558" y="928"/>
                  </a:lnTo>
                  <a:lnTo>
                    <a:pt x="691" y="792"/>
                  </a:lnTo>
                  <a:lnTo>
                    <a:pt x="800" y="628"/>
                  </a:lnTo>
                  <a:lnTo>
                    <a:pt x="862" y="492"/>
                  </a:lnTo>
                  <a:lnTo>
                    <a:pt x="905" y="370"/>
                  </a:lnTo>
                  <a:close/>
                </a:path>
              </a:pathLst>
            </a:custGeom>
            <a:solidFill>
              <a:srgbClr val="00B0F0"/>
            </a:solidFill>
            <a:ln w="9525">
              <a:solidFill>
                <a:srgbClr val="00B0F0"/>
              </a:solidFill>
              <a:round/>
            </a:ln>
          </p:spPr>
          <p:txBody>
            <a:bodyPr/>
            <a:lstStyle/>
            <a:p>
              <a:endParaRPr lang="zh-CN" altLang="en-US" sz="1800">
                <a:solidFill>
                  <a:schemeClr val="tx1"/>
                </a:solidFill>
                <a:latin typeface="宋体" panose="02010600030101010101" pitchFamily="2" charset="-122"/>
                <a:ea typeface="宋体" panose="02010600030101010101" pitchFamily="2" charset="-122"/>
              </a:endParaRPr>
            </a:p>
          </p:txBody>
        </p:sp>
        <p:sp>
          <p:nvSpPr>
            <p:cNvPr id="136211" name="Freeform 19"/>
            <p:cNvSpPr>
              <a:spLocks noChangeAspect="1"/>
            </p:cNvSpPr>
            <p:nvPr>
              <p:custDataLst>
                <p:tags r:id="rId18"/>
              </p:custDataLst>
            </p:nvPr>
          </p:nvSpPr>
          <p:spPr bwMode="auto">
            <a:xfrm>
              <a:off x="3575" y="2738"/>
              <a:ext cx="651" cy="413"/>
            </a:xfrm>
            <a:custGeom>
              <a:gdLst>
                <a:gd name="T0" fmla="*/ 16 w 1303"/>
                <a:gd name="T1" fmla="*/ 145 h 827"/>
                <a:gd name="T2" fmla="*/ 0 w 1303"/>
                <a:gd name="T3" fmla="*/ 36 h 827"/>
                <a:gd name="T4" fmla="*/ 63 w 1303"/>
                <a:gd name="T5" fmla="*/ 0 h 827"/>
                <a:gd name="T6" fmla="*/ 172 w 1303"/>
                <a:gd name="T7" fmla="*/ 21 h 827"/>
                <a:gd name="T8" fmla="*/ 320 w 1303"/>
                <a:gd name="T9" fmla="*/ 165 h 827"/>
                <a:gd name="T10" fmla="*/ 465 w 1303"/>
                <a:gd name="T11" fmla="*/ 336 h 827"/>
                <a:gd name="T12" fmla="*/ 620 w 1303"/>
                <a:gd name="T13" fmla="*/ 484 h 827"/>
                <a:gd name="T14" fmla="*/ 812 w 1303"/>
                <a:gd name="T15" fmla="*/ 559 h 827"/>
                <a:gd name="T16" fmla="*/ 999 w 1303"/>
                <a:gd name="T17" fmla="*/ 578 h 827"/>
                <a:gd name="T18" fmla="*/ 1081 w 1303"/>
                <a:gd name="T19" fmla="*/ 559 h 827"/>
                <a:gd name="T20" fmla="*/ 1198 w 1303"/>
                <a:gd name="T21" fmla="*/ 493 h 827"/>
                <a:gd name="T22" fmla="*/ 1303 w 1303"/>
                <a:gd name="T23" fmla="*/ 508 h 827"/>
                <a:gd name="T24" fmla="*/ 1261 w 1303"/>
                <a:gd name="T25" fmla="*/ 559 h 827"/>
                <a:gd name="T26" fmla="*/ 1175 w 1303"/>
                <a:gd name="T27" fmla="*/ 594 h 827"/>
                <a:gd name="T28" fmla="*/ 1113 w 1303"/>
                <a:gd name="T29" fmla="*/ 637 h 827"/>
                <a:gd name="T30" fmla="*/ 1081 w 1303"/>
                <a:gd name="T31" fmla="*/ 699 h 827"/>
                <a:gd name="T32" fmla="*/ 1081 w 1303"/>
                <a:gd name="T33" fmla="*/ 793 h 827"/>
                <a:gd name="T34" fmla="*/ 1027 w 1303"/>
                <a:gd name="T35" fmla="*/ 827 h 827"/>
                <a:gd name="T36" fmla="*/ 999 w 1303"/>
                <a:gd name="T37" fmla="*/ 750 h 827"/>
                <a:gd name="T38" fmla="*/ 941 w 1303"/>
                <a:gd name="T39" fmla="*/ 679 h 827"/>
                <a:gd name="T40" fmla="*/ 847 w 1303"/>
                <a:gd name="T41" fmla="*/ 656 h 827"/>
                <a:gd name="T42" fmla="*/ 699 w 1303"/>
                <a:gd name="T43" fmla="*/ 602 h 827"/>
                <a:gd name="T44" fmla="*/ 527 w 1303"/>
                <a:gd name="T45" fmla="*/ 527 h 827"/>
                <a:gd name="T46" fmla="*/ 378 w 1303"/>
                <a:gd name="T47" fmla="*/ 422 h 827"/>
                <a:gd name="T48" fmla="*/ 226 w 1303"/>
                <a:gd name="T49" fmla="*/ 302 h 827"/>
                <a:gd name="T50" fmla="*/ 78 w 1303"/>
                <a:gd name="T51" fmla="*/ 227 h 827"/>
                <a:gd name="T52" fmla="*/ 16 w 1303"/>
                <a:gd name="T53" fmla="*/ 145 h 82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03" h="825">
                  <a:moveTo>
                    <a:pt x="16" y="145"/>
                  </a:moveTo>
                  <a:lnTo>
                    <a:pt x="0" y="36"/>
                  </a:lnTo>
                  <a:lnTo>
                    <a:pt x="63" y="0"/>
                  </a:lnTo>
                  <a:lnTo>
                    <a:pt x="172" y="21"/>
                  </a:lnTo>
                  <a:lnTo>
                    <a:pt x="320" y="165"/>
                  </a:lnTo>
                  <a:lnTo>
                    <a:pt x="465" y="336"/>
                  </a:lnTo>
                  <a:lnTo>
                    <a:pt x="620" y="484"/>
                  </a:lnTo>
                  <a:lnTo>
                    <a:pt x="812" y="559"/>
                  </a:lnTo>
                  <a:lnTo>
                    <a:pt x="999" y="578"/>
                  </a:lnTo>
                  <a:lnTo>
                    <a:pt x="1081" y="559"/>
                  </a:lnTo>
                  <a:lnTo>
                    <a:pt x="1198" y="493"/>
                  </a:lnTo>
                  <a:lnTo>
                    <a:pt x="1303" y="508"/>
                  </a:lnTo>
                  <a:lnTo>
                    <a:pt x="1261" y="559"/>
                  </a:lnTo>
                  <a:lnTo>
                    <a:pt x="1175" y="594"/>
                  </a:lnTo>
                  <a:lnTo>
                    <a:pt x="1113" y="637"/>
                  </a:lnTo>
                  <a:lnTo>
                    <a:pt x="1081" y="699"/>
                  </a:lnTo>
                  <a:lnTo>
                    <a:pt x="1081" y="793"/>
                  </a:lnTo>
                  <a:lnTo>
                    <a:pt x="1027" y="827"/>
                  </a:lnTo>
                  <a:lnTo>
                    <a:pt x="999" y="750"/>
                  </a:lnTo>
                  <a:lnTo>
                    <a:pt x="941" y="679"/>
                  </a:lnTo>
                  <a:lnTo>
                    <a:pt x="847" y="656"/>
                  </a:lnTo>
                  <a:lnTo>
                    <a:pt x="699" y="602"/>
                  </a:lnTo>
                  <a:lnTo>
                    <a:pt x="527" y="527"/>
                  </a:lnTo>
                  <a:lnTo>
                    <a:pt x="378" y="422"/>
                  </a:lnTo>
                  <a:lnTo>
                    <a:pt x="226" y="302"/>
                  </a:lnTo>
                  <a:lnTo>
                    <a:pt x="78" y="227"/>
                  </a:lnTo>
                  <a:lnTo>
                    <a:pt x="16" y="145"/>
                  </a:lnTo>
                  <a:close/>
                </a:path>
              </a:pathLst>
            </a:custGeom>
            <a:solidFill>
              <a:srgbClr val="FF0000"/>
            </a:solidFill>
            <a:ln w="9525">
              <a:solidFill>
                <a:srgbClr val="00B0F0"/>
              </a:solidFill>
              <a:round/>
            </a:ln>
          </p:spPr>
          <p:txBody>
            <a:bodyPr/>
            <a:lstStyle/>
            <a:p>
              <a:endParaRPr lang="zh-CN" altLang="en-US" sz="1800">
                <a:solidFill>
                  <a:schemeClr val="tx1"/>
                </a:solidFill>
                <a:latin typeface="宋体" panose="02010600030101010101" pitchFamily="2" charset="-122"/>
                <a:ea typeface="宋体" panose="02010600030101010101" pitchFamily="2" charset="-122"/>
              </a:endParaRPr>
            </a:p>
          </p:txBody>
        </p:sp>
        <p:sp>
          <p:nvSpPr>
            <p:cNvPr id="136212" name="Freeform 20"/>
            <p:cNvSpPr>
              <a:spLocks noChangeAspect="1"/>
            </p:cNvSpPr>
            <p:nvPr>
              <p:custDataLst>
                <p:tags r:id="rId19"/>
              </p:custDataLst>
            </p:nvPr>
          </p:nvSpPr>
          <p:spPr bwMode="auto">
            <a:xfrm>
              <a:off x="3571" y="2773"/>
              <a:ext cx="582" cy="435"/>
            </a:xfrm>
            <a:custGeom>
              <a:gdLst>
                <a:gd name="T0" fmla="*/ 0 w 1163"/>
                <a:gd name="T1" fmla="*/ 163 h 870"/>
                <a:gd name="T2" fmla="*/ 19 w 1163"/>
                <a:gd name="T3" fmla="*/ 15 h 870"/>
                <a:gd name="T4" fmla="*/ 113 w 1163"/>
                <a:gd name="T5" fmla="*/ 0 h 870"/>
                <a:gd name="T6" fmla="*/ 173 w 1163"/>
                <a:gd name="T7" fmla="*/ 62 h 870"/>
                <a:gd name="T8" fmla="*/ 192 w 1163"/>
                <a:gd name="T9" fmla="*/ 207 h 870"/>
                <a:gd name="T10" fmla="*/ 285 w 1163"/>
                <a:gd name="T11" fmla="*/ 429 h 870"/>
                <a:gd name="T12" fmla="*/ 449 w 1163"/>
                <a:gd name="T13" fmla="*/ 600 h 870"/>
                <a:gd name="T14" fmla="*/ 585 w 1163"/>
                <a:gd name="T15" fmla="*/ 698 h 870"/>
                <a:gd name="T16" fmla="*/ 906 w 1163"/>
                <a:gd name="T17" fmla="*/ 707 h 870"/>
                <a:gd name="T18" fmla="*/ 1050 w 1163"/>
                <a:gd name="T19" fmla="*/ 643 h 870"/>
                <a:gd name="T20" fmla="*/ 1112 w 1163"/>
                <a:gd name="T21" fmla="*/ 570 h 870"/>
                <a:gd name="T22" fmla="*/ 1163 w 1163"/>
                <a:gd name="T23" fmla="*/ 578 h 870"/>
                <a:gd name="T24" fmla="*/ 1155 w 1163"/>
                <a:gd name="T25" fmla="*/ 664 h 870"/>
                <a:gd name="T26" fmla="*/ 1112 w 1163"/>
                <a:gd name="T27" fmla="*/ 827 h 870"/>
                <a:gd name="T28" fmla="*/ 1155 w 1163"/>
                <a:gd name="T29" fmla="*/ 870 h 870"/>
                <a:gd name="T30" fmla="*/ 1034 w 1163"/>
                <a:gd name="T31" fmla="*/ 851 h 870"/>
                <a:gd name="T32" fmla="*/ 1007 w 1163"/>
                <a:gd name="T33" fmla="*/ 808 h 870"/>
                <a:gd name="T34" fmla="*/ 812 w 1163"/>
                <a:gd name="T35" fmla="*/ 792 h 870"/>
                <a:gd name="T36" fmla="*/ 585 w 1163"/>
                <a:gd name="T37" fmla="*/ 784 h 870"/>
                <a:gd name="T38" fmla="*/ 449 w 1163"/>
                <a:gd name="T39" fmla="*/ 722 h 870"/>
                <a:gd name="T40" fmla="*/ 363 w 1163"/>
                <a:gd name="T41" fmla="*/ 656 h 870"/>
                <a:gd name="T42" fmla="*/ 265 w 1163"/>
                <a:gd name="T43" fmla="*/ 535 h 870"/>
                <a:gd name="T44" fmla="*/ 113 w 1163"/>
                <a:gd name="T45" fmla="*/ 386 h 870"/>
                <a:gd name="T46" fmla="*/ 19 w 1163"/>
                <a:gd name="T47" fmla="*/ 257 h 870"/>
                <a:gd name="T48" fmla="*/ 0 w 1163"/>
                <a:gd name="T49" fmla="*/ 163 h 87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63" h="870">
                  <a:moveTo>
                    <a:pt x="0" y="163"/>
                  </a:moveTo>
                  <a:lnTo>
                    <a:pt x="19" y="15"/>
                  </a:lnTo>
                  <a:lnTo>
                    <a:pt x="113" y="0"/>
                  </a:lnTo>
                  <a:lnTo>
                    <a:pt x="173" y="62"/>
                  </a:lnTo>
                  <a:lnTo>
                    <a:pt x="192" y="207"/>
                  </a:lnTo>
                  <a:lnTo>
                    <a:pt x="285" y="429"/>
                  </a:lnTo>
                  <a:lnTo>
                    <a:pt x="449" y="600"/>
                  </a:lnTo>
                  <a:lnTo>
                    <a:pt x="585" y="698"/>
                  </a:lnTo>
                  <a:lnTo>
                    <a:pt x="906" y="707"/>
                  </a:lnTo>
                  <a:lnTo>
                    <a:pt x="1050" y="643"/>
                  </a:lnTo>
                  <a:lnTo>
                    <a:pt x="1112" y="570"/>
                  </a:lnTo>
                  <a:lnTo>
                    <a:pt x="1163" y="578"/>
                  </a:lnTo>
                  <a:lnTo>
                    <a:pt x="1155" y="664"/>
                  </a:lnTo>
                  <a:lnTo>
                    <a:pt x="1112" y="827"/>
                  </a:lnTo>
                  <a:lnTo>
                    <a:pt x="1155" y="870"/>
                  </a:lnTo>
                  <a:lnTo>
                    <a:pt x="1034" y="851"/>
                  </a:lnTo>
                  <a:lnTo>
                    <a:pt x="1007" y="808"/>
                  </a:lnTo>
                  <a:lnTo>
                    <a:pt x="812" y="792"/>
                  </a:lnTo>
                  <a:lnTo>
                    <a:pt x="585" y="784"/>
                  </a:lnTo>
                  <a:lnTo>
                    <a:pt x="449" y="722"/>
                  </a:lnTo>
                  <a:lnTo>
                    <a:pt x="363" y="656"/>
                  </a:lnTo>
                  <a:lnTo>
                    <a:pt x="265" y="535"/>
                  </a:lnTo>
                  <a:lnTo>
                    <a:pt x="113" y="386"/>
                  </a:lnTo>
                  <a:lnTo>
                    <a:pt x="19" y="257"/>
                  </a:lnTo>
                  <a:lnTo>
                    <a:pt x="0" y="163"/>
                  </a:lnTo>
                  <a:close/>
                </a:path>
              </a:pathLst>
            </a:custGeom>
            <a:solidFill>
              <a:srgbClr val="FF0000"/>
            </a:solidFill>
            <a:ln w="9525">
              <a:solidFill>
                <a:srgbClr val="00B0F0"/>
              </a:solidFill>
              <a:round/>
            </a:ln>
          </p:spPr>
          <p:txBody>
            <a:bodyPr/>
            <a:lstStyle/>
            <a:p>
              <a:endParaRPr lang="zh-CN" altLang="en-US" sz="1800">
                <a:solidFill>
                  <a:schemeClr val="tx1"/>
                </a:solidFill>
                <a:latin typeface="宋体" panose="02010600030101010101" pitchFamily="2" charset="-122"/>
                <a:ea typeface="宋体" panose="02010600030101010101" pitchFamily="2" charset="-122"/>
              </a:endParaRPr>
            </a:p>
          </p:txBody>
        </p:sp>
      </p:grpSp>
      <p:sp>
        <p:nvSpPr>
          <p:cNvPr id="136213" name="Oval 21"/>
          <p:cNvSpPr>
            <a:spLocks noChangeArrowheads="1"/>
          </p:cNvSpPr>
          <p:nvPr>
            <p:custDataLst>
              <p:tags r:id="rId20"/>
            </p:custDataLst>
          </p:nvPr>
        </p:nvSpPr>
        <p:spPr bwMode="auto">
          <a:xfrm>
            <a:off x="5050162" y="4299973"/>
            <a:ext cx="73636" cy="60554"/>
          </a:xfrm>
          <a:prstGeom prst="ellipse">
            <a:avLst/>
          </a:prstGeom>
          <a:solidFill>
            <a:srgbClr val="000000"/>
          </a:solidFill>
          <a:ln w="9525">
            <a:solidFill>
              <a:srgbClr val="000000"/>
            </a:solidFill>
            <a:round/>
          </a:ln>
        </p:spPr>
        <p:txBody>
          <a:bodyPr lIns="61070" tIns="30534" rIns="61070" bIns="30534"/>
          <a:lstStyle/>
          <a:p>
            <a:endParaRPr lang="zh-CN" altLang="en-US" sz="1800">
              <a:solidFill>
                <a:schemeClr val="tx1"/>
              </a:solidFill>
              <a:latin typeface="宋体" panose="02010600030101010101" pitchFamily="2" charset="-122"/>
              <a:ea typeface="宋体" panose="02010600030101010101" pitchFamily="2" charset="-122"/>
            </a:endParaRPr>
          </a:p>
        </p:txBody>
      </p:sp>
      <p:grpSp>
        <p:nvGrpSpPr>
          <p:cNvPr id="136214" name="Group 22"/>
          <p:cNvGrpSpPr/>
          <p:nvPr>
            <p:custDataLst>
              <p:tags r:id="rId21"/>
            </p:custDataLst>
          </p:nvPr>
        </p:nvGrpSpPr>
        <p:grpSpPr>
          <a:xfrm>
            <a:off x="3983019" y="4143978"/>
            <a:ext cx="735178" cy="70350"/>
            <a:chOff x="4294" y="1935"/>
            <a:chExt cx="794" cy="115"/>
          </a:xfrm>
        </p:grpSpPr>
        <p:sp>
          <p:nvSpPr>
            <p:cNvPr id="136215" name="Line 23"/>
            <p:cNvSpPr>
              <a:spLocks noChangeShapeType="1"/>
            </p:cNvSpPr>
            <p:nvPr>
              <p:custDataLst>
                <p:tags r:id="rId22"/>
              </p:custDataLst>
            </p:nvPr>
          </p:nvSpPr>
          <p:spPr bwMode="auto">
            <a:xfrm>
              <a:off x="4294" y="2050"/>
              <a:ext cx="794"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sz="1010"/>
            </a:p>
          </p:txBody>
        </p:sp>
        <p:sp>
          <p:nvSpPr>
            <p:cNvPr id="136216" name="Line 24"/>
            <p:cNvSpPr>
              <a:spLocks noChangeShapeType="1"/>
            </p:cNvSpPr>
            <p:nvPr>
              <p:custDataLst>
                <p:tags r:id="rId23"/>
              </p:custDataLst>
            </p:nvPr>
          </p:nvSpPr>
          <p:spPr bwMode="auto">
            <a:xfrm flipH="1">
              <a:off x="4294" y="1935"/>
              <a:ext cx="0" cy="11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sz="1010"/>
            </a:p>
          </p:txBody>
        </p:sp>
        <p:sp>
          <p:nvSpPr>
            <p:cNvPr id="136217" name="Line 25"/>
            <p:cNvSpPr>
              <a:spLocks noChangeShapeType="1"/>
            </p:cNvSpPr>
            <p:nvPr>
              <p:custDataLst>
                <p:tags r:id="rId24"/>
              </p:custDataLst>
            </p:nvPr>
          </p:nvSpPr>
          <p:spPr bwMode="auto">
            <a:xfrm flipH="1">
              <a:off x="5088" y="1935"/>
              <a:ext cx="0" cy="11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sz="1010"/>
            </a:p>
          </p:txBody>
        </p:sp>
      </p:grpSp>
      <p:sp>
        <p:nvSpPr>
          <p:cNvPr id="136218" name="Text Box 26"/>
          <p:cNvSpPr txBox="1">
            <a:spLocks noChangeArrowheads="1"/>
          </p:cNvSpPr>
          <p:nvPr>
            <p:custDataLst>
              <p:tags r:id="rId25"/>
            </p:custDataLst>
          </p:nvPr>
        </p:nvSpPr>
        <p:spPr bwMode="auto">
          <a:xfrm>
            <a:off x="4036465" y="3901761"/>
            <a:ext cx="647288" cy="22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070" tIns="30534" rIns="61070" bIns="30534"/>
          <a:lstStyle/>
          <a:p>
            <a:pPr algn="just"/>
            <a:r>
              <a:rPr lang="en-US" altLang="zh-CN" sz="1800">
                <a:solidFill>
                  <a:schemeClr val="tx1"/>
                </a:solidFill>
                <a:latin typeface="宋体" panose="02010600030101010101" pitchFamily="2" charset="-122"/>
                <a:ea typeface="宋体" panose="02010600030101010101" pitchFamily="2" charset="-122"/>
              </a:rPr>
              <a:t>15N</a:t>
            </a:r>
          </a:p>
        </p:txBody>
      </p:sp>
      <p:sp>
        <p:nvSpPr>
          <p:cNvPr id="136219" name="Text Box 27"/>
          <p:cNvSpPr txBox="1">
            <a:spLocks noChangeArrowheads="1"/>
          </p:cNvSpPr>
          <p:nvPr>
            <p:custDataLst>
              <p:tags r:id="rId26"/>
            </p:custDataLst>
          </p:nvPr>
        </p:nvSpPr>
        <p:spPr bwMode="auto">
          <a:xfrm>
            <a:off x="6177915" y="3841750"/>
            <a:ext cx="850900" cy="31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070" tIns="30534" rIns="61070" bIns="30534"/>
          <a:lstStyle/>
          <a:p>
            <a:pPr algn="just"/>
            <a:r>
              <a:rPr lang="en-US" altLang="zh-CN" sz="2000" b="1">
                <a:solidFill>
                  <a:srgbClr val="FF0000"/>
                </a:solidFill>
                <a:latin typeface="宋体" panose="02010600030101010101" pitchFamily="2" charset="-122"/>
                <a:ea typeface="宋体" panose="02010600030101010101" pitchFamily="2" charset="-122"/>
              </a:rPr>
              <a:t>F=30N</a:t>
            </a:r>
          </a:p>
        </p:txBody>
      </p:sp>
      <p:grpSp>
        <p:nvGrpSpPr>
          <p:cNvPr id="136234" name="Group 42"/>
          <p:cNvGrpSpPr/>
          <p:nvPr>
            <p:custDataLst>
              <p:tags r:id="rId27"/>
            </p:custDataLst>
          </p:nvPr>
        </p:nvGrpSpPr>
        <p:grpSpPr>
          <a:xfrm>
            <a:off x="5075104" y="4259009"/>
            <a:ext cx="1528551" cy="66789"/>
            <a:chOff x="3677" y="1653"/>
            <a:chExt cx="1287" cy="75"/>
          </a:xfrm>
        </p:grpSpPr>
        <p:grpSp>
          <p:nvGrpSpPr>
            <p:cNvPr id="136235" name="Group 43"/>
            <p:cNvGrpSpPr/>
            <p:nvPr>
              <p:custDataLst>
                <p:tags r:id="rId28"/>
              </p:custDataLst>
            </p:nvPr>
          </p:nvGrpSpPr>
          <p:grpSpPr>
            <a:xfrm>
              <a:off x="3677" y="1653"/>
              <a:ext cx="1287" cy="75"/>
              <a:chOff x="3707" y="1428"/>
              <a:chExt cx="1287" cy="75"/>
            </a:xfrm>
          </p:grpSpPr>
          <p:sp>
            <p:nvSpPr>
              <p:cNvPr id="136236" name="Line 44"/>
              <p:cNvSpPr>
                <a:spLocks noChangeShapeType="1"/>
              </p:cNvSpPr>
              <p:nvPr>
                <p:custDataLst>
                  <p:tags r:id="rId29"/>
                </p:custDataLst>
              </p:nvPr>
            </p:nvSpPr>
            <p:spPr bwMode="auto">
              <a:xfrm flipH="1">
                <a:off x="4370" y="1435"/>
                <a:ext cx="0" cy="68"/>
              </a:xfrm>
              <a:prstGeom prst="line">
                <a:avLst/>
              </a:prstGeom>
              <a:noFill/>
              <a:ln w="19050">
                <a:solidFill>
                  <a:srgbClr val="00B0F0"/>
                </a:solidFill>
                <a:round/>
              </a:ln>
              <a:extLst>
                <a:ext uri="{909E8E84-426E-40DD-AFC4-6F175D3DCCD1}">
                  <a14:hiddenFill xmlns:a14="http://schemas.microsoft.com/office/drawing/2010/main">
                    <a:noFill/>
                  </a14:hiddenFill>
                </a:ext>
              </a:extLst>
            </p:spPr>
            <p:txBody>
              <a:bodyPr/>
              <a:lstStyle/>
              <a:p>
                <a:endParaRPr lang="zh-CN" altLang="en-US" sz="1010"/>
              </a:p>
            </p:txBody>
          </p:sp>
          <p:sp>
            <p:nvSpPr>
              <p:cNvPr id="136237" name="Line 45"/>
              <p:cNvSpPr>
                <a:spLocks noChangeShapeType="1"/>
              </p:cNvSpPr>
              <p:nvPr>
                <p:custDataLst>
                  <p:tags r:id="rId30"/>
                </p:custDataLst>
              </p:nvPr>
            </p:nvSpPr>
            <p:spPr bwMode="auto">
              <a:xfrm flipH="1">
                <a:off x="3707" y="1428"/>
                <a:ext cx="0" cy="68"/>
              </a:xfrm>
              <a:prstGeom prst="line">
                <a:avLst/>
              </a:prstGeom>
              <a:noFill/>
              <a:ln w="19050">
                <a:solidFill>
                  <a:srgbClr val="00B0F0"/>
                </a:solidFill>
                <a:round/>
              </a:ln>
              <a:extLst>
                <a:ext uri="{909E8E84-426E-40DD-AFC4-6F175D3DCCD1}">
                  <a14:hiddenFill xmlns:a14="http://schemas.microsoft.com/office/drawing/2010/main">
                    <a:noFill/>
                  </a14:hiddenFill>
                </a:ext>
              </a:extLst>
            </p:spPr>
            <p:txBody>
              <a:bodyPr/>
              <a:lstStyle/>
              <a:p>
                <a:endParaRPr lang="zh-CN" altLang="en-US" sz="1010"/>
              </a:p>
            </p:txBody>
          </p:sp>
          <p:sp>
            <p:nvSpPr>
              <p:cNvPr id="136238" name="Line 46"/>
              <p:cNvSpPr>
                <a:spLocks noChangeShapeType="1"/>
              </p:cNvSpPr>
              <p:nvPr>
                <p:custDataLst>
                  <p:tags r:id="rId31"/>
                </p:custDataLst>
              </p:nvPr>
            </p:nvSpPr>
            <p:spPr bwMode="auto">
              <a:xfrm flipH="1">
                <a:off x="4994" y="1434"/>
                <a:ext cx="0" cy="68"/>
              </a:xfrm>
              <a:prstGeom prst="line">
                <a:avLst/>
              </a:prstGeom>
              <a:noFill/>
              <a:ln w="19050">
                <a:solidFill>
                  <a:srgbClr val="00B0F0"/>
                </a:solidFill>
                <a:round/>
              </a:ln>
              <a:extLst>
                <a:ext uri="{909E8E84-426E-40DD-AFC4-6F175D3DCCD1}">
                  <a14:hiddenFill xmlns:a14="http://schemas.microsoft.com/office/drawing/2010/main">
                    <a:noFill/>
                  </a14:hiddenFill>
                </a:ext>
              </a:extLst>
            </p:spPr>
            <p:txBody>
              <a:bodyPr/>
              <a:lstStyle/>
              <a:p>
                <a:endParaRPr lang="zh-CN" altLang="en-US" sz="1010"/>
              </a:p>
            </p:txBody>
          </p:sp>
        </p:grpSp>
        <p:sp>
          <p:nvSpPr>
            <p:cNvPr id="136239" name="Line 47"/>
            <p:cNvSpPr>
              <a:spLocks noChangeShapeType="1"/>
            </p:cNvSpPr>
            <p:nvPr>
              <p:custDataLst>
                <p:tags r:id="rId32"/>
              </p:custDataLst>
            </p:nvPr>
          </p:nvSpPr>
          <p:spPr bwMode="auto">
            <a:xfrm flipV="1">
              <a:off x="3677" y="1726"/>
              <a:ext cx="1286" cy="2"/>
            </a:xfrm>
            <a:prstGeom prst="line">
              <a:avLst/>
            </a:prstGeom>
            <a:noFill/>
            <a:ln w="3810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10"/>
            </a:p>
          </p:txBody>
        </p:sp>
      </p:grpSp>
      <p:sp>
        <p:nvSpPr>
          <p:cNvPr id="136240" name="Line 48"/>
          <p:cNvSpPr>
            <a:spLocks noChangeShapeType="1"/>
          </p:cNvSpPr>
          <p:nvPr>
            <p:custDataLst>
              <p:tags r:id="rId33"/>
            </p:custDataLst>
          </p:nvPr>
        </p:nvSpPr>
        <p:spPr bwMode="auto">
          <a:xfrm>
            <a:off x="6502701" y="4325797"/>
            <a:ext cx="106892" cy="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1070" tIns="30534" rIns="61070" bIns="30534"/>
          <a:lstStyle/>
          <a:p>
            <a:endParaRPr lang="zh-CN" altLang="en-US" sz="1010"/>
          </a:p>
        </p:txBody>
      </p:sp>
      <p:sp>
        <p:nvSpPr>
          <p:cNvPr id="136241" name="Text Box 49"/>
          <p:cNvSpPr txBox="1">
            <a:spLocks noChangeArrowheads="1"/>
          </p:cNvSpPr>
          <p:nvPr>
            <p:custDataLst>
              <p:tags r:id="rId34"/>
            </p:custDataLst>
          </p:nvPr>
        </p:nvSpPr>
        <p:spPr bwMode="auto">
          <a:xfrm>
            <a:off x="4723130" y="1138555"/>
            <a:ext cx="2040255" cy="33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070" tIns="30534" rIns="61070" bIns="30534">
            <a:spAutoFit/>
          </a:bodyPr>
          <a:lstStyle/>
          <a:p>
            <a:pPr>
              <a:spcBef>
                <a:spcPct val="50000"/>
              </a:spcBef>
            </a:pPr>
            <a:r>
              <a:rPr kumimoji="1"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rPr>
              <a:t>线段的长度</a:t>
            </a:r>
            <a:r>
              <a:rPr kumimoji="1" lang="en-US" altLang="zh-CN" sz="1800" b="1">
                <a:solidFill>
                  <a:schemeClr val="tx1"/>
                </a:solidFill>
                <a:latin typeface="宋体" panose="02010600030101010101" pitchFamily="2" charset="-122"/>
                <a:ea typeface="宋体" panose="02010600030101010101" pitchFamily="2" charset="-122"/>
                <a:cs typeface="宋体" panose="02010600030101010101" pitchFamily="2" charset="-122"/>
              </a:rPr>
              <a:t>—</a:t>
            </a:r>
            <a:r>
              <a:rPr kumimoji="1"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rPr>
              <a:t>大小</a:t>
            </a:r>
          </a:p>
        </p:txBody>
      </p:sp>
      <p:sp>
        <p:nvSpPr>
          <p:cNvPr id="136242" name="Text Box 50"/>
          <p:cNvSpPr txBox="1">
            <a:spLocks noChangeArrowheads="1"/>
          </p:cNvSpPr>
          <p:nvPr>
            <p:custDataLst>
              <p:tags r:id="rId35"/>
            </p:custDataLst>
          </p:nvPr>
        </p:nvSpPr>
        <p:spPr bwMode="auto">
          <a:xfrm>
            <a:off x="4707890" y="1597660"/>
            <a:ext cx="2090420" cy="33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070" tIns="30534" rIns="61070" bIns="30534">
            <a:spAutoFit/>
          </a:bodyPr>
          <a:lstStyle/>
          <a:p>
            <a:pPr>
              <a:spcBef>
                <a:spcPct val="50000"/>
              </a:spcBef>
            </a:pPr>
            <a:r>
              <a:rPr kumimoji="1"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rPr>
              <a:t>箭头的方向</a:t>
            </a:r>
            <a:r>
              <a:rPr kumimoji="1" lang="en-US" altLang="zh-CN" sz="1800" b="1">
                <a:solidFill>
                  <a:schemeClr val="tx1"/>
                </a:solidFill>
                <a:latin typeface="宋体" panose="02010600030101010101" pitchFamily="2" charset="-122"/>
                <a:ea typeface="宋体" panose="02010600030101010101" pitchFamily="2" charset="-122"/>
                <a:cs typeface="宋体" panose="02010600030101010101" pitchFamily="2" charset="-122"/>
              </a:rPr>
              <a:t>—</a:t>
            </a:r>
            <a:r>
              <a:rPr kumimoji="1"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rPr>
              <a:t>方向</a:t>
            </a:r>
          </a:p>
        </p:txBody>
      </p:sp>
      <p:sp>
        <p:nvSpPr>
          <p:cNvPr id="136243" name="Text Box 51"/>
          <p:cNvSpPr txBox="1">
            <a:spLocks noChangeArrowheads="1"/>
          </p:cNvSpPr>
          <p:nvPr>
            <p:custDataLst>
              <p:tags r:id="rId36"/>
            </p:custDataLst>
          </p:nvPr>
        </p:nvSpPr>
        <p:spPr bwMode="auto">
          <a:xfrm>
            <a:off x="4758055" y="2032000"/>
            <a:ext cx="2274570" cy="33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070" tIns="30534" rIns="61070" bIns="30534">
            <a:spAutoFit/>
          </a:bodyPr>
          <a:lstStyle/>
          <a:p>
            <a:pPr>
              <a:spcBef>
                <a:spcPct val="50000"/>
              </a:spcBef>
            </a:pPr>
            <a:r>
              <a:rPr kumimoji="1"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rPr>
              <a:t>起点</a:t>
            </a:r>
            <a:r>
              <a:rPr kumimoji="1" lang="en-US" altLang="zh-CN" sz="1800" b="1">
                <a:solidFill>
                  <a:schemeClr val="tx1"/>
                </a:solidFill>
                <a:latin typeface="宋体" panose="02010600030101010101" pitchFamily="2" charset="-122"/>
                <a:ea typeface="宋体" panose="02010600030101010101" pitchFamily="2" charset="-122"/>
                <a:cs typeface="宋体" panose="02010600030101010101" pitchFamily="2" charset="-122"/>
              </a:rPr>
              <a:t>(</a:t>
            </a:r>
            <a:r>
              <a:rPr kumimoji="1"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rPr>
              <a:t>终点</a:t>
            </a:r>
            <a:r>
              <a:rPr kumimoji="1" lang="en-US" altLang="zh-CN" sz="1800" b="1">
                <a:solidFill>
                  <a:schemeClr val="tx1"/>
                </a:solidFill>
                <a:latin typeface="宋体" panose="02010600030101010101" pitchFamily="2" charset="-122"/>
                <a:ea typeface="宋体" panose="02010600030101010101" pitchFamily="2" charset="-122"/>
                <a:cs typeface="宋体" panose="02010600030101010101" pitchFamily="2" charset="-122"/>
              </a:rPr>
              <a:t>)—</a:t>
            </a:r>
            <a:r>
              <a:rPr kumimoji="1"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rPr>
              <a:t>作用点</a:t>
            </a:r>
          </a:p>
        </p:txBody>
      </p:sp>
      <p:sp>
        <p:nvSpPr>
          <p:cNvPr id="136244" name="AutoShape 52"/>
          <p:cNvSpPr/>
          <p:nvPr>
            <p:custDataLst>
              <p:tags r:id="rId37"/>
            </p:custDataLst>
          </p:nvPr>
        </p:nvSpPr>
        <p:spPr bwMode="auto">
          <a:xfrm>
            <a:off x="4540250" y="1294130"/>
            <a:ext cx="106680" cy="903605"/>
          </a:xfrm>
          <a:prstGeom prst="leftBrace">
            <a:avLst>
              <a:gd name="adj1" fmla="val 0"/>
              <a:gd name="adj2" fmla="val 50000"/>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1070" tIns="30534" rIns="61070" bIns="30534" anchor="ctr"/>
          <a:lstStyle/>
          <a:p>
            <a:endParaRPr lang="zh-CN" altLang="en-US" sz="1800">
              <a:solidFill>
                <a:schemeClr val="tx1"/>
              </a:solidFill>
              <a:latin typeface="宋体" panose="02010600030101010101" pitchFamily="2" charset="-122"/>
              <a:ea typeface="宋体" panose="02010600030101010101" pitchFamily="2" charset="-122"/>
            </a:endParaRPr>
          </a:p>
        </p:txBody>
      </p:sp>
      <p:sp>
        <p:nvSpPr>
          <p:cNvPr id="5" name="文本框 4"/>
          <p:cNvSpPr txBox="1"/>
          <p:nvPr>
            <p:custDataLst>
              <p:tags r:id="rId38"/>
            </p:custDataLst>
          </p:nvPr>
        </p:nvSpPr>
        <p:spPr>
          <a:xfrm>
            <a:off x="501015" y="950595"/>
            <a:ext cx="2132330"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lang="zh-CN" altLang="en-US" sz="2000" b="1">
                <a:solidFill>
                  <a:srgbClr val="0000FF"/>
                </a:solidFill>
                <a:latin typeface="宋体" panose="02010600030101010101" pitchFamily="2" charset="-122"/>
                <a:ea typeface="宋体" panose="02010600030101010101" pitchFamily="2" charset="-122"/>
                <a:sym typeface="+mn-ea"/>
              </a:rPr>
              <a:t>方法二：</a:t>
            </a:r>
            <a:r>
              <a:rPr lang="zh-CN" altLang="en-US" sz="2000" b="1">
                <a:latin typeface="宋体" panose="02010600030101010101" pitchFamily="2" charset="-122"/>
                <a:ea typeface="宋体" panose="02010600030101010101" pitchFamily="2" charset="-122"/>
                <a:sym typeface="+mn-ea"/>
              </a:rPr>
              <a:t>力的图示</a:t>
            </a:r>
            <a:endParaRPr kumimoji="0" lang="zh-CN" altLang="en-US" sz="2000" b="1" i="0" u="none" strike="noStrike" cap="none" spc="0" normalizeH="0" baseline="0">
              <a:ln>
                <a:noFill/>
              </a:ln>
              <a:solidFill>
                <a:srgbClr val="000000"/>
              </a:solidFill>
              <a:effectLst/>
              <a:uFillTx/>
              <a:latin typeface="宋体" panose="02010600030101010101" pitchFamily="2" charset="-122"/>
              <a:ea typeface="宋体" panose="02010600030101010101" pitchFamily="2" charset="-122"/>
              <a:cs typeface="Arial"/>
              <a:sym typeface="+mn-ea"/>
            </a:endParaRPr>
          </a:p>
        </p:txBody>
      </p:sp>
      <p:sp>
        <p:nvSpPr>
          <p:cNvPr id="28" name="圆角矩形 27">
            <a:hlinkClick/>
          </p:cNvPr>
          <p:cNvSpPr/>
          <p:nvPr>
            <p:custDataLst>
              <p:tags r:id="rId39"/>
            </p:custDataLst>
          </p:nvPr>
        </p:nvSpPr>
        <p:spPr>
          <a:xfrm>
            <a:off x="0" y="0"/>
            <a:ext cx="218567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29" name="TextBox 14">
            <a:hlinkClick/>
          </p:cNvPr>
          <p:cNvSpPr txBox="1">
            <a:spLocks noChangeArrowheads="1"/>
          </p:cNvSpPr>
          <p:nvPr>
            <p:custDataLst>
              <p:tags r:id="rId40"/>
            </p:custDataLst>
          </p:nvPr>
        </p:nvSpPr>
        <p:spPr bwMode="auto">
          <a:xfrm>
            <a:off x="38735" y="100330"/>
            <a:ext cx="2415540"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三、力的表示</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41"/>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6201"/>
                                        </p:tgtEl>
                                        <p:attrNameLst>
                                          <p:attrName>style.visibility</p:attrName>
                                        </p:attrNameLst>
                                      </p:cBhvr>
                                      <p:to>
                                        <p:strVal val="visible"/>
                                      </p:to>
                                    </p:set>
                                    <p:animEffect transition="in" filter="blinds(horizontal)">
                                      <p:cBhvr>
                                        <p:cTn id="7" dur="500"/>
                                        <p:tgtEl>
                                          <p:spTgt spid="136201"/>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36195"/>
                                        </p:tgtEl>
                                        <p:attrNameLst>
                                          <p:attrName>style.visibility</p:attrName>
                                        </p:attrNameLst>
                                      </p:cBhvr>
                                      <p:to>
                                        <p:strVal val="visible"/>
                                      </p:to>
                                    </p:set>
                                    <p:anim calcmode="lin" valueType="num">
                                      <p:cBhvr additive="base">
                                        <p:cTn id="12" dur="500" fill="hold"/>
                                        <p:tgtEl>
                                          <p:spTgt spid="136195"/>
                                        </p:tgtEl>
                                        <p:attrNameLst>
                                          <p:attrName>ppt_x</p:attrName>
                                        </p:attrNameLst>
                                      </p:cBhvr>
                                      <p:tavLst>
                                        <p:tav tm="0">
                                          <p:val>
                                            <p:strVal val="0-#ppt_w/2"/>
                                          </p:val>
                                        </p:tav>
                                        <p:tav tm="100000">
                                          <p:val>
                                            <p:strVal val="#ppt_x"/>
                                          </p:val>
                                        </p:tav>
                                      </p:tavLst>
                                    </p:anim>
                                    <p:anim calcmode="lin" valueType="num">
                                      <p:cBhvr additive="base">
                                        <p:cTn id="13" dur="500" fill="hold"/>
                                        <p:tgtEl>
                                          <p:spTgt spid="13619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after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6196"/>
                                        </p:tgtEl>
                                        <p:attrNameLst>
                                          <p:attrName>style.visibility</p:attrName>
                                        </p:attrNameLst>
                                      </p:cBhvr>
                                      <p:to>
                                        <p:strVal val="visible"/>
                                      </p:to>
                                    </p:set>
                                    <p:animEffect transition="in" filter="wipe(left)">
                                      <p:cBhvr>
                                        <p:cTn id="18" dur="500"/>
                                        <p:tgtEl>
                                          <p:spTgt spid="136196"/>
                                        </p:tgtEl>
                                      </p:cBhvr>
                                    </p:animEffect>
                                  </p:childTnLst>
                                </p:cTn>
                              </p:par>
                            </p:childTnLst>
                          </p:cTn>
                        </p:par>
                      </p:childTnLst>
                    </p:cTn>
                  </p:par>
                  <p:par>
                    <p:cTn id="19" fill="hold" nodeType="clickPar">
                      <p:stCondLst>
                        <p:cond delay="indefinite"/>
                      </p:stCondLst>
                      <p:childTnLst>
                        <p:par>
                          <p:cTn id="20" fill="hold" nodeType="afterGroup">
                            <p:stCondLst>
                              <p:cond delay="0"/>
                            </p:stCondLst>
                            <p:childTnLst>
                              <p:par>
                                <p:cTn id="21" presetID="2" presetClass="entr" presetSubtype="2" fill="hold" nodeType="clickEffect">
                                  <p:stCondLst>
                                    <p:cond delay="0"/>
                                  </p:stCondLst>
                                  <p:childTnLst>
                                    <p:set>
                                      <p:cBhvr>
                                        <p:cTn id="22" dur="1" fill="hold">
                                          <p:stCondLst>
                                            <p:cond delay="0"/>
                                          </p:stCondLst>
                                        </p:cTn>
                                        <p:tgtEl>
                                          <p:spTgt spid="136214"/>
                                        </p:tgtEl>
                                        <p:attrNameLst>
                                          <p:attrName>style.visibility</p:attrName>
                                        </p:attrNameLst>
                                      </p:cBhvr>
                                      <p:to>
                                        <p:strVal val="visible"/>
                                      </p:to>
                                    </p:set>
                                    <p:anim calcmode="lin" valueType="num">
                                      <p:cBhvr additive="base">
                                        <p:cTn id="23" dur="500" fill="hold"/>
                                        <p:tgtEl>
                                          <p:spTgt spid="136214"/>
                                        </p:tgtEl>
                                        <p:attrNameLst>
                                          <p:attrName>ppt_x</p:attrName>
                                        </p:attrNameLst>
                                      </p:cBhvr>
                                      <p:tavLst>
                                        <p:tav tm="0">
                                          <p:val>
                                            <p:strVal val="1+#ppt_w/2"/>
                                          </p:val>
                                        </p:tav>
                                        <p:tav tm="100000">
                                          <p:val>
                                            <p:strVal val="#ppt_x"/>
                                          </p:val>
                                        </p:tav>
                                      </p:tavLst>
                                    </p:anim>
                                    <p:anim calcmode="lin" valueType="num">
                                      <p:cBhvr additive="base">
                                        <p:cTn id="24" dur="500" fill="hold"/>
                                        <p:tgtEl>
                                          <p:spTgt spid="136214"/>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36218"/>
                                        </p:tgtEl>
                                        <p:attrNameLst>
                                          <p:attrName>style.visibility</p:attrName>
                                        </p:attrNameLst>
                                      </p:cBhvr>
                                      <p:to>
                                        <p:strVal val="visible"/>
                                      </p:to>
                                    </p:set>
                                    <p:anim calcmode="lin" valueType="num">
                                      <p:cBhvr additive="base">
                                        <p:cTn id="27" dur="500" fill="hold"/>
                                        <p:tgtEl>
                                          <p:spTgt spid="136218"/>
                                        </p:tgtEl>
                                        <p:attrNameLst>
                                          <p:attrName>ppt_x</p:attrName>
                                        </p:attrNameLst>
                                      </p:cBhvr>
                                      <p:tavLst>
                                        <p:tav tm="0">
                                          <p:val>
                                            <p:strVal val="1+#ppt_w/2"/>
                                          </p:val>
                                        </p:tav>
                                        <p:tav tm="100000">
                                          <p:val>
                                            <p:strVal val="#ppt_x"/>
                                          </p:val>
                                        </p:tav>
                                      </p:tavLst>
                                    </p:anim>
                                    <p:anim calcmode="lin" valueType="num">
                                      <p:cBhvr additive="base">
                                        <p:cTn id="28" dur="500" fill="hold"/>
                                        <p:tgtEl>
                                          <p:spTgt spid="136218"/>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after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36197"/>
                                        </p:tgtEl>
                                        <p:attrNameLst>
                                          <p:attrName>style.visibility</p:attrName>
                                        </p:attrNameLst>
                                      </p:cBhvr>
                                      <p:to>
                                        <p:strVal val="visible"/>
                                      </p:to>
                                    </p:set>
                                    <p:animEffect transition="in" filter="wipe(left)">
                                      <p:cBhvr>
                                        <p:cTn id="33" dur="500"/>
                                        <p:tgtEl>
                                          <p:spTgt spid="136197"/>
                                        </p:tgtEl>
                                      </p:cBhvr>
                                    </p:animEffect>
                                  </p:childTnLst>
                                </p:cTn>
                              </p:par>
                            </p:childTnLst>
                          </p:cTn>
                        </p:par>
                      </p:childTnLst>
                    </p:cTn>
                  </p:par>
                  <p:par>
                    <p:cTn id="34" fill="hold" nodeType="clickPar">
                      <p:stCondLst>
                        <p:cond delay="indefinite"/>
                      </p:stCondLst>
                      <p:childTnLst>
                        <p:par>
                          <p:cTn id="35" fill="hold" nodeType="afterGroup">
                            <p:stCondLst>
                              <p:cond delay="0"/>
                            </p:stCondLst>
                            <p:childTnLst>
                              <p:par>
                                <p:cTn id="36" presetID="8" presetClass="entr" presetSubtype="16" fill="hold" grpId="0" nodeType="clickEffect">
                                  <p:stCondLst>
                                    <p:cond delay="0"/>
                                  </p:stCondLst>
                                  <p:childTnLst>
                                    <p:set>
                                      <p:cBhvr>
                                        <p:cTn id="37" dur="1" fill="hold">
                                          <p:stCondLst>
                                            <p:cond delay="0"/>
                                          </p:stCondLst>
                                        </p:cTn>
                                        <p:tgtEl>
                                          <p:spTgt spid="136213"/>
                                        </p:tgtEl>
                                        <p:attrNameLst>
                                          <p:attrName>style.visibility</p:attrName>
                                        </p:attrNameLst>
                                      </p:cBhvr>
                                      <p:to>
                                        <p:strVal val="visible"/>
                                      </p:to>
                                    </p:set>
                                    <p:animEffect transition="in" filter="diamond(in)">
                                      <p:cBhvr>
                                        <p:cTn id="38" dur="1000"/>
                                        <p:tgtEl>
                                          <p:spTgt spid="136213"/>
                                        </p:tgtEl>
                                      </p:cBhvr>
                                    </p:animEffect>
                                  </p:childTnLst>
                                </p:cTn>
                              </p:par>
                            </p:childTnLst>
                          </p:cTn>
                        </p:par>
                      </p:childTnLst>
                    </p:cTn>
                  </p:par>
                  <p:par>
                    <p:cTn id="39" fill="hold" nodeType="clickPar">
                      <p:stCondLst>
                        <p:cond delay="indefinite"/>
                      </p:stCondLst>
                      <p:childTnLst>
                        <p:par>
                          <p:cTn id="40" fill="hold" nodeType="afterGroup">
                            <p:stCondLst>
                              <p:cond delay="0"/>
                            </p:stCondLst>
                            <p:childTnLst>
                              <p:par>
                                <p:cTn id="41" presetID="18" presetClass="entr" presetSubtype="6" fill="hold" nodeType="clickEffect">
                                  <p:stCondLst>
                                    <p:cond delay="0"/>
                                  </p:stCondLst>
                                  <p:childTnLst>
                                    <p:set>
                                      <p:cBhvr>
                                        <p:cTn id="42" dur="1" fill="hold">
                                          <p:stCondLst>
                                            <p:cond delay="0"/>
                                          </p:stCondLst>
                                        </p:cTn>
                                        <p:tgtEl>
                                          <p:spTgt spid="136234"/>
                                        </p:tgtEl>
                                        <p:attrNameLst>
                                          <p:attrName>style.visibility</p:attrName>
                                        </p:attrNameLst>
                                      </p:cBhvr>
                                      <p:to>
                                        <p:strVal val="visible"/>
                                      </p:to>
                                    </p:set>
                                    <p:animEffect transition="in" filter="strips(downRight)">
                                      <p:cBhvr>
                                        <p:cTn id="43" dur="2000"/>
                                        <p:tgtEl>
                                          <p:spTgt spid="136234"/>
                                        </p:tgtEl>
                                      </p:cBhvr>
                                    </p:animEffect>
                                  </p:childTnLst>
                                </p:cTn>
                              </p:par>
                            </p:childTnLst>
                          </p:cTn>
                        </p:par>
                      </p:childTnLst>
                    </p:cTn>
                  </p:par>
                  <p:par>
                    <p:cTn id="44" fill="hold" nodeType="clickPar">
                      <p:stCondLst>
                        <p:cond delay="indefinite"/>
                      </p:stCondLst>
                      <p:childTnLst>
                        <p:par>
                          <p:cTn id="45" fill="hold" nodeType="after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36198"/>
                                        </p:tgtEl>
                                        <p:attrNameLst>
                                          <p:attrName>style.visibility</p:attrName>
                                        </p:attrNameLst>
                                      </p:cBhvr>
                                      <p:to>
                                        <p:strVal val="visible"/>
                                      </p:to>
                                    </p:set>
                                    <p:animEffect transition="in" filter="wipe(left)">
                                      <p:cBhvr>
                                        <p:cTn id="48" dur="500"/>
                                        <p:tgtEl>
                                          <p:spTgt spid="136198"/>
                                        </p:tgtEl>
                                      </p:cBhvr>
                                    </p:animEffect>
                                  </p:childTnLst>
                                </p:cTn>
                              </p:par>
                            </p:childTnLst>
                          </p:cTn>
                        </p:par>
                        <p:par>
                          <p:cTn id="49" fill="hold" nodeType="afterGroup">
                            <p:stCondLst>
                              <p:cond delay="500"/>
                            </p:stCondLst>
                            <p:childTnLst>
                              <p:par>
                                <p:cTn id="50" presetID="18" presetClass="entr" presetSubtype="6" fill="hold" grpId="0" nodeType="afterEffect">
                                  <p:stCondLst>
                                    <p:cond delay="0"/>
                                  </p:stCondLst>
                                  <p:childTnLst>
                                    <p:set>
                                      <p:cBhvr>
                                        <p:cTn id="51" dur="1" fill="hold">
                                          <p:stCondLst>
                                            <p:cond delay="0"/>
                                          </p:stCondLst>
                                        </p:cTn>
                                        <p:tgtEl>
                                          <p:spTgt spid="136240"/>
                                        </p:tgtEl>
                                        <p:attrNameLst>
                                          <p:attrName>style.visibility</p:attrName>
                                        </p:attrNameLst>
                                      </p:cBhvr>
                                      <p:to>
                                        <p:strVal val="visible"/>
                                      </p:to>
                                    </p:set>
                                    <p:animEffect transition="in" filter="strips(downRight)">
                                      <p:cBhvr>
                                        <p:cTn id="52" dur="2000"/>
                                        <p:tgtEl>
                                          <p:spTgt spid="136240"/>
                                        </p:tgtEl>
                                      </p:cBhvr>
                                    </p:animEffect>
                                  </p:childTnLst>
                                </p:cTn>
                              </p:par>
                            </p:childTnLst>
                          </p:cTn>
                        </p:par>
                      </p:childTnLst>
                    </p:cTn>
                  </p:par>
                  <p:par>
                    <p:cTn id="53" fill="hold" nodeType="clickPar">
                      <p:stCondLst>
                        <p:cond delay="indefinite"/>
                      </p:stCondLst>
                      <p:childTnLst>
                        <p:par>
                          <p:cTn id="54" fill="hold" nodeType="afterGroup">
                            <p:stCondLst>
                              <p:cond delay="0"/>
                            </p:stCondLst>
                            <p:childTnLst>
                              <p:par>
                                <p:cTn id="55" presetID="2" presetClass="entr" presetSubtype="2" fill="hold" grpId="0" nodeType="clickEffect">
                                  <p:stCondLst>
                                    <p:cond delay="0"/>
                                  </p:stCondLst>
                                  <p:childTnLst>
                                    <p:set>
                                      <p:cBhvr>
                                        <p:cTn id="56" dur="1" fill="hold">
                                          <p:stCondLst>
                                            <p:cond delay="0"/>
                                          </p:stCondLst>
                                        </p:cTn>
                                        <p:tgtEl>
                                          <p:spTgt spid="136219"/>
                                        </p:tgtEl>
                                        <p:attrNameLst>
                                          <p:attrName>style.visibility</p:attrName>
                                        </p:attrNameLst>
                                      </p:cBhvr>
                                      <p:to>
                                        <p:strVal val="visible"/>
                                      </p:to>
                                    </p:set>
                                    <p:anim calcmode="lin" valueType="num">
                                      <p:cBhvr additive="base">
                                        <p:cTn id="57" dur="500" fill="hold"/>
                                        <p:tgtEl>
                                          <p:spTgt spid="136219"/>
                                        </p:tgtEl>
                                        <p:attrNameLst>
                                          <p:attrName>ppt_x</p:attrName>
                                        </p:attrNameLst>
                                      </p:cBhvr>
                                      <p:tavLst>
                                        <p:tav tm="0">
                                          <p:val>
                                            <p:strVal val="1+#ppt_w/2"/>
                                          </p:val>
                                        </p:tav>
                                        <p:tav tm="100000">
                                          <p:val>
                                            <p:strVal val="#ppt_x"/>
                                          </p:val>
                                        </p:tav>
                                      </p:tavLst>
                                    </p:anim>
                                    <p:anim calcmode="lin" valueType="num">
                                      <p:cBhvr additive="base">
                                        <p:cTn id="58" dur="500" fill="hold"/>
                                        <p:tgtEl>
                                          <p:spTgt spid="136219"/>
                                        </p:tgtEl>
                                        <p:attrNameLst>
                                          <p:attrName>ppt_y</p:attrName>
                                        </p:attrNameLst>
                                      </p:cBhvr>
                                      <p:tavLst>
                                        <p:tav tm="0">
                                          <p:val>
                                            <p:strVal val="#ppt_y"/>
                                          </p:val>
                                        </p:tav>
                                        <p:tav tm="100000">
                                          <p:val>
                                            <p:strVal val="#ppt_y"/>
                                          </p:val>
                                        </p:tav>
                                      </p:tavLst>
                                    </p:anim>
                                  </p:childTnLst>
                                </p:cTn>
                              </p:par>
                            </p:childTnLst>
                          </p:cTn>
                        </p:par>
                      </p:childTnLst>
                    </p:cTn>
                  </p:par>
                  <p:par>
                    <p:cTn id="59" fill="hold" nodeType="clickPar">
                      <p:stCondLst>
                        <p:cond delay="indefinite"/>
                      </p:stCondLst>
                      <p:childTnLst>
                        <p:par>
                          <p:cTn id="60" fill="hold" nodeType="afterGroup">
                            <p:stCondLst>
                              <p:cond delay="0"/>
                            </p:stCondLst>
                            <p:childTnLst>
                              <p:par>
                                <p:cTn id="61" presetID="8" presetClass="entr" presetSubtype="32" fill="hold" grpId="0" nodeType="clickEffect">
                                  <p:stCondLst>
                                    <p:cond delay="0"/>
                                  </p:stCondLst>
                                  <p:childTnLst>
                                    <p:set>
                                      <p:cBhvr>
                                        <p:cTn id="62" dur="1" fill="hold">
                                          <p:stCondLst>
                                            <p:cond delay="0"/>
                                          </p:stCondLst>
                                        </p:cTn>
                                        <p:tgtEl>
                                          <p:spTgt spid="136244"/>
                                        </p:tgtEl>
                                        <p:attrNameLst>
                                          <p:attrName>style.visibility</p:attrName>
                                        </p:attrNameLst>
                                      </p:cBhvr>
                                      <p:to>
                                        <p:strVal val="visible"/>
                                      </p:to>
                                    </p:set>
                                    <p:animEffect transition="in" filter="diamond(out)">
                                      <p:cBhvr>
                                        <p:cTn id="63" dur="500"/>
                                        <p:tgtEl>
                                          <p:spTgt spid="136244"/>
                                        </p:tgtEl>
                                      </p:cBhvr>
                                    </p:animEffect>
                                  </p:childTnLst>
                                </p:cTn>
                              </p:par>
                            </p:childTnLst>
                          </p:cTn>
                        </p:par>
                      </p:childTnLst>
                    </p:cTn>
                  </p:par>
                  <p:par>
                    <p:cTn id="64" fill="hold" nodeType="clickPar">
                      <p:stCondLst>
                        <p:cond delay="indefinite"/>
                      </p:stCondLst>
                      <p:childTnLst>
                        <p:par>
                          <p:cTn id="65" fill="hold" nodeType="afterGroup">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36241"/>
                                        </p:tgtEl>
                                        <p:attrNameLst>
                                          <p:attrName>style.visibility</p:attrName>
                                        </p:attrNameLst>
                                      </p:cBhvr>
                                      <p:to>
                                        <p:strVal val="visible"/>
                                      </p:to>
                                    </p:set>
                                    <p:animEffect transition="in" filter="blinds(horizontal)">
                                      <p:cBhvr>
                                        <p:cTn id="68" dur="500"/>
                                        <p:tgtEl>
                                          <p:spTgt spid="136241"/>
                                        </p:tgtEl>
                                      </p:cBhvr>
                                    </p:animEffect>
                                  </p:childTnLst>
                                </p:cTn>
                              </p:par>
                            </p:childTnLst>
                          </p:cTn>
                        </p:par>
                      </p:childTnLst>
                    </p:cTn>
                  </p:par>
                  <p:par>
                    <p:cTn id="69" fill="hold" nodeType="clickPar">
                      <p:stCondLst>
                        <p:cond delay="indefinite"/>
                      </p:stCondLst>
                      <p:childTnLst>
                        <p:par>
                          <p:cTn id="70" fill="hold" nodeType="afterGroup">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136242"/>
                                        </p:tgtEl>
                                        <p:attrNameLst>
                                          <p:attrName>style.visibility</p:attrName>
                                        </p:attrNameLst>
                                      </p:cBhvr>
                                      <p:to>
                                        <p:strVal val="visible"/>
                                      </p:to>
                                    </p:set>
                                    <p:animEffect transition="in" filter="blinds(horizontal)">
                                      <p:cBhvr>
                                        <p:cTn id="73" dur="500"/>
                                        <p:tgtEl>
                                          <p:spTgt spid="136242"/>
                                        </p:tgtEl>
                                      </p:cBhvr>
                                    </p:animEffect>
                                  </p:childTnLst>
                                </p:cTn>
                              </p:par>
                            </p:childTnLst>
                          </p:cTn>
                        </p:par>
                      </p:childTnLst>
                    </p:cTn>
                  </p:par>
                  <p:par>
                    <p:cTn id="74" fill="hold" nodeType="clickPar">
                      <p:stCondLst>
                        <p:cond delay="indefinite"/>
                      </p:stCondLst>
                      <p:childTnLst>
                        <p:par>
                          <p:cTn id="75" fill="hold" nodeType="afterGroup">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136243"/>
                                        </p:tgtEl>
                                        <p:attrNameLst>
                                          <p:attrName>style.visibility</p:attrName>
                                        </p:attrNameLst>
                                      </p:cBhvr>
                                      <p:to>
                                        <p:strVal val="visible"/>
                                      </p:to>
                                    </p:set>
                                    <p:animEffect transition="in" filter="blinds(horizontal)">
                                      <p:cBhvr>
                                        <p:cTn id="78" dur="500"/>
                                        <p:tgtEl>
                                          <p:spTgt spid="136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5" grpId="0"/>
      <p:bldP spid="136196" grpId="0"/>
      <p:bldP spid="136197" grpId="0"/>
      <p:bldP spid="136198" grpId="0"/>
      <p:bldP spid="136201" grpId="0"/>
      <p:bldP spid="136213" grpId="0"/>
      <p:bldP spid="136218" grpId="0"/>
      <p:bldP spid="136219" grpId="0"/>
      <p:bldP spid="136240" grpId="0"/>
      <p:bldP spid="136241" grpId="0"/>
      <p:bldP spid="136242" grpId="0"/>
      <p:bldP spid="136243" grpId="0"/>
      <p:bldP spid="136244" grpId="0"/>
    </p:bldLst>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25632" name="未知"/>
          <p:cNvSpPr/>
          <p:nvPr>
            <p:custDataLst>
              <p:tags r:id="rId3"/>
            </p:custDataLst>
          </p:nvPr>
        </p:nvSpPr>
        <p:spPr>
          <a:xfrm>
            <a:off x="5333483" y="1972910"/>
            <a:ext cx="479825" cy="308798"/>
          </a:xfrm>
          <a:custGeom>
            <a:rect l="0" t="0" r="0" b="0"/>
            <a:pathLst>
              <a:path w="400" h="400">
                <a:moveTo>
                  <a:pt x="0" y="0"/>
                </a:moveTo>
                <a:lnTo>
                  <a:pt x="400" y="0"/>
                </a:lnTo>
                <a:lnTo>
                  <a:pt x="400" y="400"/>
                </a:lnTo>
                <a:lnTo>
                  <a:pt x="0" y="400"/>
                </a:lnTo>
                <a:lnTo>
                  <a:pt x="0" y="0"/>
                </a:lnTo>
                <a:close/>
              </a:path>
            </a:pathLst>
          </a:custGeom>
          <a:blipFill rotWithShape="1">
            <a:blip r:embed="rId4"/>
            <a:tile tx="0" ty="0" sx="100000" sy="100000" flip="none" algn="tl"/>
          </a:blipFill>
          <a:ln>
            <a:solidFill>
              <a:srgbClr val="000000">
                <a:alpha val="0"/>
              </a:srgb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2000">
              <a:solidFill>
                <a:schemeClr val="tx1"/>
              </a:solidFill>
              <a:latin typeface="宋体" panose="02010600030101010101" pitchFamily="2" charset="-122"/>
              <a:ea typeface="宋体" panose="02010600030101010101" pitchFamily="2" charset="-122"/>
            </a:endParaRPr>
          </a:p>
        </p:txBody>
      </p:sp>
      <p:sp>
        <p:nvSpPr>
          <p:cNvPr id="25602" name="文本框 25601"/>
          <p:cNvSpPr txBox="1"/>
          <p:nvPr>
            <p:custDataLst>
              <p:tags r:id="rId5"/>
            </p:custDataLst>
          </p:nvPr>
        </p:nvSpPr>
        <p:spPr>
          <a:xfrm>
            <a:off x="887730" y="4029075"/>
            <a:ext cx="7512685" cy="398780"/>
          </a:xfrm>
          <a:prstGeom prst="rect">
            <a:avLst/>
          </a:prstGeom>
          <a:noFill/>
          <a:ln w="9525">
            <a:noFill/>
          </a:ln>
        </p:spPr>
        <p:txBody>
          <a:bodyPr wrap="square">
            <a:spAutoFit/>
          </a:bodyPr>
          <a:lstStyle/>
          <a:p>
            <a:r>
              <a:rPr lang="zh-CN" altLang="en-US" sz="2000" b="1">
                <a:solidFill>
                  <a:schemeClr val="tx1"/>
                </a:solidFill>
                <a:latin typeface="宋体" panose="02010600030101010101" pitchFamily="2" charset="-122"/>
                <a:ea typeface="宋体" panose="02010600030101010101" pitchFamily="2" charset="-122"/>
              </a:rPr>
              <a:t>力的示意图只要从力的作用点沿力的方向画一线段标上箭头即可。</a:t>
            </a:r>
          </a:p>
        </p:txBody>
      </p:sp>
      <p:sp>
        <p:nvSpPr>
          <p:cNvPr id="25603" name="文本框 25602"/>
          <p:cNvSpPr txBox="1"/>
          <p:nvPr>
            <p:custDataLst>
              <p:tags r:id="rId6"/>
            </p:custDataLst>
          </p:nvPr>
        </p:nvSpPr>
        <p:spPr>
          <a:xfrm>
            <a:off x="801241" y="1175679"/>
            <a:ext cx="3248660" cy="398780"/>
          </a:xfrm>
          <a:prstGeom prst="rect">
            <a:avLst/>
          </a:prstGeom>
          <a:noFill/>
          <a:ln w="9525">
            <a:noFill/>
          </a:ln>
        </p:spPr>
        <p:txBody>
          <a:bodyPr wrap="none" anchor="t" anchorCtr="0">
            <a:spAutoFit/>
          </a:bodyPr>
          <a:lstStyle/>
          <a:p>
            <a:r>
              <a:rPr lang="zh-CN" altLang="en-US" sz="2000" b="1">
                <a:solidFill>
                  <a:schemeClr val="tx1"/>
                </a:solidFill>
                <a:latin typeface="宋体" panose="02010600030101010101" pitchFamily="2" charset="-122"/>
                <a:ea typeface="宋体" panose="02010600030101010101" pitchFamily="2" charset="-122"/>
                <a:cs typeface="宋体" panose="02010600030101010101" pitchFamily="2" charset="-122"/>
              </a:rPr>
              <a:t>一辆小车受到重力为</a:t>
            </a:r>
            <a:r>
              <a:rPr lang="en-US" altLang="zh-CN" sz="2000" b="1">
                <a:solidFill>
                  <a:schemeClr val="tx1"/>
                </a:solidFill>
                <a:latin typeface="宋体" panose="02010600030101010101" pitchFamily="2" charset="-122"/>
                <a:ea typeface="宋体" panose="02010600030101010101" pitchFamily="2" charset="-122"/>
                <a:cs typeface="宋体" panose="02010600030101010101" pitchFamily="2" charset="-122"/>
              </a:rPr>
              <a:t>400N</a:t>
            </a:r>
            <a:r>
              <a:rPr lang="zh-CN" altLang="en-US" sz="2000" b="1">
                <a:solidFill>
                  <a:schemeClr val="tx1"/>
                </a:solidFill>
                <a:latin typeface="宋体" panose="02010600030101010101" pitchFamily="2" charset="-122"/>
                <a:ea typeface="宋体" panose="02010600030101010101" pitchFamily="2" charset="-122"/>
                <a:cs typeface="宋体" panose="02010600030101010101" pitchFamily="2" charset="-122"/>
              </a:rPr>
              <a:t>。</a:t>
            </a:r>
          </a:p>
        </p:txBody>
      </p:sp>
      <p:grpSp>
        <p:nvGrpSpPr>
          <p:cNvPr id="25604" name="组合 25603"/>
          <p:cNvGrpSpPr/>
          <p:nvPr>
            <p:custDataLst>
              <p:tags r:id="rId7"/>
            </p:custDataLst>
          </p:nvPr>
        </p:nvGrpSpPr>
        <p:grpSpPr>
          <a:xfrm>
            <a:off x="2705136" y="2287646"/>
            <a:ext cx="1077230" cy="104516"/>
            <a:chExt cx="1338" cy="130"/>
          </a:xfrm>
        </p:grpSpPr>
        <p:sp>
          <p:nvSpPr>
            <p:cNvPr id="25605" name="直接连接符 25604"/>
            <p:cNvSpPr/>
            <p:nvPr>
              <p:custDataLst>
                <p:tags r:id="rId8"/>
              </p:custDataLst>
            </p:nvPr>
          </p:nvSpPr>
          <p:spPr>
            <a:xfrm flipH="1">
              <a:off x="0"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06" name="直接连接符 25605"/>
            <p:cNvSpPr/>
            <p:nvPr>
              <p:custDataLst>
                <p:tags r:id="rId9"/>
              </p:custDataLst>
            </p:nvPr>
          </p:nvSpPr>
          <p:spPr>
            <a:xfrm flipH="1">
              <a:off x="120" y="8"/>
              <a:ext cx="121" cy="122"/>
            </a:xfrm>
            <a:prstGeom prst="line">
              <a:avLst/>
            </a:prstGeom>
            <a:ln w="9525" cap="flat" cmpd="sng">
              <a:solidFill>
                <a:srgbClr val="000000"/>
              </a:solidFill>
              <a:prstDash val="solid"/>
              <a:headEnd type="none" w="med" len="med"/>
              <a:tailEnd type="none" w="med" len="med"/>
            </a:ln>
          </p:spPr>
          <p:txBody>
            <a:bodyPr/>
            <a:lstStyle/>
            <a:p/>
          </p:txBody>
        </p:sp>
        <p:sp>
          <p:nvSpPr>
            <p:cNvPr id="25607" name="直接连接符 25606"/>
            <p:cNvSpPr/>
            <p:nvPr>
              <p:custDataLst>
                <p:tags r:id="rId10"/>
              </p:custDataLst>
            </p:nvPr>
          </p:nvSpPr>
          <p:spPr>
            <a:xfrm flipH="1">
              <a:off x="241"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08" name="直接连接符 25607"/>
            <p:cNvSpPr/>
            <p:nvPr>
              <p:custDataLst>
                <p:tags r:id="rId11"/>
              </p:custDataLst>
            </p:nvPr>
          </p:nvSpPr>
          <p:spPr>
            <a:xfrm flipH="1">
              <a:off x="361"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09" name="直接连接符 25608"/>
            <p:cNvSpPr/>
            <p:nvPr>
              <p:custDataLst>
                <p:tags r:id="rId12"/>
              </p:custDataLst>
            </p:nvPr>
          </p:nvSpPr>
          <p:spPr>
            <a:xfrm flipH="1">
              <a:off x="481"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10" name="直接连接符 25609"/>
            <p:cNvSpPr/>
            <p:nvPr>
              <p:custDataLst>
                <p:tags r:id="rId13"/>
              </p:custDataLst>
            </p:nvPr>
          </p:nvSpPr>
          <p:spPr>
            <a:xfrm flipH="1">
              <a:off x="601" y="8"/>
              <a:ext cx="121" cy="122"/>
            </a:xfrm>
            <a:prstGeom prst="line">
              <a:avLst/>
            </a:prstGeom>
            <a:ln w="9525" cap="flat" cmpd="sng">
              <a:solidFill>
                <a:srgbClr val="000000"/>
              </a:solidFill>
              <a:prstDash val="solid"/>
              <a:headEnd type="none" w="med" len="med"/>
              <a:tailEnd type="none" w="med" len="med"/>
            </a:ln>
          </p:spPr>
          <p:txBody>
            <a:bodyPr/>
            <a:lstStyle/>
            <a:p/>
          </p:txBody>
        </p:sp>
        <p:sp>
          <p:nvSpPr>
            <p:cNvPr id="25611" name="直接连接符 25610"/>
            <p:cNvSpPr/>
            <p:nvPr>
              <p:custDataLst>
                <p:tags r:id="rId14"/>
              </p:custDataLst>
            </p:nvPr>
          </p:nvSpPr>
          <p:spPr>
            <a:xfrm flipH="1">
              <a:off x="722"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12" name="直接连接符 25611"/>
            <p:cNvSpPr/>
            <p:nvPr>
              <p:custDataLst>
                <p:tags r:id="rId15"/>
              </p:custDataLst>
            </p:nvPr>
          </p:nvSpPr>
          <p:spPr>
            <a:xfrm flipH="1">
              <a:off x="842"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13" name="直接连接符 25612"/>
            <p:cNvSpPr/>
            <p:nvPr>
              <p:custDataLst>
                <p:tags r:id="rId16"/>
              </p:custDataLst>
            </p:nvPr>
          </p:nvSpPr>
          <p:spPr>
            <a:xfrm flipH="1">
              <a:off x="962"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14" name="直接连接符 25613"/>
            <p:cNvSpPr/>
            <p:nvPr>
              <p:custDataLst>
                <p:tags r:id="rId17"/>
              </p:custDataLst>
            </p:nvPr>
          </p:nvSpPr>
          <p:spPr>
            <a:xfrm flipH="1">
              <a:off x="1082" y="8"/>
              <a:ext cx="121" cy="122"/>
            </a:xfrm>
            <a:prstGeom prst="line">
              <a:avLst/>
            </a:prstGeom>
            <a:ln w="9525" cap="flat" cmpd="sng">
              <a:solidFill>
                <a:srgbClr val="000000"/>
              </a:solidFill>
              <a:prstDash val="solid"/>
              <a:headEnd type="none" w="med" len="med"/>
              <a:tailEnd type="none" w="med" len="med"/>
            </a:ln>
          </p:spPr>
          <p:txBody>
            <a:bodyPr/>
            <a:lstStyle/>
            <a:p/>
          </p:txBody>
        </p:sp>
        <p:sp>
          <p:nvSpPr>
            <p:cNvPr id="25615" name="直接连接符 25614"/>
            <p:cNvSpPr/>
            <p:nvPr>
              <p:custDataLst>
                <p:tags r:id="rId18"/>
              </p:custDataLst>
            </p:nvPr>
          </p:nvSpPr>
          <p:spPr>
            <a:xfrm flipH="1">
              <a:off x="1203"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16" name="直接连接符 25615"/>
            <p:cNvSpPr/>
            <p:nvPr>
              <p:custDataLst>
                <p:tags r:id="rId19"/>
              </p:custDataLst>
            </p:nvPr>
          </p:nvSpPr>
          <p:spPr>
            <a:xfrm>
              <a:off x="23" y="0"/>
              <a:ext cx="1315" cy="0"/>
            </a:xfrm>
            <a:prstGeom prst="line">
              <a:avLst/>
            </a:prstGeom>
            <a:ln w="19050" cap="flat" cmpd="sng">
              <a:solidFill>
                <a:srgbClr val="000000"/>
              </a:solidFill>
              <a:prstDash val="solid"/>
              <a:headEnd type="none" w="med" len="med"/>
              <a:tailEnd type="none" w="med" len="med"/>
            </a:ln>
          </p:spPr>
          <p:txBody>
            <a:bodyPr/>
            <a:lstStyle/>
            <a:p/>
          </p:txBody>
        </p:sp>
      </p:grpSp>
      <p:sp>
        <p:nvSpPr>
          <p:cNvPr id="25617" name="未知"/>
          <p:cNvSpPr/>
          <p:nvPr>
            <p:custDataLst>
              <p:tags r:id="rId20"/>
            </p:custDataLst>
          </p:nvPr>
        </p:nvSpPr>
        <p:spPr>
          <a:xfrm>
            <a:off x="3016309" y="1972910"/>
            <a:ext cx="479825" cy="308798"/>
          </a:xfrm>
          <a:custGeom>
            <a:rect l="0" t="0" r="0" b="0"/>
            <a:pathLst>
              <a:path w="400" h="400">
                <a:moveTo>
                  <a:pt x="0" y="0"/>
                </a:moveTo>
                <a:lnTo>
                  <a:pt x="400" y="0"/>
                </a:lnTo>
                <a:lnTo>
                  <a:pt x="400" y="400"/>
                </a:lnTo>
                <a:lnTo>
                  <a:pt x="0" y="400"/>
                </a:lnTo>
                <a:lnTo>
                  <a:pt x="0" y="0"/>
                </a:lnTo>
                <a:close/>
              </a:path>
            </a:pathLst>
          </a:custGeom>
          <a:blipFill rotWithShape="1">
            <a:blip r:embed="rId4"/>
            <a:tile tx="0" ty="0" sx="100000" sy="100000" flip="none" algn="tl"/>
          </a:blipFill>
          <a:ln w="9525" cap="flat" cmpd="sng">
            <a:solidFill>
              <a:srgbClr val="000000"/>
            </a:solidFill>
            <a:prstDash val="solid"/>
            <a:headEnd type="none" w="med" len="med"/>
            <a:tailEnd type="none" w="med" len="med"/>
          </a:ln>
        </p:spPr>
        <p:txBody>
          <a:bodyPr/>
          <a:lstStyle/>
          <a:p>
            <a:endParaRPr lang="zh-CN" altLang="en-US" sz="2000">
              <a:solidFill>
                <a:schemeClr val="tx1"/>
              </a:solidFill>
              <a:latin typeface="宋体" panose="02010600030101010101" pitchFamily="2" charset="-122"/>
              <a:ea typeface="宋体" panose="02010600030101010101" pitchFamily="2" charset="-122"/>
            </a:endParaRPr>
          </a:p>
        </p:txBody>
      </p:sp>
      <p:sp>
        <p:nvSpPr>
          <p:cNvPr id="25618" name="直接连接符 25617"/>
          <p:cNvSpPr/>
          <p:nvPr>
            <p:custDataLst>
              <p:tags r:id="rId21"/>
            </p:custDataLst>
          </p:nvPr>
        </p:nvSpPr>
        <p:spPr>
          <a:xfrm flipH="1">
            <a:off x="5560331" y="2129685"/>
            <a:ext cx="10689" cy="656790"/>
          </a:xfrm>
          <a:prstGeom prst="line">
            <a:avLst/>
          </a:prstGeom>
          <a:ln w="12700" cap="flat" cmpd="sng">
            <a:solidFill>
              <a:srgbClr val="00B0F0"/>
            </a:solidFill>
            <a:prstDash val="solid"/>
            <a:headEnd type="none" w="med" len="med"/>
            <a:tailEnd type="triangle" w="sm" len="lg"/>
          </a:ln>
        </p:spPr>
        <p:txBody>
          <a:bodyPr/>
          <a:lstStyle/>
          <a:p/>
        </p:txBody>
      </p:sp>
      <p:grpSp>
        <p:nvGrpSpPr>
          <p:cNvPr id="25619" name="组合 25618"/>
          <p:cNvGrpSpPr/>
          <p:nvPr>
            <p:custDataLst>
              <p:tags r:id="rId22"/>
            </p:custDataLst>
          </p:nvPr>
        </p:nvGrpSpPr>
        <p:grpSpPr>
          <a:xfrm>
            <a:off x="5022309" y="2287646"/>
            <a:ext cx="1077231" cy="104516"/>
            <a:chExt cx="1338" cy="130"/>
          </a:xfrm>
        </p:grpSpPr>
        <p:sp>
          <p:nvSpPr>
            <p:cNvPr id="25620" name="直接连接符 25619"/>
            <p:cNvSpPr/>
            <p:nvPr>
              <p:custDataLst>
                <p:tags r:id="rId23"/>
              </p:custDataLst>
            </p:nvPr>
          </p:nvSpPr>
          <p:spPr>
            <a:xfrm flipH="1">
              <a:off x="0"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21" name="直接连接符 25620"/>
            <p:cNvSpPr/>
            <p:nvPr>
              <p:custDataLst>
                <p:tags r:id="rId24"/>
              </p:custDataLst>
            </p:nvPr>
          </p:nvSpPr>
          <p:spPr>
            <a:xfrm flipH="1">
              <a:off x="120" y="8"/>
              <a:ext cx="121" cy="122"/>
            </a:xfrm>
            <a:prstGeom prst="line">
              <a:avLst/>
            </a:prstGeom>
            <a:ln w="9525" cap="flat" cmpd="sng">
              <a:solidFill>
                <a:srgbClr val="000000"/>
              </a:solidFill>
              <a:prstDash val="solid"/>
              <a:headEnd type="none" w="med" len="med"/>
              <a:tailEnd type="none" w="med" len="med"/>
            </a:ln>
          </p:spPr>
          <p:txBody>
            <a:bodyPr/>
            <a:lstStyle/>
            <a:p/>
          </p:txBody>
        </p:sp>
        <p:sp>
          <p:nvSpPr>
            <p:cNvPr id="25622" name="直接连接符 25621"/>
            <p:cNvSpPr/>
            <p:nvPr>
              <p:custDataLst>
                <p:tags r:id="rId25"/>
              </p:custDataLst>
            </p:nvPr>
          </p:nvSpPr>
          <p:spPr>
            <a:xfrm flipH="1">
              <a:off x="241"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23" name="直接连接符 25622"/>
            <p:cNvSpPr/>
            <p:nvPr>
              <p:custDataLst>
                <p:tags r:id="rId26"/>
              </p:custDataLst>
            </p:nvPr>
          </p:nvSpPr>
          <p:spPr>
            <a:xfrm flipH="1">
              <a:off x="361"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24" name="直接连接符 25623"/>
            <p:cNvSpPr/>
            <p:nvPr>
              <p:custDataLst>
                <p:tags r:id="rId27"/>
              </p:custDataLst>
            </p:nvPr>
          </p:nvSpPr>
          <p:spPr>
            <a:xfrm flipH="1">
              <a:off x="481"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25" name="直接连接符 25624"/>
            <p:cNvSpPr/>
            <p:nvPr>
              <p:custDataLst>
                <p:tags r:id="rId28"/>
              </p:custDataLst>
            </p:nvPr>
          </p:nvSpPr>
          <p:spPr>
            <a:xfrm flipH="1">
              <a:off x="601" y="8"/>
              <a:ext cx="121" cy="122"/>
            </a:xfrm>
            <a:prstGeom prst="line">
              <a:avLst/>
            </a:prstGeom>
            <a:ln w="9525" cap="flat" cmpd="sng">
              <a:solidFill>
                <a:srgbClr val="000000"/>
              </a:solidFill>
              <a:prstDash val="solid"/>
              <a:headEnd type="none" w="med" len="med"/>
              <a:tailEnd type="none" w="med" len="med"/>
            </a:ln>
          </p:spPr>
          <p:txBody>
            <a:bodyPr/>
            <a:lstStyle/>
            <a:p/>
          </p:txBody>
        </p:sp>
        <p:sp>
          <p:nvSpPr>
            <p:cNvPr id="25626" name="直接连接符 25625"/>
            <p:cNvSpPr/>
            <p:nvPr>
              <p:custDataLst>
                <p:tags r:id="rId29"/>
              </p:custDataLst>
            </p:nvPr>
          </p:nvSpPr>
          <p:spPr>
            <a:xfrm flipH="1">
              <a:off x="722"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27" name="直接连接符 25626"/>
            <p:cNvSpPr/>
            <p:nvPr>
              <p:custDataLst>
                <p:tags r:id="rId30"/>
              </p:custDataLst>
            </p:nvPr>
          </p:nvSpPr>
          <p:spPr>
            <a:xfrm flipH="1">
              <a:off x="842"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28" name="直接连接符 25627"/>
            <p:cNvSpPr/>
            <p:nvPr>
              <p:custDataLst>
                <p:tags r:id="rId31"/>
              </p:custDataLst>
            </p:nvPr>
          </p:nvSpPr>
          <p:spPr>
            <a:xfrm flipH="1">
              <a:off x="962"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29" name="直接连接符 25628"/>
            <p:cNvSpPr/>
            <p:nvPr>
              <p:custDataLst>
                <p:tags r:id="rId32"/>
              </p:custDataLst>
            </p:nvPr>
          </p:nvSpPr>
          <p:spPr>
            <a:xfrm flipH="1">
              <a:off x="1082" y="8"/>
              <a:ext cx="121" cy="122"/>
            </a:xfrm>
            <a:prstGeom prst="line">
              <a:avLst/>
            </a:prstGeom>
            <a:ln w="9525" cap="flat" cmpd="sng">
              <a:solidFill>
                <a:srgbClr val="000000"/>
              </a:solidFill>
              <a:prstDash val="solid"/>
              <a:headEnd type="none" w="med" len="med"/>
              <a:tailEnd type="none" w="med" len="med"/>
            </a:ln>
          </p:spPr>
          <p:txBody>
            <a:bodyPr/>
            <a:lstStyle/>
            <a:p/>
          </p:txBody>
        </p:sp>
        <p:sp>
          <p:nvSpPr>
            <p:cNvPr id="25630" name="直接连接符 25629"/>
            <p:cNvSpPr/>
            <p:nvPr>
              <p:custDataLst>
                <p:tags r:id="rId33"/>
              </p:custDataLst>
            </p:nvPr>
          </p:nvSpPr>
          <p:spPr>
            <a:xfrm flipH="1">
              <a:off x="1203" y="8"/>
              <a:ext cx="120" cy="122"/>
            </a:xfrm>
            <a:prstGeom prst="line">
              <a:avLst/>
            </a:prstGeom>
            <a:ln w="9525" cap="flat" cmpd="sng">
              <a:solidFill>
                <a:srgbClr val="000000"/>
              </a:solidFill>
              <a:prstDash val="solid"/>
              <a:headEnd type="none" w="med" len="med"/>
              <a:tailEnd type="none" w="med" len="med"/>
            </a:ln>
          </p:spPr>
          <p:txBody>
            <a:bodyPr/>
            <a:lstStyle/>
            <a:p/>
          </p:txBody>
        </p:sp>
        <p:sp>
          <p:nvSpPr>
            <p:cNvPr id="25631" name="直接连接符 25630"/>
            <p:cNvSpPr/>
            <p:nvPr>
              <p:custDataLst>
                <p:tags r:id="rId34"/>
              </p:custDataLst>
            </p:nvPr>
          </p:nvSpPr>
          <p:spPr>
            <a:xfrm>
              <a:off x="23" y="0"/>
              <a:ext cx="1315" cy="0"/>
            </a:xfrm>
            <a:prstGeom prst="line">
              <a:avLst/>
            </a:prstGeom>
            <a:ln w="19050" cap="flat" cmpd="sng">
              <a:solidFill>
                <a:srgbClr val="000000"/>
              </a:solidFill>
              <a:prstDash val="solid"/>
              <a:headEnd type="none" w="med" len="med"/>
              <a:tailEnd type="none" w="med" len="med"/>
            </a:ln>
          </p:spPr>
          <p:txBody>
            <a:bodyPr/>
            <a:lstStyle/>
            <a:p/>
          </p:txBody>
        </p:sp>
      </p:grpSp>
      <p:sp>
        <p:nvSpPr>
          <p:cNvPr id="25633" name="文本框 25632"/>
          <p:cNvSpPr txBox="1"/>
          <p:nvPr>
            <p:custDataLst>
              <p:tags r:id="rId35"/>
            </p:custDataLst>
          </p:nvPr>
        </p:nvSpPr>
        <p:spPr>
          <a:xfrm>
            <a:off x="2597056" y="3139217"/>
            <a:ext cx="1459230" cy="398780"/>
          </a:xfrm>
          <a:prstGeom prst="rect">
            <a:avLst/>
          </a:prstGeom>
          <a:noFill/>
          <a:ln w="9525">
            <a:noFill/>
          </a:ln>
        </p:spPr>
        <p:txBody>
          <a:bodyPr wrap="none" anchor="t" anchorCtr="0">
            <a:spAutoFit/>
          </a:bodyPr>
          <a:lstStyle/>
          <a:p>
            <a:r>
              <a:rPr lang="zh-CN" altLang="en-US" sz="2000" b="1">
                <a:solidFill>
                  <a:srgbClr val="00B0F0"/>
                </a:solidFill>
                <a:latin typeface="楷体" panose="02010609060101010101" charset="-122"/>
                <a:ea typeface="楷体" panose="02010609060101010101" charset="-122"/>
              </a:rPr>
              <a:t>力的示意图</a:t>
            </a:r>
          </a:p>
        </p:txBody>
      </p:sp>
      <p:sp>
        <p:nvSpPr>
          <p:cNvPr id="25634" name="文本框 25633"/>
          <p:cNvSpPr txBox="1"/>
          <p:nvPr>
            <p:custDataLst>
              <p:tags r:id="rId36"/>
            </p:custDataLst>
          </p:nvPr>
        </p:nvSpPr>
        <p:spPr>
          <a:xfrm>
            <a:off x="5022309" y="3139217"/>
            <a:ext cx="1203960" cy="398780"/>
          </a:xfrm>
          <a:prstGeom prst="rect">
            <a:avLst/>
          </a:prstGeom>
          <a:noFill/>
          <a:ln w="9525">
            <a:noFill/>
          </a:ln>
        </p:spPr>
        <p:txBody>
          <a:bodyPr wrap="none" anchor="t" anchorCtr="0">
            <a:spAutoFit/>
          </a:bodyPr>
          <a:lstStyle/>
          <a:p>
            <a:r>
              <a:rPr lang="zh-CN" altLang="en-US" sz="2000" b="1">
                <a:solidFill>
                  <a:srgbClr val="00B0F0"/>
                </a:solidFill>
                <a:latin typeface="楷体" panose="02010609060101010101" charset="-122"/>
                <a:ea typeface="楷体" panose="02010609060101010101" charset="-122"/>
              </a:rPr>
              <a:t>力的图示</a:t>
            </a:r>
          </a:p>
        </p:txBody>
      </p:sp>
      <p:sp>
        <p:nvSpPr>
          <p:cNvPr id="25635" name="直接连接符 25634"/>
          <p:cNvSpPr/>
          <p:nvPr>
            <p:custDataLst>
              <p:tags r:id="rId37"/>
            </p:custDataLst>
          </p:nvPr>
        </p:nvSpPr>
        <p:spPr>
          <a:xfrm>
            <a:off x="5560331" y="2134435"/>
            <a:ext cx="54634" cy="0"/>
          </a:xfrm>
          <a:prstGeom prst="line">
            <a:avLst/>
          </a:prstGeom>
          <a:ln w="12700" cap="flat" cmpd="sng">
            <a:solidFill>
              <a:srgbClr val="00B0F0"/>
            </a:solidFill>
            <a:prstDash val="solid"/>
            <a:headEnd type="none" w="med" len="med"/>
            <a:tailEnd type="none" w="med" len="med"/>
          </a:ln>
        </p:spPr>
        <p:txBody>
          <a:bodyPr/>
          <a:lstStyle/>
          <a:p/>
        </p:txBody>
      </p:sp>
      <p:sp>
        <p:nvSpPr>
          <p:cNvPr id="25636" name="直接连接符 25635"/>
          <p:cNvSpPr/>
          <p:nvPr>
            <p:custDataLst>
              <p:tags r:id="rId38"/>
            </p:custDataLst>
          </p:nvPr>
        </p:nvSpPr>
        <p:spPr>
          <a:xfrm>
            <a:off x="5560331" y="2295960"/>
            <a:ext cx="54634" cy="0"/>
          </a:xfrm>
          <a:prstGeom prst="line">
            <a:avLst/>
          </a:prstGeom>
          <a:ln w="12700" cap="flat" cmpd="sng">
            <a:solidFill>
              <a:srgbClr val="00B0F0"/>
            </a:solidFill>
            <a:prstDash val="solid"/>
            <a:headEnd type="none" w="med" len="med"/>
            <a:tailEnd type="none" w="med" len="med"/>
          </a:ln>
        </p:spPr>
        <p:txBody>
          <a:bodyPr/>
          <a:lstStyle/>
          <a:p/>
        </p:txBody>
      </p:sp>
      <p:sp>
        <p:nvSpPr>
          <p:cNvPr id="25637" name="直接连接符 25636"/>
          <p:cNvSpPr/>
          <p:nvPr>
            <p:custDataLst>
              <p:tags r:id="rId39"/>
            </p:custDataLst>
          </p:nvPr>
        </p:nvSpPr>
        <p:spPr>
          <a:xfrm>
            <a:off x="5560331" y="2457486"/>
            <a:ext cx="54634" cy="0"/>
          </a:xfrm>
          <a:prstGeom prst="line">
            <a:avLst/>
          </a:prstGeom>
          <a:ln w="12700" cap="flat" cmpd="sng">
            <a:solidFill>
              <a:srgbClr val="00B0F0"/>
            </a:solidFill>
            <a:prstDash val="solid"/>
            <a:headEnd type="none" w="med" len="med"/>
            <a:tailEnd type="none" w="med" len="med"/>
          </a:ln>
        </p:spPr>
        <p:txBody>
          <a:bodyPr/>
          <a:lstStyle/>
          <a:p/>
        </p:txBody>
      </p:sp>
      <p:sp>
        <p:nvSpPr>
          <p:cNvPr id="25638" name="直接连接符 25637"/>
          <p:cNvSpPr/>
          <p:nvPr>
            <p:custDataLst>
              <p:tags r:id="rId40"/>
            </p:custDataLst>
          </p:nvPr>
        </p:nvSpPr>
        <p:spPr>
          <a:xfrm>
            <a:off x="5560331" y="2619011"/>
            <a:ext cx="54634" cy="0"/>
          </a:xfrm>
          <a:prstGeom prst="line">
            <a:avLst/>
          </a:prstGeom>
          <a:ln w="12700" cap="flat" cmpd="sng">
            <a:solidFill>
              <a:srgbClr val="00B0F0"/>
            </a:solidFill>
            <a:prstDash val="solid"/>
            <a:headEnd type="none" w="med" len="med"/>
            <a:tailEnd type="none" w="med" len="med"/>
          </a:ln>
        </p:spPr>
        <p:txBody>
          <a:bodyPr/>
          <a:lstStyle/>
          <a:p/>
        </p:txBody>
      </p:sp>
      <p:sp>
        <p:nvSpPr>
          <p:cNvPr id="25639" name="直接连接符 25638"/>
          <p:cNvSpPr/>
          <p:nvPr>
            <p:custDataLst>
              <p:tags r:id="rId41"/>
            </p:custDataLst>
          </p:nvPr>
        </p:nvSpPr>
        <p:spPr>
          <a:xfrm>
            <a:off x="5560331" y="2780536"/>
            <a:ext cx="54634" cy="0"/>
          </a:xfrm>
          <a:prstGeom prst="line">
            <a:avLst/>
          </a:prstGeom>
          <a:ln w="12700" cap="flat" cmpd="sng">
            <a:solidFill>
              <a:srgbClr val="00B0F0"/>
            </a:solidFill>
            <a:prstDash val="solid"/>
            <a:headEnd type="none" w="med" len="med"/>
            <a:tailEnd type="none" w="med" len="med"/>
          </a:ln>
        </p:spPr>
        <p:txBody>
          <a:bodyPr/>
          <a:lstStyle/>
          <a:p/>
        </p:txBody>
      </p:sp>
      <p:sp>
        <p:nvSpPr>
          <p:cNvPr id="25640" name="直接连接符 25639"/>
          <p:cNvSpPr/>
          <p:nvPr>
            <p:custDataLst>
              <p:tags r:id="rId42"/>
            </p:custDataLst>
          </p:nvPr>
        </p:nvSpPr>
        <p:spPr>
          <a:xfrm flipH="1">
            <a:off x="3244345" y="2134435"/>
            <a:ext cx="10689" cy="656790"/>
          </a:xfrm>
          <a:prstGeom prst="line">
            <a:avLst/>
          </a:prstGeom>
          <a:ln w="9525" cap="flat" cmpd="sng">
            <a:solidFill>
              <a:srgbClr val="000000"/>
            </a:solidFill>
            <a:prstDash val="solid"/>
            <a:headEnd type="none" w="med" len="med"/>
            <a:tailEnd type="triangle" w="sm" len="lg"/>
          </a:ln>
        </p:spPr>
        <p:txBody>
          <a:bodyPr/>
          <a:lstStyle/>
          <a:p/>
        </p:txBody>
      </p:sp>
      <p:sp>
        <p:nvSpPr>
          <p:cNvPr id="25641" name="直接连接符 25640"/>
          <p:cNvSpPr/>
          <p:nvPr>
            <p:custDataLst>
              <p:tags r:id="rId43"/>
            </p:custDataLst>
          </p:nvPr>
        </p:nvSpPr>
        <p:spPr>
          <a:xfrm flipH="1">
            <a:off x="4644625" y="1811385"/>
            <a:ext cx="0" cy="53445"/>
          </a:xfrm>
          <a:prstGeom prst="line">
            <a:avLst/>
          </a:prstGeom>
          <a:ln w="12700" cap="flat" cmpd="sng">
            <a:solidFill>
              <a:srgbClr val="00B0F0"/>
            </a:solidFill>
            <a:prstDash val="solid"/>
            <a:headEnd type="none" w="med" len="med"/>
            <a:tailEnd type="none" w="med" len="med"/>
          </a:ln>
        </p:spPr>
        <p:txBody>
          <a:bodyPr/>
          <a:lstStyle/>
          <a:p/>
        </p:txBody>
      </p:sp>
      <p:sp>
        <p:nvSpPr>
          <p:cNvPr id="25642" name="直接连接符 25641"/>
          <p:cNvSpPr/>
          <p:nvPr>
            <p:custDataLst>
              <p:tags r:id="rId44"/>
            </p:custDataLst>
          </p:nvPr>
        </p:nvSpPr>
        <p:spPr>
          <a:xfrm flipH="1">
            <a:off x="4806150" y="1811385"/>
            <a:ext cx="0" cy="53445"/>
          </a:xfrm>
          <a:prstGeom prst="line">
            <a:avLst/>
          </a:prstGeom>
          <a:ln w="12700" cap="flat" cmpd="sng">
            <a:solidFill>
              <a:srgbClr val="00B0F0"/>
            </a:solidFill>
            <a:prstDash val="solid"/>
            <a:headEnd type="none" w="med" len="med"/>
            <a:tailEnd type="none" w="med" len="med"/>
          </a:ln>
        </p:spPr>
        <p:txBody>
          <a:bodyPr/>
          <a:lstStyle/>
          <a:p/>
        </p:txBody>
      </p:sp>
      <p:sp>
        <p:nvSpPr>
          <p:cNvPr id="25643" name="直接连接符 25642"/>
          <p:cNvSpPr/>
          <p:nvPr>
            <p:custDataLst>
              <p:tags r:id="rId45"/>
            </p:custDataLst>
          </p:nvPr>
        </p:nvSpPr>
        <p:spPr>
          <a:xfrm>
            <a:off x="4644625" y="1864830"/>
            <a:ext cx="161525" cy="0"/>
          </a:xfrm>
          <a:prstGeom prst="line">
            <a:avLst/>
          </a:prstGeom>
          <a:ln w="12700" cap="flat" cmpd="sng">
            <a:solidFill>
              <a:srgbClr val="00B0F0"/>
            </a:solidFill>
            <a:prstDash val="solid"/>
            <a:headEnd type="none" w="med" len="med"/>
            <a:tailEnd type="none" w="med" len="med"/>
          </a:ln>
        </p:spPr>
        <p:txBody>
          <a:bodyPr/>
          <a:lstStyle/>
          <a:p/>
        </p:txBody>
      </p:sp>
      <p:sp>
        <p:nvSpPr>
          <p:cNvPr id="25644" name="文本框 25643"/>
          <p:cNvSpPr txBox="1"/>
          <p:nvPr>
            <p:custDataLst>
              <p:tags r:id="rId46"/>
            </p:custDataLst>
          </p:nvPr>
        </p:nvSpPr>
        <p:spPr>
          <a:xfrm>
            <a:off x="4869415" y="1574165"/>
            <a:ext cx="690880" cy="398780"/>
          </a:xfrm>
          <a:prstGeom prst="rect">
            <a:avLst/>
          </a:prstGeom>
          <a:noFill/>
          <a:ln w="9525">
            <a:noFill/>
          </a:ln>
        </p:spPr>
        <p:txBody>
          <a:bodyPr wrap="none" anchor="t" anchorCtr="0">
            <a:spAutoFit/>
          </a:bodyPr>
          <a:lstStyle/>
          <a:p>
            <a:r>
              <a:rPr lang="en-US" altLang="zh-CN" sz="2000">
                <a:solidFill>
                  <a:schemeClr val="tx1"/>
                </a:solidFill>
                <a:latin typeface="宋体" panose="02010600030101010101" pitchFamily="2" charset="-122"/>
                <a:ea typeface="宋体" panose="02010600030101010101" pitchFamily="2" charset="-122"/>
              </a:rPr>
              <a:t>100N</a:t>
            </a:r>
          </a:p>
        </p:txBody>
      </p:sp>
      <p:sp>
        <p:nvSpPr>
          <p:cNvPr id="25645" name="文本框 25644"/>
          <p:cNvSpPr txBox="1"/>
          <p:nvPr>
            <p:custDataLst>
              <p:tags r:id="rId47"/>
            </p:custDataLst>
          </p:nvPr>
        </p:nvSpPr>
        <p:spPr>
          <a:xfrm>
            <a:off x="5721856" y="2619011"/>
            <a:ext cx="944880" cy="398780"/>
          </a:xfrm>
          <a:prstGeom prst="rect">
            <a:avLst/>
          </a:prstGeom>
          <a:noFill/>
          <a:ln w="9525">
            <a:noFill/>
          </a:ln>
        </p:spPr>
        <p:txBody>
          <a:bodyPr wrap="none" anchor="t" anchorCtr="0">
            <a:spAutoFit/>
          </a:bodyPr>
          <a:lstStyle/>
          <a:p>
            <a:r>
              <a:rPr lang="en-US" altLang="zh-CN" sz="2000">
                <a:solidFill>
                  <a:schemeClr val="tx1"/>
                </a:solidFill>
                <a:latin typeface="宋体" panose="02010600030101010101" pitchFamily="2" charset="-122"/>
                <a:ea typeface="宋体" panose="02010600030101010101" pitchFamily="2" charset="-122"/>
              </a:rPr>
              <a:t>F=100N</a:t>
            </a:r>
          </a:p>
        </p:txBody>
      </p:sp>
      <p:sp>
        <p:nvSpPr>
          <p:cNvPr id="25646" name="文本框 25645"/>
          <p:cNvSpPr txBox="1"/>
          <p:nvPr>
            <p:custDataLst>
              <p:tags r:id="rId48"/>
            </p:custDataLst>
          </p:nvPr>
        </p:nvSpPr>
        <p:spPr>
          <a:xfrm>
            <a:off x="3286360" y="2619034"/>
            <a:ext cx="309880" cy="398780"/>
          </a:xfrm>
          <a:prstGeom prst="rect">
            <a:avLst/>
          </a:prstGeom>
          <a:noFill/>
          <a:ln w="9525">
            <a:noFill/>
          </a:ln>
        </p:spPr>
        <p:txBody>
          <a:bodyPr wrap="none" anchor="t" anchorCtr="0">
            <a:spAutoFit/>
          </a:bodyPr>
          <a:lstStyle/>
          <a:p>
            <a:r>
              <a:rPr lang="en-US" altLang="zh-CN" sz="2000">
                <a:solidFill>
                  <a:schemeClr val="tx1"/>
                </a:solidFill>
                <a:latin typeface="宋体" panose="02010600030101010101" pitchFamily="2" charset="-122"/>
                <a:ea typeface="宋体" panose="02010600030101010101" pitchFamily="2" charset="-122"/>
              </a:rPr>
              <a:t>F</a:t>
            </a:r>
          </a:p>
        </p:txBody>
      </p:sp>
      <p:sp>
        <p:nvSpPr>
          <p:cNvPr id="28" name="圆角矩形 27">
            <a:hlinkClick/>
          </p:cNvPr>
          <p:cNvSpPr/>
          <p:nvPr>
            <p:custDataLst>
              <p:tags r:id="rId49"/>
            </p:custDataLst>
          </p:nvPr>
        </p:nvSpPr>
        <p:spPr>
          <a:xfrm>
            <a:off x="0" y="0"/>
            <a:ext cx="218567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000" noProof="1">
              <a:latin typeface="宋体" panose="02010600030101010101" pitchFamily="2" charset="-122"/>
              <a:ea typeface="宋体" panose="02010600030101010101" pitchFamily="2" charset="-122"/>
            </a:endParaRPr>
          </a:p>
        </p:txBody>
      </p:sp>
      <p:sp>
        <p:nvSpPr>
          <p:cNvPr id="29" name="TextBox 14">
            <a:hlinkClick/>
          </p:cNvPr>
          <p:cNvSpPr txBox="1">
            <a:spLocks noChangeArrowheads="1"/>
          </p:cNvSpPr>
          <p:nvPr>
            <p:custDataLst>
              <p:tags r:id="rId50"/>
            </p:custDataLst>
          </p:nvPr>
        </p:nvSpPr>
        <p:spPr bwMode="auto">
          <a:xfrm>
            <a:off x="38735" y="100330"/>
            <a:ext cx="2415540"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三、力的表示</a:t>
            </a:r>
            <a:endParaRPr lang="en-US" altLang="zh-CN" sz="2390" b="1" smtClean="0">
              <a:solidFill>
                <a:schemeClr val="bg1"/>
              </a:solidFill>
              <a:latin typeface="宋体" panose="02010600030101010101" pitchFamily="2" charset="-122"/>
              <a:ea typeface="宋体" panose="02010600030101010101" pitchFamily="2" charset="-122"/>
            </a:endParaRPr>
          </a:p>
        </p:txBody>
      </p:sp>
      <p:cxnSp>
        <p:nvCxnSpPr>
          <p:cNvPr id="30" name="直接连接符 29"/>
          <p:cNvCxnSpPr/>
          <p:nvPr>
            <p:custDataLst>
              <p:tags r:id="rId51"/>
            </p:custDataLst>
          </p:nvPr>
        </p:nvCxnSpPr>
        <p:spPr>
          <a:xfrm>
            <a:off x="58" y="692630"/>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strips(downRight)">
                                      <p:cBhvr>
                                        <p:cTn id="7" dur="500"/>
                                        <p:tgtEl>
                                          <p:spTgt spid="25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Lst>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29" name="圆角矩形 28">
            <a:hlinkClick/>
          </p:cNvPr>
          <p:cNvSpPr/>
          <p:nvPr>
            <p:custDataLst>
              <p:tags r:id="rId3"/>
            </p:custDataLst>
          </p:nvPr>
        </p:nvSpPr>
        <p:spPr>
          <a:xfrm>
            <a:off x="0" y="12065"/>
            <a:ext cx="16243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b="1" noProof="1">
              <a:latin typeface="宋体" panose="02010600030101010101" pitchFamily="2" charset="-122"/>
              <a:ea typeface="宋体" panose="02010600030101010101" pitchFamily="2" charset="-122"/>
            </a:endParaRPr>
          </a:p>
        </p:txBody>
      </p:sp>
      <p:sp>
        <p:nvSpPr>
          <p:cNvPr id="22" name="TextBox 14">
            <a:hlinkClick/>
          </p:cNvPr>
          <p:cNvSpPr txBox="1">
            <a:spLocks noChangeArrowheads="1"/>
          </p:cNvSpPr>
          <p:nvPr>
            <p:custDataLst>
              <p:tags r:id="rId4"/>
            </p:custDataLst>
          </p:nvPr>
        </p:nvSpPr>
        <p:spPr bwMode="auto">
          <a:xfrm>
            <a:off x="86360" y="114935"/>
            <a:ext cx="1537970"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课堂小结</a:t>
            </a:r>
          </a:p>
        </p:txBody>
      </p:sp>
      <p:cxnSp>
        <p:nvCxnSpPr>
          <p:cNvPr id="10" name="直接连接符 9"/>
          <p:cNvCxnSpPr/>
          <p:nvPr>
            <p:custDataLst>
              <p:tags r:id="rId5"/>
            </p:custDataLst>
          </p:nvPr>
        </p:nvCxnSpPr>
        <p:spPr>
          <a:xfrm flipV="1">
            <a:off x="0" y="703580"/>
            <a:ext cx="6196965" cy="4445"/>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2" name="矩形 1"/>
          <p:cNvSpPr/>
          <p:nvPr>
            <p:custDataLst>
              <p:tags r:id="rId6"/>
            </p:custDataLst>
          </p:nvPr>
        </p:nvSpPr>
        <p:spPr>
          <a:xfrm>
            <a:off x="456227" y="1853841"/>
            <a:ext cx="3203339" cy="663160"/>
          </a:xfrm>
          <a:prstGeom prst="rect">
            <a:avLst/>
          </a:prstGeom>
          <a:solidFill>
            <a:srgbClr val="F2F2F2"/>
          </a:solidFill>
          <a:ln w="12700" cap="flat" cmpd="sng" algn="ctr">
            <a:noFill/>
            <a:prstDash val="solid"/>
            <a:miter lim="800000"/>
          </a:ln>
          <a:effectLst/>
        </p:spPr>
        <p:txBody>
          <a:bodyPr rot="0" spcFirstLastPara="0" vertOverflow="overflow" horzOverflow="overflow" vert="horz" wrap="square" lIns="91214" tIns="45607" rIns="91214" bIns="45607" numCol="1" spcCol="0" rtlCol="0" fromWordArt="0" anchor="ctr" anchorCtr="0" forceAA="0" compatLnSpc="1">
            <a:noAutofit/>
          </a:bodyPr>
          <a:lstStyle/>
          <a:p>
            <a:pPr algn="ctr"/>
            <a:endParaRPr lang="zh-CN" altLang="en-US" sz="2395">
              <a:latin typeface="微软雅黑" panose="020b0503020204020204" charset="-122"/>
              <a:ea typeface="微软雅黑" panose="020b0503020204020204" charset="-122"/>
            </a:endParaRPr>
          </a:p>
        </p:txBody>
      </p:sp>
      <p:sp>
        <p:nvSpPr>
          <p:cNvPr id="125" name="矩形 124"/>
          <p:cNvSpPr/>
          <p:nvPr>
            <p:custDataLst>
              <p:tags r:id="rId7"/>
            </p:custDataLst>
          </p:nvPr>
        </p:nvSpPr>
        <p:spPr>
          <a:xfrm>
            <a:off x="4805938" y="1910857"/>
            <a:ext cx="3203339" cy="663160"/>
          </a:xfrm>
          <a:prstGeom prst="rect">
            <a:avLst/>
          </a:prstGeom>
          <a:solidFill>
            <a:srgbClr val="F2F2F2"/>
          </a:solidFill>
          <a:ln w="12700" cap="flat" cmpd="sng" algn="ctr">
            <a:noFill/>
            <a:prstDash val="solid"/>
            <a:miter lim="800000"/>
          </a:ln>
          <a:effectLst/>
        </p:spPr>
        <p:txBody>
          <a:bodyPr rot="0" spcFirstLastPara="0" vertOverflow="overflow" horzOverflow="overflow" vert="horz" wrap="square" lIns="91214" tIns="45607" rIns="91214" bIns="45607" numCol="1" spcCol="0" rtlCol="0" fromWordArt="0" anchor="ctr" anchorCtr="0" forceAA="0" compatLnSpc="1">
            <a:noAutofit/>
          </a:bodyPr>
          <a:lstStyle/>
          <a:p>
            <a:pPr algn="ctr"/>
            <a:endParaRPr lang="zh-CN" altLang="en-US" sz="2395">
              <a:latin typeface="微软雅黑" panose="020b0503020204020204" charset="-122"/>
              <a:ea typeface="微软雅黑" panose="020b0503020204020204" charset="-122"/>
            </a:endParaRPr>
          </a:p>
        </p:txBody>
      </p:sp>
      <p:sp>
        <p:nvSpPr>
          <p:cNvPr id="55" name="任意多边形: 形状 54"/>
          <p:cNvSpPr/>
          <p:nvPr>
            <p:custDataLst>
              <p:tags r:id="rId8"/>
            </p:custDataLst>
          </p:nvPr>
        </p:nvSpPr>
        <p:spPr>
          <a:xfrm>
            <a:off x="3046546" y="1658736"/>
            <a:ext cx="301184" cy="195104"/>
          </a:xfrm>
          <a:custGeom>
            <a:gdLst>
              <a:gd name="connsiteX0" fmla="*/ 254 w 127889"/>
              <a:gd name="connsiteY0" fmla="*/ 106228 h 106228"/>
              <a:gd name="connsiteX1" fmla="*/ 127889 w 127889"/>
              <a:gd name="connsiteY1" fmla="*/ 106228 h 106228"/>
              <a:gd name="connsiteX2" fmla="*/ 37401 w 127889"/>
              <a:gd name="connsiteY2" fmla="*/ 500 h 106228"/>
              <a:gd name="connsiteX3" fmla="*/ 254 w 127889"/>
              <a:gd name="connsiteY3" fmla="*/ 106228 h 106228"/>
              <a:gd name="connsiteX0-1" fmla="*/ 836 w 128471"/>
              <a:gd name="connsiteY0-2" fmla="*/ 106228 h 106228"/>
              <a:gd name="connsiteX1-3" fmla="*/ 128471 w 128471"/>
              <a:gd name="connsiteY1-4" fmla="*/ 106228 h 106228"/>
              <a:gd name="connsiteX2-5" fmla="*/ 34466 w 128471"/>
              <a:gd name="connsiteY2-6" fmla="*/ 500 h 106228"/>
              <a:gd name="connsiteX3-7" fmla="*/ 836 w 128471"/>
              <a:gd name="connsiteY3-8" fmla="*/ 106228 h 106228"/>
            </a:gdLst>
            <a:cxnLst>
              <a:cxn ang="0">
                <a:pos x="connsiteX0-1" y="connsiteY0-2"/>
              </a:cxn>
              <a:cxn ang="0">
                <a:pos x="connsiteX1-3" y="connsiteY1-4"/>
              </a:cxn>
              <a:cxn ang="0">
                <a:pos x="connsiteX2-5" y="connsiteY2-6"/>
              </a:cxn>
              <a:cxn ang="0">
                <a:pos x="connsiteX3-7" y="connsiteY3-8"/>
              </a:cxn>
            </a:cxnLst>
            <a:rect l="l" t="t" r="r" b="b"/>
            <a:pathLst>
              <a:path w="128471" h="106226">
                <a:moveTo>
                  <a:pt x="836" y="106228"/>
                </a:moveTo>
                <a:lnTo>
                  <a:pt x="128471" y="106228"/>
                </a:lnTo>
                <a:cubicBezTo>
                  <a:pt x="128471" y="106228"/>
                  <a:pt x="61137" y="27170"/>
                  <a:pt x="34466" y="500"/>
                </a:cubicBezTo>
                <a:cubicBezTo>
                  <a:pt x="-8396" y="-5215"/>
                  <a:pt x="836" y="38600"/>
                  <a:pt x="836" y="106228"/>
                </a:cubicBezTo>
                <a:close/>
              </a:path>
            </a:pathLst>
          </a:custGeom>
          <a:solidFill>
            <a:srgbClr val="19B1A7">
              <a:lumMod val="50000"/>
            </a:srgbClr>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3" name="任意多边形: 形状 56"/>
          <p:cNvSpPr/>
          <p:nvPr>
            <p:custDataLst>
              <p:tags r:id="rId9"/>
            </p:custDataLst>
          </p:nvPr>
        </p:nvSpPr>
        <p:spPr>
          <a:xfrm>
            <a:off x="3120152" y="1655284"/>
            <a:ext cx="945638" cy="524028"/>
          </a:xfrm>
          <a:custGeom>
            <a:gdLst>
              <a:gd name="connsiteX0" fmla="*/ 471287 w 471287"/>
              <a:gd name="connsiteY0" fmla="*/ 215179 h 298132"/>
              <a:gd name="connsiteX1" fmla="*/ 245745 w 471287"/>
              <a:gd name="connsiteY1" fmla="*/ 298132 h 298132"/>
              <a:gd name="connsiteX2" fmla="*/ 0 w 471287"/>
              <a:gd name="connsiteY2" fmla="*/ 0 h 298132"/>
              <a:gd name="connsiteX3" fmla="*/ 281940 w 471287"/>
              <a:gd name="connsiteY3" fmla="*/ 0 h 298132"/>
              <a:gd name="connsiteX4" fmla="*/ 471287 w 471287"/>
              <a:gd name="connsiteY4" fmla="*/ 215179 h 298132"/>
              <a:gd name="connsiteX0-1" fmla="*/ 471287 w 471287"/>
              <a:gd name="connsiteY0-2" fmla="*/ 215179 h 215179"/>
              <a:gd name="connsiteX1-3" fmla="*/ 269188 w 471287"/>
              <a:gd name="connsiteY1-4" fmla="*/ 207966 h 215179"/>
              <a:gd name="connsiteX2-5" fmla="*/ 0 w 471287"/>
              <a:gd name="connsiteY2-6" fmla="*/ 0 h 215179"/>
              <a:gd name="connsiteX3-7" fmla="*/ 281940 w 471287"/>
              <a:gd name="connsiteY3-8" fmla="*/ 0 h 215179"/>
              <a:gd name="connsiteX4-9" fmla="*/ 471287 w 471287"/>
              <a:gd name="connsiteY4-10" fmla="*/ 215179 h 215179"/>
              <a:gd name="connsiteX0-11" fmla="*/ 471287 w 471287"/>
              <a:gd name="connsiteY0-12" fmla="*/ 215179 h 216081"/>
              <a:gd name="connsiteX1-13" fmla="*/ 256565 w 471287"/>
              <a:gd name="connsiteY1-14" fmla="*/ 216081 h 216081"/>
              <a:gd name="connsiteX2-15" fmla="*/ 0 w 471287"/>
              <a:gd name="connsiteY2-16" fmla="*/ 0 h 216081"/>
              <a:gd name="connsiteX3-17" fmla="*/ 281940 w 471287"/>
              <a:gd name="connsiteY3-18" fmla="*/ 0 h 216081"/>
              <a:gd name="connsiteX4-19" fmla="*/ 471287 w 471287"/>
              <a:gd name="connsiteY4-20" fmla="*/ 215179 h 216081"/>
              <a:gd name="connsiteX0-21" fmla="*/ 348661 w 348661"/>
              <a:gd name="connsiteY0-22" fmla="*/ 215179 h 216081"/>
              <a:gd name="connsiteX1-23" fmla="*/ 133939 w 348661"/>
              <a:gd name="connsiteY1-24" fmla="*/ 216081 h 216081"/>
              <a:gd name="connsiteX2-25" fmla="*/ 0 w 348661"/>
              <a:gd name="connsiteY2-26" fmla="*/ 6312 h 216081"/>
              <a:gd name="connsiteX3-27" fmla="*/ 159314 w 348661"/>
              <a:gd name="connsiteY3-28" fmla="*/ 0 h 216081"/>
              <a:gd name="connsiteX4-29" fmla="*/ 348661 w 348661"/>
              <a:gd name="connsiteY4-30" fmla="*/ 215179 h 216081"/>
              <a:gd name="connsiteX0-31" fmla="*/ 394646 w 394646"/>
              <a:gd name="connsiteY0-32" fmla="*/ 215179 h 216081"/>
              <a:gd name="connsiteX1-33" fmla="*/ 179924 w 394646"/>
              <a:gd name="connsiteY1-34" fmla="*/ 216081 h 216081"/>
              <a:gd name="connsiteX2-35" fmla="*/ 0 w 394646"/>
              <a:gd name="connsiteY2-36" fmla="*/ 0 h 216081"/>
              <a:gd name="connsiteX3-37" fmla="*/ 205299 w 394646"/>
              <a:gd name="connsiteY3-38" fmla="*/ 0 h 216081"/>
              <a:gd name="connsiteX4-39" fmla="*/ 394646 w 394646"/>
              <a:gd name="connsiteY4-40" fmla="*/ 215179 h 216081"/>
              <a:gd name="connsiteX0-41" fmla="*/ 394646 w 394646"/>
              <a:gd name="connsiteY0-42" fmla="*/ 215179 h 216081"/>
              <a:gd name="connsiteX1-43" fmla="*/ 180826 w 394646"/>
              <a:gd name="connsiteY1-44" fmla="*/ 216081 h 216081"/>
              <a:gd name="connsiteX2-45" fmla="*/ 0 w 394646"/>
              <a:gd name="connsiteY2-46" fmla="*/ 0 h 216081"/>
              <a:gd name="connsiteX3-47" fmla="*/ 205299 w 394646"/>
              <a:gd name="connsiteY3-48" fmla="*/ 0 h 216081"/>
              <a:gd name="connsiteX4-49" fmla="*/ 394646 w 394646"/>
              <a:gd name="connsiteY4-50" fmla="*/ 215179 h 216081"/>
              <a:gd name="connsiteX0-51" fmla="*/ 394646 w 394646"/>
              <a:gd name="connsiteY0-52" fmla="*/ 216976 h 216976"/>
              <a:gd name="connsiteX1-53" fmla="*/ 180826 w 394646"/>
              <a:gd name="connsiteY1-54" fmla="*/ 216081 h 216976"/>
              <a:gd name="connsiteX2-55" fmla="*/ 0 w 394646"/>
              <a:gd name="connsiteY2-56" fmla="*/ 0 h 216976"/>
              <a:gd name="connsiteX3-57" fmla="*/ 205299 w 394646"/>
              <a:gd name="connsiteY3-58" fmla="*/ 0 h 216976"/>
              <a:gd name="connsiteX4-59" fmla="*/ 394646 w 394646"/>
              <a:gd name="connsiteY4-60" fmla="*/ 216976 h 216976"/>
              <a:gd name="connsiteX0-61" fmla="*/ 394646 w 394646"/>
              <a:gd name="connsiteY0-62" fmla="*/ 216976 h 217878"/>
              <a:gd name="connsiteX1-63" fmla="*/ 183531 w 394646"/>
              <a:gd name="connsiteY1-64" fmla="*/ 217878 h 217878"/>
              <a:gd name="connsiteX2-65" fmla="*/ 0 w 394646"/>
              <a:gd name="connsiteY2-66" fmla="*/ 0 h 217878"/>
              <a:gd name="connsiteX3-67" fmla="*/ 205299 w 394646"/>
              <a:gd name="connsiteY3-68" fmla="*/ 0 h 217878"/>
              <a:gd name="connsiteX4-69" fmla="*/ 394646 w 394646"/>
              <a:gd name="connsiteY4-70" fmla="*/ 216976 h 217878"/>
            </a:gd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4646" h="217878">
                <a:moveTo>
                  <a:pt x="394646" y="216976"/>
                </a:moveTo>
                <a:lnTo>
                  <a:pt x="183531" y="217878"/>
                </a:lnTo>
                <a:lnTo>
                  <a:pt x="0" y="0"/>
                </a:lnTo>
                <a:lnTo>
                  <a:pt x="205299" y="0"/>
                </a:lnTo>
                <a:cubicBezTo>
                  <a:pt x="289754" y="99377"/>
                  <a:pt x="310191" y="117599"/>
                  <a:pt x="394646" y="216976"/>
                </a:cubicBezTo>
                <a:close/>
              </a:path>
            </a:pathLst>
          </a:custGeom>
          <a:solidFill>
            <a:srgbClr val="FFC000"/>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5" name="任意多边形: 形状 57"/>
          <p:cNvSpPr/>
          <p:nvPr>
            <p:custDataLst>
              <p:tags r:id="rId10"/>
            </p:custDataLst>
          </p:nvPr>
        </p:nvSpPr>
        <p:spPr>
          <a:xfrm flipV="1">
            <a:off x="3046546" y="2516998"/>
            <a:ext cx="327111" cy="194111"/>
          </a:xfrm>
          <a:custGeom>
            <a:gdLst>
              <a:gd name="connsiteX0" fmla="*/ 254 w 127889"/>
              <a:gd name="connsiteY0" fmla="*/ 106228 h 106228"/>
              <a:gd name="connsiteX1" fmla="*/ 127889 w 127889"/>
              <a:gd name="connsiteY1" fmla="*/ 106228 h 106228"/>
              <a:gd name="connsiteX2" fmla="*/ 37401 w 127889"/>
              <a:gd name="connsiteY2" fmla="*/ 500 h 106228"/>
              <a:gd name="connsiteX3" fmla="*/ 254 w 127889"/>
              <a:gd name="connsiteY3" fmla="*/ 106228 h 106228"/>
              <a:gd name="connsiteX0-1" fmla="*/ 836 w 128471"/>
              <a:gd name="connsiteY0-2" fmla="*/ 106228 h 106228"/>
              <a:gd name="connsiteX1-3" fmla="*/ 128471 w 128471"/>
              <a:gd name="connsiteY1-4" fmla="*/ 106228 h 106228"/>
              <a:gd name="connsiteX2-5" fmla="*/ 34466 w 128471"/>
              <a:gd name="connsiteY2-6" fmla="*/ 500 h 106228"/>
              <a:gd name="connsiteX3-7" fmla="*/ 836 w 128471"/>
              <a:gd name="connsiteY3-8" fmla="*/ 106228 h 106228"/>
            </a:gdLst>
            <a:cxnLst>
              <a:cxn ang="0">
                <a:pos x="connsiteX0-1" y="connsiteY0-2"/>
              </a:cxn>
              <a:cxn ang="0">
                <a:pos x="connsiteX1-3" y="connsiteY1-4"/>
              </a:cxn>
              <a:cxn ang="0">
                <a:pos x="connsiteX2-5" y="connsiteY2-6"/>
              </a:cxn>
              <a:cxn ang="0">
                <a:pos x="connsiteX3-7" y="connsiteY3-8"/>
              </a:cxn>
            </a:cxnLst>
            <a:rect l="l" t="t" r="r" b="b"/>
            <a:pathLst>
              <a:path w="128471" h="106226">
                <a:moveTo>
                  <a:pt x="836" y="106228"/>
                </a:moveTo>
                <a:lnTo>
                  <a:pt x="128471" y="106228"/>
                </a:lnTo>
                <a:cubicBezTo>
                  <a:pt x="128471" y="106228"/>
                  <a:pt x="61137" y="27170"/>
                  <a:pt x="34466" y="500"/>
                </a:cubicBezTo>
                <a:cubicBezTo>
                  <a:pt x="-8396" y="-5215"/>
                  <a:pt x="836" y="38600"/>
                  <a:pt x="836" y="106228"/>
                </a:cubicBezTo>
                <a:close/>
              </a:path>
            </a:pathLst>
          </a:custGeom>
          <a:solidFill>
            <a:srgbClr val="19B1A7">
              <a:lumMod val="50000"/>
            </a:srgbClr>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6" name="任意多边形: 形状 58"/>
          <p:cNvSpPr/>
          <p:nvPr>
            <p:custDataLst>
              <p:tags r:id="rId11"/>
            </p:custDataLst>
          </p:nvPr>
        </p:nvSpPr>
        <p:spPr>
          <a:xfrm flipH="1">
            <a:off x="3122566" y="2179432"/>
            <a:ext cx="943480" cy="532671"/>
          </a:xfrm>
          <a:custGeom>
            <a:gdLst>
              <a:gd name="connsiteX0" fmla="*/ 471287 w 471287"/>
              <a:gd name="connsiteY0" fmla="*/ 215179 h 298132"/>
              <a:gd name="connsiteX1" fmla="*/ 245745 w 471287"/>
              <a:gd name="connsiteY1" fmla="*/ 298132 h 298132"/>
              <a:gd name="connsiteX2" fmla="*/ 0 w 471287"/>
              <a:gd name="connsiteY2" fmla="*/ 0 h 298132"/>
              <a:gd name="connsiteX3" fmla="*/ 281940 w 471287"/>
              <a:gd name="connsiteY3" fmla="*/ 0 h 298132"/>
              <a:gd name="connsiteX4" fmla="*/ 471287 w 471287"/>
              <a:gd name="connsiteY4" fmla="*/ 215179 h 298132"/>
              <a:gd name="connsiteX0-1" fmla="*/ 471287 w 471287"/>
              <a:gd name="connsiteY0-2" fmla="*/ 215179 h 215179"/>
              <a:gd name="connsiteX1-3" fmla="*/ 269188 w 471287"/>
              <a:gd name="connsiteY1-4" fmla="*/ 207966 h 215179"/>
              <a:gd name="connsiteX2-5" fmla="*/ 0 w 471287"/>
              <a:gd name="connsiteY2-6" fmla="*/ 0 h 215179"/>
              <a:gd name="connsiteX3-7" fmla="*/ 281940 w 471287"/>
              <a:gd name="connsiteY3-8" fmla="*/ 0 h 215179"/>
              <a:gd name="connsiteX4-9" fmla="*/ 471287 w 471287"/>
              <a:gd name="connsiteY4-10" fmla="*/ 215179 h 215179"/>
              <a:gd name="connsiteX0-11" fmla="*/ 471287 w 471287"/>
              <a:gd name="connsiteY0-12" fmla="*/ 215179 h 216081"/>
              <a:gd name="connsiteX1-13" fmla="*/ 256565 w 471287"/>
              <a:gd name="connsiteY1-14" fmla="*/ 216081 h 216081"/>
              <a:gd name="connsiteX2-15" fmla="*/ 0 w 471287"/>
              <a:gd name="connsiteY2-16" fmla="*/ 0 h 216081"/>
              <a:gd name="connsiteX3-17" fmla="*/ 281940 w 471287"/>
              <a:gd name="connsiteY3-18" fmla="*/ 0 h 216081"/>
              <a:gd name="connsiteX4-19" fmla="*/ 471287 w 471287"/>
              <a:gd name="connsiteY4-20" fmla="*/ 215179 h 216081"/>
              <a:gd name="connsiteX0-21" fmla="*/ 348661 w 348661"/>
              <a:gd name="connsiteY0-22" fmla="*/ 215179 h 216081"/>
              <a:gd name="connsiteX1-23" fmla="*/ 133939 w 348661"/>
              <a:gd name="connsiteY1-24" fmla="*/ 216081 h 216081"/>
              <a:gd name="connsiteX2-25" fmla="*/ 0 w 348661"/>
              <a:gd name="connsiteY2-26" fmla="*/ 6312 h 216081"/>
              <a:gd name="connsiteX3-27" fmla="*/ 159314 w 348661"/>
              <a:gd name="connsiteY3-28" fmla="*/ 0 h 216081"/>
              <a:gd name="connsiteX4-29" fmla="*/ 348661 w 348661"/>
              <a:gd name="connsiteY4-30" fmla="*/ 215179 h 216081"/>
              <a:gd name="connsiteX0-31" fmla="*/ 394646 w 394646"/>
              <a:gd name="connsiteY0-32" fmla="*/ 215179 h 216081"/>
              <a:gd name="connsiteX1-33" fmla="*/ 179924 w 394646"/>
              <a:gd name="connsiteY1-34" fmla="*/ 216081 h 216081"/>
              <a:gd name="connsiteX2-35" fmla="*/ 0 w 394646"/>
              <a:gd name="connsiteY2-36" fmla="*/ 0 h 216081"/>
              <a:gd name="connsiteX3-37" fmla="*/ 205299 w 394646"/>
              <a:gd name="connsiteY3-38" fmla="*/ 0 h 216081"/>
              <a:gd name="connsiteX4-39" fmla="*/ 394646 w 394646"/>
              <a:gd name="connsiteY4-40" fmla="*/ 215179 h 216081"/>
              <a:gd name="connsiteX0-41" fmla="*/ 394646 w 394646"/>
              <a:gd name="connsiteY0-42" fmla="*/ 215179 h 216081"/>
              <a:gd name="connsiteX1-43" fmla="*/ 179924 w 394646"/>
              <a:gd name="connsiteY1-44" fmla="*/ 216081 h 216081"/>
              <a:gd name="connsiteX2-45" fmla="*/ 0 w 394646"/>
              <a:gd name="connsiteY2-46" fmla="*/ 0 h 216081"/>
              <a:gd name="connsiteX3-47" fmla="*/ 212513 w 394646"/>
              <a:gd name="connsiteY3-48" fmla="*/ 1797 h 216081"/>
              <a:gd name="connsiteX4-49" fmla="*/ 394646 w 394646"/>
              <a:gd name="connsiteY4-50" fmla="*/ 215179 h 216081"/>
              <a:gd name="connsiteX0-51" fmla="*/ 398253 w 398253"/>
              <a:gd name="connsiteY0-52" fmla="*/ 214281 h 215183"/>
              <a:gd name="connsiteX1-53" fmla="*/ 183531 w 398253"/>
              <a:gd name="connsiteY1-54" fmla="*/ 215183 h 215183"/>
              <a:gd name="connsiteX2-55" fmla="*/ 0 w 398253"/>
              <a:gd name="connsiteY2-56" fmla="*/ 0 h 215183"/>
              <a:gd name="connsiteX3-57" fmla="*/ 216120 w 398253"/>
              <a:gd name="connsiteY3-58" fmla="*/ 899 h 215183"/>
              <a:gd name="connsiteX4-59" fmla="*/ 398253 w 398253"/>
              <a:gd name="connsiteY4-60" fmla="*/ 214281 h 215183"/>
              <a:gd name="connsiteX0-61" fmla="*/ 398253 w 398253"/>
              <a:gd name="connsiteY0-62" fmla="*/ 214281 h 215183"/>
              <a:gd name="connsiteX1-63" fmla="*/ 183531 w 398253"/>
              <a:gd name="connsiteY1-64" fmla="*/ 215183 h 215183"/>
              <a:gd name="connsiteX2-65" fmla="*/ 0 w 398253"/>
              <a:gd name="connsiteY2-66" fmla="*/ 0 h 215183"/>
              <a:gd name="connsiteX3-67" fmla="*/ 219727 w 398253"/>
              <a:gd name="connsiteY3-68" fmla="*/ 899 h 215183"/>
              <a:gd name="connsiteX4-69" fmla="*/ 398253 w 398253"/>
              <a:gd name="connsiteY4-70" fmla="*/ 214281 h 215183"/>
              <a:gd name="connsiteX0-71" fmla="*/ 395548 w 395548"/>
              <a:gd name="connsiteY0-72" fmla="*/ 213383 h 214285"/>
              <a:gd name="connsiteX1-73" fmla="*/ 180826 w 395548"/>
              <a:gd name="connsiteY1-74" fmla="*/ 214285 h 214285"/>
              <a:gd name="connsiteX2-75" fmla="*/ 0 w 395548"/>
              <a:gd name="connsiteY2-76" fmla="*/ 0 h 214285"/>
              <a:gd name="connsiteX3-77" fmla="*/ 217022 w 395548"/>
              <a:gd name="connsiteY3-78" fmla="*/ 1 h 214285"/>
              <a:gd name="connsiteX4-79" fmla="*/ 395548 w 395548"/>
              <a:gd name="connsiteY4-80" fmla="*/ 213383 h 214285"/>
              <a:gd name="connsiteX0-81" fmla="*/ 395548 w 395548"/>
              <a:gd name="connsiteY0-82" fmla="*/ 216946 h 216946"/>
              <a:gd name="connsiteX1-83" fmla="*/ 180826 w 395548"/>
              <a:gd name="connsiteY1-84" fmla="*/ 214285 h 216946"/>
              <a:gd name="connsiteX2-85" fmla="*/ 0 w 395548"/>
              <a:gd name="connsiteY2-86" fmla="*/ 0 h 216946"/>
              <a:gd name="connsiteX3-87" fmla="*/ 217022 w 395548"/>
              <a:gd name="connsiteY3-88" fmla="*/ 1 h 216946"/>
              <a:gd name="connsiteX4-89" fmla="*/ 395548 w 395548"/>
              <a:gd name="connsiteY4-90" fmla="*/ 216946 h 216946"/>
              <a:gd name="connsiteX0-91" fmla="*/ 395548 w 395548"/>
              <a:gd name="connsiteY0-92" fmla="*/ 216946 h 217849"/>
              <a:gd name="connsiteX1-93" fmla="*/ 181728 w 395548"/>
              <a:gd name="connsiteY1-94" fmla="*/ 217849 h 217849"/>
              <a:gd name="connsiteX2-95" fmla="*/ 0 w 395548"/>
              <a:gd name="connsiteY2-96" fmla="*/ 0 h 217849"/>
              <a:gd name="connsiteX3-97" fmla="*/ 217022 w 395548"/>
              <a:gd name="connsiteY3-98" fmla="*/ 1 h 217849"/>
              <a:gd name="connsiteX4-99" fmla="*/ 395548 w 395548"/>
              <a:gd name="connsiteY4-100" fmla="*/ 216946 h 217849"/>
              <a:gd name="connsiteX0-101" fmla="*/ 395548 w 395548"/>
              <a:gd name="connsiteY0-102" fmla="*/ 217836 h 218739"/>
              <a:gd name="connsiteX1-103" fmla="*/ 181728 w 395548"/>
              <a:gd name="connsiteY1-104" fmla="*/ 218739 h 218739"/>
              <a:gd name="connsiteX2-105" fmla="*/ 0 w 395548"/>
              <a:gd name="connsiteY2-106" fmla="*/ 890 h 218739"/>
              <a:gd name="connsiteX3-107" fmla="*/ 215219 w 395548"/>
              <a:gd name="connsiteY3-108" fmla="*/ 0 h 218739"/>
              <a:gd name="connsiteX4-109" fmla="*/ 395548 w 395548"/>
              <a:gd name="connsiteY4-110" fmla="*/ 217836 h 218739"/>
              <a:gd name="connsiteX0-111" fmla="*/ 396450 w 396450"/>
              <a:gd name="connsiteY0-112" fmla="*/ 218728 h 219631"/>
              <a:gd name="connsiteX1-113" fmla="*/ 182630 w 396450"/>
              <a:gd name="connsiteY1-114" fmla="*/ 219631 h 219631"/>
              <a:gd name="connsiteX2-115" fmla="*/ 0 w 396450"/>
              <a:gd name="connsiteY2-116" fmla="*/ 0 h 219631"/>
              <a:gd name="connsiteX3-117" fmla="*/ 216121 w 396450"/>
              <a:gd name="connsiteY3-118" fmla="*/ 892 h 219631"/>
              <a:gd name="connsiteX4-119" fmla="*/ 396450 w 396450"/>
              <a:gd name="connsiteY4-120" fmla="*/ 218728 h 219631"/>
              <a:gd name="connsiteX0-121" fmla="*/ 393745 w 393745"/>
              <a:gd name="connsiteY0-122" fmla="*/ 218728 h 219631"/>
              <a:gd name="connsiteX1-123" fmla="*/ 179925 w 393745"/>
              <a:gd name="connsiteY1-124" fmla="*/ 219631 h 219631"/>
              <a:gd name="connsiteX2-125" fmla="*/ 0 w 393745"/>
              <a:gd name="connsiteY2-126" fmla="*/ 0 h 219631"/>
              <a:gd name="connsiteX3-127" fmla="*/ 213416 w 393745"/>
              <a:gd name="connsiteY3-128" fmla="*/ 892 h 219631"/>
              <a:gd name="connsiteX4-129" fmla="*/ 393745 w 393745"/>
              <a:gd name="connsiteY4-130" fmla="*/ 218728 h 219631"/>
            </a:gd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3745" h="219631">
                <a:moveTo>
                  <a:pt x="393745" y="218728"/>
                </a:moveTo>
                <a:lnTo>
                  <a:pt x="179925" y="219631"/>
                </a:lnTo>
                <a:lnTo>
                  <a:pt x="0" y="0"/>
                </a:lnTo>
                <a:lnTo>
                  <a:pt x="213416" y="892"/>
                </a:lnTo>
                <a:lnTo>
                  <a:pt x="393745" y="218728"/>
                </a:lnTo>
                <a:close/>
              </a:path>
            </a:pathLst>
          </a:custGeom>
          <a:solidFill>
            <a:srgbClr val="19B1A7">
              <a:lumMod val="65000"/>
            </a:srgbClr>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7" name="任意多边形: 形状 64"/>
          <p:cNvSpPr/>
          <p:nvPr>
            <p:custDataLst>
              <p:tags r:id="rId12"/>
            </p:custDataLst>
          </p:nvPr>
        </p:nvSpPr>
        <p:spPr>
          <a:xfrm>
            <a:off x="7396257" y="1715754"/>
            <a:ext cx="301184" cy="195104"/>
          </a:xfrm>
          <a:custGeom>
            <a:gdLst>
              <a:gd name="connsiteX0" fmla="*/ 254 w 127889"/>
              <a:gd name="connsiteY0" fmla="*/ 106228 h 106228"/>
              <a:gd name="connsiteX1" fmla="*/ 127889 w 127889"/>
              <a:gd name="connsiteY1" fmla="*/ 106228 h 106228"/>
              <a:gd name="connsiteX2" fmla="*/ 37401 w 127889"/>
              <a:gd name="connsiteY2" fmla="*/ 500 h 106228"/>
              <a:gd name="connsiteX3" fmla="*/ 254 w 127889"/>
              <a:gd name="connsiteY3" fmla="*/ 106228 h 106228"/>
              <a:gd name="connsiteX0-1" fmla="*/ 836 w 128471"/>
              <a:gd name="connsiteY0-2" fmla="*/ 106228 h 106228"/>
              <a:gd name="connsiteX1-3" fmla="*/ 128471 w 128471"/>
              <a:gd name="connsiteY1-4" fmla="*/ 106228 h 106228"/>
              <a:gd name="connsiteX2-5" fmla="*/ 34466 w 128471"/>
              <a:gd name="connsiteY2-6" fmla="*/ 500 h 106228"/>
              <a:gd name="connsiteX3-7" fmla="*/ 836 w 128471"/>
              <a:gd name="connsiteY3-8" fmla="*/ 106228 h 106228"/>
            </a:gdLst>
            <a:cxnLst>
              <a:cxn ang="0">
                <a:pos x="connsiteX0-1" y="connsiteY0-2"/>
              </a:cxn>
              <a:cxn ang="0">
                <a:pos x="connsiteX1-3" y="connsiteY1-4"/>
              </a:cxn>
              <a:cxn ang="0">
                <a:pos x="connsiteX2-5" y="connsiteY2-6"/>
              </a:cxn>
              <a:cxn ang="0">
                <a:pos x="connsiteX3-7" y="connsiteY3-8"/>
              </a:cxn>
            </a:cxnLst>
            <a:rect l="l" t="t" r="r" b="b"/>
            <a:pathLst>
              <a:path w="128471" h="106226">
                <a:moveTo>
                  <a:pt x="836" y="106228"/>
                </a:moveTo>
                <a:lnTo>
                  <a:pt x="128471" y="106228"/>
                </a:lnTo>
                <a:cubicBezTo>
                  <a:pt x="128471" y="106228"/>
                  <a:pt x="61137" y="27170"/>
                  <a:pt x="34466" y="500"/>
                </a:cubicBezTo>
                <a:cubicBezTo>
                  <a:pt x="-8396" y="-5215"/>
                  <a:pt x="836" y="38600"/>
                  <a:pt x="836" y="106228"/>
                </a:cubicBezTo>
                <a:close/>
              </a:path>
            </a:pathLst>
          </a:custGeom>
          <a:solidFill>
            <a:srgbClr val="19B1A7">
              <a:lumMod val="50000"/>
            </a:srgbClr>
          </a:solidFill>
          <a:ln w="9525" cap="flat">
            <a:noFill/>
            <a:prstDash val="solid"/>
            <a:miter/>
          </a:ln>
        </p:spPr>
        <p:txBody>
          <a:bodyPr tIns="0" bIns="0"/>
          <a:lstStyle/>
          <a:p>
            <a:endParaRPr lang="zh-CN" altLang="en-US" sz="2395">
              <a:latin typeface="微软雅黑" panose="020b0503020204020204" charset="-122"/>
              <a:ea typeface="微软雅黑" panose="020b0503020204020204" charset="-122"/>
            </a:endParaRPr>
          </a:p>
        </p:txBody>
      </p:sp>
      <p:sp>
        <p:nvSpPr>
          <p:cNvPr id="8" name="任意多边形: 形状 65"/>
          <p:cNvSpPr/>
          <p:nvPr>
            <p:custDataLst>
              <p:tags r:id="rId13"/>
            </p:custDataLst>
          </p:nvPr>
        </p:nvSpPr>
        <p:spPr>
          <a:xfrm>
            <a:off x="7467959" y="1716748"/>
            <a:ext cx="945638" cy="524028"/>
          </a:xfrm>
          <a:custGeom>
            <a:gdLst>
              <a:gd name="connsiteX0" fmla="*/ 471287 w 471287"/>
              <a:gd name="connsiteY0" fmla="*/ 215179 h 298132"/>
              <a:gd name="connsiteX1" fmla="*/ 245745 w 471287"/>
              <a:gd name="connsiteY1" fmla="*/ 298132 h 298132"/>
              <a:gd name="connsiteX2" fmla="*/ 0 w 471287"/>
              <a:gd name="connsiteY2" fmla="*/ 0 h 298132"/>
              <a:gd name="connsiteX3" fmla="*/ 281940 w 471287"/>
              <a:gd name="connsiteY3" fmla="*/ 0 h 298132"/>
              <a:gd name="connsiteX4" fmla="*/ 471287 w 471287"/>
              <a:gd name="connsiteY4" fmla="*/ 215179 h 298132"/>
              <a:gd name="connsiteX0-1" fmla="*/ 471287 w 471287"/>
              <a:gd name="connsiteY0-2" fmla="*/ 215179 h 215179"/>
              <a:gd name="connsiteX1-3" fmla="*/ 269188 w 471287"/>
              <a:gd name="connsiteY1-4" fmla="*/ 207966 h 215179"/>
              <a:gd name="connsiteX2-5" fmla="*/ 0 w 471287"/>
              <a:gd name="connsiteY2-6" fmla="*/ 0 h 215179"/>
              <a:gd name="connsiteX3-7" fmla="*/ 281940 w 471287"/>
              <a:gd name="connsiteY3-8" fmla="*/ 0 h 215179"/>
              <a:gd name="connsiteX4-9" fmla="*/ 471287 w 471287"/>
              <a:gd name="connsiteY4-10" fmla="*/ 215179 h 215179"/>
              <a:gd name="connsiteX0-11" fmla="*/ 471287 w 471287"/>
              <a:gd name="connsiteY0-12" fmla="*/ 215179 h 216081"/>
              <a:gd name="connsiteX1-13" fmla="*/ 256565 w 471287"/>
              <a:gd name="connsiteY1-14" fmla="*/ 216081 h 216081"/>
              <a:gd name="connsiteX2-15" fmla="*/ 0 w 471287"/>
              <a:gd name="connsiteY2-16" fmla="*/ 0 h 216081"/>
              <a:gd name="connsiteX3-17" fmla="*/ 281940 w 471287"/>
              <a:gd name="connsiteY3-18" fmla="*/ 0 h 216081"/>
              <a:gd name="connsiteX4-19" fmla="*/ 471287 w 471287"/>
              <a:gd name="connsiteY4-20" fmla="*/ 215179 h 216081"/>
              <a:gd name="connsiteX0-21" fmla="*/ 348661 w 348661"/>
              <a:gd name="connsiteY0-22" fmla="*/ 215179 h 216081"/>
              <a:gd name="connsiteX1-23" fmla="*/ 133939 w 348661"/>
              <a:gd name="connsiteY1-24" fmla="*/ 216081 h 216081"/>
              <a:gd name="connsiteX2-25" fmla="*/ 0 w 348661"/>
              <a:gd name="connsiteY2-26" fmla="*/ 6312 h 216081"/>
              <a:gd name="connsiteX3-27" fmla="*/ 159314 w 348661"/>
              <a:gd name="connsiteY3-28" fmla="*/ 0 h 216081"/>
              <a:gd name="connsiteX4-29" fmla="*/ 348661 w 348661"/>
              <a:gd name="connsiteY4-30" fmla="*/ 215179 h 216081"/>
              <a:gd name="connsiteX0-31" fmla="*/ 394646 w 394646"/>
              <a:gd name="connsiteY0-32" fmla="*/ 215179 h 216081"/>
              <a:gd name="connsiteX1-33" fmla="*/ 179924 w 394646"/>
              <a:gd name="connsiteY1-34" fmla="*/ 216081 h 216081"/>
              <a:gd name="connsiteX2-35" fmla="*/ 0 w 394646"/>
              <a:gd name="connsiteY2-36" fmla="*/ 0 h 216081"/>
              <a:gd name="connsiteX3-37" fmla="*/ 205299 w 394646"/>
              <a:gd name="connsiteY3-38" fmla="*/ 0 h 216081"/>
              <a:gd name="connsiteX4-39" fmla="*/ 394646 w 394646"/>
              <a:gd name="connsiteY4-40" fmla="*/ 215179 h 216081"/>
              <a:gd name="connsiteX0-41" fmla="*/ 394646 w 394646"/>
              <a:gd name="connsiteY0-42" fmla="*/ 215179 h 216081"/>
              <a:gd name="connsiteX1-43" fmla="*/ 180826 w 394646"/>
              <a:gd name="connsiteY1-44" fmla="*/ 216081 h 216081"/>
              <a:gd name="connsiteX2-45" fmla="*/ 0 w 394646"/>
              <a:gd name="connsiteY2-46" fmla="*/ 0 h 216081"/>
              <a:gd name="connsiteX3-47" fmla="*/ 205299 w 394646"/>
              <a:gd name="connsiteY3-48" fmla="*/ 0 h 216081"/>
              <a:gd name="connsiteX4-49" fmla="*/ 394646 w 394646"/>
              <a:gd name="connsiteY4-50" fmla="*/ 215179 h 216081"/>
              <a:gd name="connsiteX0-51" fmla="*/ 394646 w 394646"/>
              <a:gd name="connsiteY0-52" fmla="*/ 216976 h 216976"/>
              <a:gd name="connsiteX1-53" fmla="*/ 180826 w 394646"/>
              <a:gd name="connsiteY1-54" fmla="*/ 216081 h 216976"/>
              <a:gd name="connsiteX2-55" fmla="*/ 0 w 394646"/>
              <a:gd name="connsiteY2-56" fmla="*/ 0 h 216976"/>
              <a:gd name="connsiteX3-57" fmla="*/ 205299 w 394646"/>
              <a:gd name="connsiteY3-58" fmla="*/ 0 h 216976"/>
              <a:gd name="connsiteX4-59" fmla="*/ 394646 w 394646"/>
              <a:gd name="connsiteY4-60" fmla="*/ 216976 h 216976"/>
              <a:gd name="connsiteX0-61" fmla="*/ 394646 w 394646"/>
              <a:gd name="connsiteY0-62" fmla="*/ 216976 h 217878"/>
              <a:gd name="connsiteX1-63" fmla="*/ 183531 w 394646"/>
              <a:gd name="connsiteY1-64" fmla="*/ 217878 h 217878"/>
              <a:gd name="connsiteX2-65" fmla="*/ 0 w 394646"/>
              <a:gd name="connsiteY2-66" fmla="*/ 0 h 217878"/>
              <a:gd name="connsiteX3-67" fmla="*/ 205299 w 394646"/>
              <a:gd name="connsiteY3-68" fmla="*/ 0 h 217878"/>
              <a:gd name="connsiteX4-69" fmla="*/ 394646 w 394646"/>
              <a:gd name="connsiteY4-70" fmla="*/ 216976 h 217878"/>
            </a:gd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4646" h="217878">
                <a:moveTo>
                  <a:pt x="394646" y="216976"/>
                </a:moveTo>
                <a:lnTo>
                  <a:pt x="183531" y="217878"/>
                </a:lnTo>
                <a:lnTo>
                  <a:pt x="0" y="0"/>
                </a:lnTo>
                <a:lnTo>
                  <a:pt x="205299" y="0"/>
                </a:lnTo>
                <a:cubicBezTo>
                  <a:pt x="289754" y="99377"/>
                  <a:pt x="310191" y="117599"/>
                  <a:pt x="394646" y="216976"/>
                </a:cubicBezTo>
                <a:close/>
              </a:path>
            </a:pathLst>
          </a:custGeom>
          <a:solidFill>
            <a:srgbClr val="FFC000"/>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11" name="任意多边形: 形状 66"/>
          <p:cNvSpPr/>
          <p:nvPr>
            <p:custDataLst>
              <p:tags r:id="rId14"/>
            </p:custDataLst>
          </p:nvPr>
        </p:nvSpPr>
        <p:spPr>
          <a:xfrm flipV="1">
            <a:off x="7396257" y="2574015"/>
            <a:ext cx="327111" cy="194111"/>
          </a:xfrm>
          <a:custGeom>
            <a:gdLst>
              <a:gd name="connsiteX0" fmla="*/ 254 w 127889"/>
              <a:gd name="connsiteY0" fmla="*/ 106228 h 106228"/>
              <a:gd name="connsiteX1" fmla="*/ 127889 w 127889"/>
              <a:gd name="connsiteY1" fmla="*/ 106228 h 106228"/>
              <a:gd name="connsiteX2" fmla="*/ 37401 w 127889"/>
              <a:gd name="connsiteY2" fmla="*/ 500 h 106228"/>
              <a:gd name="connsiteX3" fmla="*/ 254 w 127889"/>
              <a:gd name="connsiteY3" fmla="*/ 106228 h 106228"/>
              <a:gd name="connsiteX0-1" fmla="*/ 836 w 128471"/>
              <a:gd name="connsiteY0-2" fmla="*/ 106228 h 106228"/>
              <a:gd name="connsiteX1-3" fmla="*/ 128471 w 128471"/>
              <a:gd name="connsiteY1-4" fmla="*/ 106228 h 106228"/>
              <a:gd name="connsiteX2-5" fmla="*/ 34466 w 128471"/>
              <a:gd name="connsiteY2-6" fmla="*/ 500 h 106228"/>
              <a:gd name="connsiteX3-7" fmla="*/ 836 w 128471"/>
              <a:gd name="connsiteY3-8" fmla="*/ 106228 h 106228"/>
            </a:gdLst>
            <a:cxnLst>
              <a:cxn ang="0">
                <a:pos x="connsiteX0-1" y="connsiteY0-2"/>
              </a:cxn>
              <a:cxn ang="0">
                <a:pos x="connsiteX1-3" y="connsiteY1-4"/>
              </a:cxn>
              <a:cxn ang="0">
                <a:pos x="connsiteX2-5" y="connsiteY2-6"/>
              </a:cxn>
              <a:cxn ang="0">
                <a:pos x="connsiteX3-7" y="connsiteY3-8"/>
              </a:cxn>
            </a:cxnLst>
            <a:rect l="l" t="t" r="r" b="b"/>
            <a:pathLst>
              <a:path w="128471" h="106226">
                <a:moveTo>
                  <a:pt x="836" y="106228"/>
                </a:moveTo>
                <a:lnTo>
                  <a:pt x="128471" y="106228"/>
                </a:lnTo>
                <a:cubicBezTo>
                  <a:pt x="128471" y="106228"/>
                  <a:pt x="61137" y="27170"/>
                  <a:pt x="34466" y="500"/>
                </a:cubicBezTo>
                <a:cubicBezTo>
                  <a:pt x="-8396" y="-5215"/>
                  <a:pt x="836" y="38600"/>
                  <a:pt x="836" y="106228"/>
                </a:cubicBezTo>
                <a:close/>
              </a:path>
            </a:pathLst>
          </a:custGeom>
          <a:solidFill>
            <a:srgbClr val="19B1A7">
              <a:lumMod val="50000"/>
            </a:srgbClr>
          </a:solidFill>
          <a:ln w="9525" cap="flat">
            <a:noFill/>
            <a:prstDash val="solid"/>
            <a:miter/>
          </a:ln>
        </p:spPr>
        <p:txBody>
          <a:bodyPr tIns="0" bIns="0"/>
          <a:lstStyle/>
          <a:p>
            <a:endParaRPr lang="zh-CN" altLang="en-US" sz="2395">
              <a:latin typeface="微软雅黑" panose="020b0503020204020204" charset="-122"/>
              <a:ea typeface="微软雅黑" panose="020b0503020204020204" charset="-122"/>
            </a:endParaRPr>
          </a:p>
        </p:txBody>
      </p:sp>
      <p:sp>
        <p:nvSpPr>
          <p:cNvPr id="12" name="任意多边形: 形状 67"/>
          <p:cNvSpPr/>
          <p:nvPr>
            <p:custDataLst>
              <p:tags r:id="rId15"/>
            </p:custDataLst>
          </p:nvPr>
        </p:nvSpPr>
        <p:spPr>
          <a:xfrm flipH="1">
            <a:off x="7472279" y="2236450"/>
            <a:ext cx="943480" cy="532671"/>
          </a:xfrm>
          <a:custGeom>
            <a:gdLst>
              <a:gd name="connsiteX0" fmla="*/ 471287 w 471287"/>
              <a:gd name="connsiteY0" fmla="*/ 215179 h 298132"/>
              <a:gd name="connsiteX1" fmla="*/ 245745 w 471287"/>
              <a:gd name="connsiteY1" fmla="*/ 298132 h 298132"/>
              <a:gd name="connsiteX2" fmla="*/ 0 w 471287"/>
              <a:gd name="connsiteY2" fmla="*/ 0 h 298132"/>
              <a:gd name="connsiteX3" fmla="*/ 281940 w 471287"/>
              <a:gd name="connsiteY3" fmla="*/ 0 h 298132"/>
              <a:gd name="connsiteX4" fmla="*/ 471287 w 471287"/>
              <a:gd name="connsiteY4" fmla="*/ 215179 h 298132"/>
              <a:gd name="connsiteX0-1" fmla="*/ 471287 w 471287"/>
              <a:gd name="connsiteY0-2" fmla="*/ 215179 h 215179"/>
              <a:gd name="connsiteX1-3" fmla="*/ 269188 w 471287"/>
              <a:gd name="connsiteY1-4" fmla="*/ 207966 h 215179"/>
              <a:gd name="connsiteX2-5" fmla="*/ 0 w 471287"/>
              <a:gd name="connsiteY2-6" fmla="*/ 0 h 215179"/>
              <a:gd name="connsiteX3-7" fmla="*/ 281940 w 471287"/>
              <a:gd name="connsiteY3-8" fmla="*/ 0 h 215179"/>
              <a:gd name="connsiteX4-9" fmla="*/ 471287 w 471287"/>
              <a:gd name="connsiteY4-10" fmla="*/ 215179 h 215179"/>
              <a:gd name="connsiteX0-11" fmla="*/ 471287 w 471287"/>
              <a:gd name="connsiteY0-12" fmla="*/ 215179 h 216081"/>
              <a:gd name="connsiteX1-13" fmla="*/ 256565 w 471287"/>
              <a:gd name="connsiteY1-14" fmla="*/ 216081 h 216081"/>
              <a:gd name="connsiteX2-15" fmla="*/ 0 w 471287"/>
              <a:gd name="connsiteY2-16" fmla="*/ 0 h 216081"/>
              <a:gd name="connsiteX3-17" fmla="*/ 281940 w 471287"/>
              <a:gd name="connsiteY3-18" fmla="*/ 0 h 216081"/>
              <a:gd name="connsiteX4-19" fmla="*/ 471287 w 471287"/>
              <a:gd name="connsiteY4-20" fmla="*/ 215179 h 216081"/>
              <a:gd name="connsiteX0-21" fmla="*/ 348661 w 348661"/>
              <a:gd name="connsiteY0-22" fmla="*/ 215179 h 216081"/>
              <a:gd name="connsiteX1-23" fmla="*/ 133939 w 348661"/>
              <a:gd name="connsiteY1-24" fmla="*/ 216081 h 216081"/>
              <a:gd name="connsiteX2-25" fmla="*/ 0 w 348661"/>
              <a:gd name="connsiteY2-26" fmla="*/ 6312 h 216081"/>
              <a:gd name="connsiteX3-27" fmla="*/ 159314 w 348661"/>
              <a:gd name="connsiteY3-28" fmla="*/ 0 h 216081"/>
              <a:gd name="connsiteX4-29" fmla="*/ 348661 w 348661"/>
              <a:gd name="connsiteY4-30" fmla="*/ 215179 h 216081"/>
              <a:gd name="connsiteX0-31" fmla="*/ 394646 w 394646"/>
              <a:gd name="connsiteY0-32" fmla="*/ 215179 h 216081"/>
              <a:gd name="connsiteX1-33" fmla="*/ 179924 w 394646"/>
              <a:gd name="connsiteY1-34" fmla="*/ 216081 h 216081"/>
              <a:gd name="connsiteX2-35" fmla="*/ 0 w 394646"/>
              <a:gd name="connsiteY2-36" fmla="*/ 0 h 216081"/>
              <a:gd name="connsiteX3-37" fmla="*/ 205299 w 394646"/>
              <a:gd name="connsiteY3-38" fmla="*/ 0 h 216081"/>
              <a:gd name="connsiteX4-39" fmla="*/ 394646 w 394646"/>
              <a:gd name="connsiteY4-40" fmla="*/ 215179 h 216081"/>
              <a:gd name="connsiteX0-41" fmla="*/ 394646 w 394646"/>
              <a:gd name="connsiteY0-42" fmla="*/ 215179 h 216081"/>
              <a:gd name="connsiteX1-43" fmla="*/ 179924 w 394646"/>
              <a:gd name="connsiteY1-44" fmla="*/ 216081 h 216081"/>
              <a:gd name="connsiteX2-45" fmla="*/ 0 w 394646"/>
              <a:gd name="connsiteY2-46" fmla="*/ 0 h 216081"/>
              <a:gd name="connsiteX3-47" fmla="*/ 212513 w 394646"/>
              <a:gd name="connsiteY3-48" fmla="*/ 1797 h 216081"/>
              <a:gd name="connsiteX4-49" fmla="*/ 394646 w 394646"/>
              <a:gd name="connsiteY4-50" fmla="*/ 215179 h 216081"/>
              <a:gd name="connsiteX0-51" fmla="*/ 398253 w 398253"/>
              <a:gd name="connsiteY0-52" fmla="*/ 214281 h 215183"/>
              <a:gd name="connsiteX1-53" fmla="*/ 183531 w 398253"/>
              <a:gd name="connsiteY1-54" fmla="*/ 215183 h 215183"/>
              <a:gd name="connsiteX2-55" fmla="*/ 0 w 398253"/>
              <a:gd name="connsiteY2-56" fmla="*/ 0 h 215183"/>
              <a:gd name="connsiteX3-57" fmla="*/ 216120 w 398253"/>
              <a:gd name="connsiteY3-58" fmla="*/ 899 h 215183"/>
              <a:gd name="connsiteX4-59" fmla="*/ 398253 w 398253"/>
              <a:gd name="connsiteY4-60" fmla="*/ 214281 h 215183"/>
              <a:gd name="connsiteX0-61" fmla="*/ 398253 w 398253"/>
              <a:gd name="connsiteY0-62" fmla="*/ 214281 h 215183"/>
              <a:gd name="connsiteX1-63" fmla="*/ 183531 w 398253"/>
              <a:gd name="connsiteY1-64" fmla="*/ 215183 h 215183"/>
              <a:gd name="connsiteX2-65" fmla="*/ 0 w 398253"/>
              <a:gd name="connsiteY2-66" fmla="*/ 0 h 215183"/>
              <a:gd name="connsiteX3-67" fmla="*/ 219727 w 398253"/>
              <a:gd name="connsiteY3-68" fmla="*/ 899 h 215183"/>
              <a:gd name="connsiteX4-69" fmla="*/ 398253 w 398253"/>
              <a:gd name="connsiteY4-70" fmla="*/ 214281 h 215183"/>
              <a:gd name="connsiteX0-71" fmla="*/ 395548 w 395548"/>
              <a:gd name="connsiteY0-72" fmla="*/ 213383 h 214285"/>
              <a:gd name="connsiteX1-73" fmla="*/ 180826 w 395548"/>
              <a:gd name="connsiteY1-74" fmla="*/ 214285 h 214285"/>
              <a:gd name="connsiteX2-75" fmla="*/ 0 w 395548"/>
              <a:gd name="connsiteY2-76" fmla="*/ 0 h 214285"/>
              <a:gd name="connsiteX3-77" fmla="*/ 217022 w 395548"/>
              <a:gd name="connsiteY3-78" fmla="*/ 1 h 214285"/>
              <a:gd name="connsiteX4-79" fmla="*/ 395548 w 395548"/>
              <a:gd name="connsiteY4-80" fmla="*/ 213383 h 214285"/>
              <a:gd name="connsiteX0-81" fmla="*/ 395548 w 395548"/>
              <a:gd name="connsiteY0-82" fmla="*/ 216946 h 216946"/>
              <a:gd name="connsiteX1-83" fmla="*/ 180826 w 395548"/>
              <a:gd name="connsiteY1-84" fmla="*/ 214285 h 216946"/>
              <a:gd name="connsiteX2-85" fmla="*/ 0 w 395548"/>
              <a:gd name="connsiteY2-86" fmla="*/ 0 h 216946"/>
              <a:gd name="connsiteX3-87" fmla="*/ 217022 w 395548"/>
              <a:gd name="connsiteY3-88" fmla="*/ 1 h 216946"/>
              <a:gd name="connsiteX4-89" fmla="*/ 395548 w 395548"/>
              <a:gd name="connsiteY4-90" fmla="*/ 216946 h 216946"/>
              <a:gd name="connsiteX0-91" fmla="*/ 395548 w 395548"/>
              <a:gd name="connsiteY0-92" fmla="*/ 216946 h 217849"/>
              <a:gd name="connsiteX1-93" fmla="*/ 181728 w 395548"/>
              <a:gd name="connsiteY1-94" fmla="*/ 217849 h 217849"/>
              <a:gd name="connsiteX2-95" fmla="*/ 0 w 395548"/>
              <a:gd name="connsiteY2-96" fmla="*/ 0 h 217849"/>
              <a:gd name="connsiteX3-97" fmla="*/ 217022 w 395548"/>
              <a:gd name="connsiteY3-98" fmla="*/ 1 h 217849"/>
              <a:gd name="connsiteX4-99" fmla="*/ 395548 w 395548"/>
              <a:gd name="connsiteY4-100" fmla="*/ 216946 h 217849"/>
              <a:gd name="connsiteX0-101" fmla="*/ 395548 w 395548"/>
              <a:gd name="connsiteY0-102" fmla="*/ 217836 h 218739"/>
              <a:gd name="connsiteX1-103" fmla="*/ 181728 w 395548"/>
              <a:gd name="connsiteY1-104" fmla="*/ 218739 h 218739"/>
              <a:gd name="connsiteX2-105" fmla="*/ 0 w 395548"/>
              <a:gd name="connsiteY2-106" fmla="*/ 890 h 218739"/>
              <a:gd name="connsiteX3-107" fmla="*/ 215219 w 395548"/>
              <a:gd name="connsiteY3-108" fmla="*/ 0 h 218739"/>
              <a:gd name="connsiteX4-109" fmla="*/ 395548 w 395548"/>
              <a:gd name="connsiteY4-110" fmla="*/ 217836 h 218739"/>
              <a:gd name="connsiteX0-111" fmla="*/ 396450 w 396450"/>
              <a:gd name="connsiteY0-112" fmla="*/ 218728 h 219631"/>
              <a:gd name="connsiteX1-113" fmla="*/ 182630 w 396450"/>
              <a:gd name="connsiteY1-114" fmla="*/ 219631 h 219631"/>
              <a:gd name="connsiteX2-115" fmla="*/ 0 w 396450"/>
              <a:gd name="connsiteY2-116" fmla="*/ 0 h 219631"/>
              <a:gd name="connsiteX3-117" fmla="*/ 216121 w 396450"/>
              <a:gd name="connsiteY3-118" fmla="*/ 892 h 219631"/>
              <a:gd name="connsiteX4-119" fmla="*/ 396450 w 396450"/>
              <a:gd name="connsiteY4-120" fmla="*/ 218728 h 219631"/>
              <a:gd name="connsiteX0-121" fmla="*/ 393745 w 393745"/>
              <a:gd name="connsiteY0-122" fmla="*/ 218728 h 219631"/>
              <a:gd name="connsiteX1-123" fmla="*/ 179925 w 393745"/>
              <a:gd name="connsiteY1-124" fmla="*/ 219631 h 219631"/>
              <a:gd name="connsiteX2-125" fmla="*/ 0 w 393745"/>
              <a:gd name="connsiteY2-126" fmla="*/ 0 h 219631"/>
              <a:gd name="connsiteX3-127" fmla="*/ 213416 w 393745"/>
              <a:gd name="connsiteY3-128" fmla="*/ 892 h 219631"/>
              <a:gd name="connsiteX4-129" fmla="*/ 393745 w 393745"/>
              <a:gd name="connsiteY4-130" fmla="*/ 218728 h 219631"/>
            </a:gd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3745" h="219631">
                <a:moveTo>
                  <a:pt x="393745" y="218728"/>
                </a:moveTo>
                <a:lnTo>
                  <a:pt x="179925" y="219631"/>
                </a:lnTo>
                <a:lnTo>
                  <a:pt x="0" y="0"/>
                </a:lnTo>
                <a:lnTo>
                  <a:pt x="213416" y="892"/>
                </a:lnTo>
                <a:lnTo>
                  <a:pt x="393745" y="218728"/>
                </a:lnTo>
                <a:close/>
              </a:path>
            </a:pathLst>
          </a:custGeom>
          <a:solidFill>
            <a:srgbClr val="19B1A7">
              <a:lumMod val="65000"/>
            </a:srgbClr>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109" name="文本框 108"/>
          <p:cNvSpPr txBox="1"/>
          <p:nvPr>
            <p:custDataLst>
              <p:tags r:id="rId16"/>
            </p:custDataLst>
          </p:nvPr>
        </p:nvSpPr>
        <p:spPr>
          <a:xfrm>
            <a:off x="6798945" y="1768475"/>
            <a:ext cx="673100" cy="830580"/>
          </a:xfrm>
          <a:prstGeom prst="rect">
            <a:avLst/>
          </a:prstGeom>
          <a:noFill/>
        </p:spPr>
        <p:txBody>
          <a:bodyPr wrap="square" tIns="0" bIns="0" rtlCol="0" anchor="t">
            <a:spAutoFit/>
          </a:bodyPr>
          <a:lstStyle/>
          <a:p>
            <a:pPr>
              <a:lnSpc>
                <a:spcPct val="150000"/>
              </a:lnSpc>
            </a:pPr>
            <a:r>
              <a:rPr lang="zh-CN" altLang="en-US" sz="1800">
                <a:solidFill>
                  <a:srgbClr val="FF0000"/>
                </a:solidFill>
                <a:latin typeface="微软雅黑" panose="020b0503020204020204" charset="-122"/>
                <a:ea typeface="微软雅黑" panose="020b0503020204020204" charset="-122"/>
                <a:cs typeface="+mn-ea"/>
                <a:sym typeface="等线" panose="02010600030101010101" pitchFamily="2" charset="-122"/>
              </a:rPr>
              <a:t>力的表示</a:t>
            </a:r>
          </a:p>
        </p:txBody>
      </p:sp>
      <p:sp>
        <p:nvSpPr>
          <p:cNvPr id="115" name="文本框 114"/>
          <p:cNvSpPr txBox="1"/>
          <p:nvPr>
            <p:custDataLst>
              <p:tags r:id="rId17"/>
            </p:custDataLst>
          </p:nvPr>
        </p:nvSpPr>
        <p:spPr>
          <a:xfrm>
            <a:off x="2829060" y="1999398"/>
            <a:ext cx="544861" cy="368935"/>
          </a:xfrm>
          <a:prstGeom prst="rect">
            <a:avLst/>
          </a:prstGeom>
          <a:noFill/>
        </p:spPr>
        <p:txBody>
          <a:bodyPr wrap="square" tIns="0" bIns="0" rtlCol="0" anchor="t">
            <a:spAutoFit/>
          </a:bodyPr>
          <a:lstStyle/>
          <a:p>
            <a:r>
              <a:rPr lang="zh-CN" altLang="en-US" sz="2400" b="1">
                <a:solidFill>
                  <a:srgbClr val="FF0000"/>
                </a:solidFill>
                <a:latin typeface="宋体" panose="02010600030101010101" pitchFamily="2" charset="-122"/>
                <a:ea typeface="宋体" panose="02010600030101010101" pitchFamily="2" charset="-122"/>
                <a:sym typeface="+mn-ea"/>
              </a:rPr>
              <a:t>力</a:t>
            </a:r>
            <a:endParaRPr lang="zh-CN" altLang="en-US" sz="2400" b="1">
              <a:solidFill>
                <a:srgbClr val="FF0000"/>
              </a:solidFill>
              <a:latin typeface="宋体" panose="02010600030101010101" pitchFamily="2" charset="-122"/>
              <a:ea typeface="宋体" panose="02010600030101010101" pitchFamily="2" charset="-122"/>
              <a:cs typeface="+mn-ea"/>
              <a:sym typeface="等线" panose="02010600030101010101" pitchFamily="2" charset="-122"/>
            </a:endParaRPr>
          </a:p>
        </p:txBody>
      </p:sp>
      <p:sp>
        <p:nvSpPr>
          <p:cNvPr id="13" name="矩形 12"/>
          <p:cNvSpPr/>
          <p:nvPr>
            <p:custDataLst>
              <p:tags r:id="rId18"/>
            </p:custDataLst>
          </p:nvPr>
        </p:nvSpPr>
        <p:spPr>
          <a:xfrm>
            <a:off x="2849099" y="3088427"/>
            <a:ext cx="3203340" cy="663160"/>
          </a:xfrm>
          <a:prstGeom prst="rect">
            <a:avLst/>
          </a:prstGeom>
          <a:solidFill>
            <a:srgbClr val="F2F2F2"/>
          </a:solidFill>
          <a:ln w="12700" cap="flat" cmpd="sng" algn="ctr">
            <a:noFill/>
            <a:prstDash val="solid"/>
            <a:miter lim="800000"/>
          </a:ln>
          <a:effectLst/>
        </p:spPr>
        <p:txBody>
          <a:bodyPr rot="0" spcFirstLastPara="0" vertOverflow="overflow" horzOverflow="overflow" vert="horz" wrap="square" lIns="91214" tIns="45607" rIns="91214" bIns="45607" numCol="1" spcCol="0" rtlCol="0" fromWordArt="0" anchor="ctr" anchorCtr="0" forceAA="0" compatLnSpc="1">
            <a:noAutofit/>
          </a:bodyPr>
          <a:lstStyle/>
          <a:p>
            <a:pPr algn="ctr"/>
            <a:endParaRPr lang="zh-CN" altLang="en-US" sz="2395">
              <a:latin typeface="微软雅黑" panose="020b0503020204020204" charset="-122"/>
              <a:ea typeface="微软雅黑" panose="020b0503020204020204" charset="-122"/>
            </a:endParaRPr>
          </a:p>
        </p:txBody>
      </p:sp>
      <p:sp>
        <p:nvSpPr>
          <p:cNvPr id="74" name="任意多边形: 形状 73"/>
          <p:cNvSpPr/>
          <p:nvPr>
            <p:custDataLst>
              <p:tags r:id="rId19"/>
            </p:custDataLst>
          </p:nvPr>
        </p:nvSpPr>
        <p:spPr>
          <a:xfrm>
            <a:off x="5439418" y="2893324"/>
            <a:ext cx="301184" cy="195104"/>
          </a:xfrm>
          <a:custGeom>
            <a:gdLst>
              <a:gd name="connsiteX0" fmla="*/ 254 w 127889"/>
              <a:gd name="connsiteY0" fmla="*/ 106228 h 106228"/>
              <a:gd name="connsiteX1" fmla="*/ 127889 w 127889"/>
              <a:gd name="connsiteY1" fmla="*/ 106228 h 106228"/>
              <a:gd name="connsiteX2" fmla="*/ 37401 w 127889"/>
              <a:gd name="connsiteY2" fmla="*/ 500 h 106228"/>
              <a:gd name="connsiteX3" fmla="*/ 254 w 127889"/>
              <a:gd name="connsiteY3" fmla="*/ 106228 h 106228"/>
              <a:gd name="connsiteX0-1" fmla="*/ 836 w 128471"/>
              <a:gd name="connsiteY0-2" fmla="*/ 106228 h 106228"/>
              <a:gd name="connsiteX1-3" fmla="*/ 128471 w 128471"/>
              <a:gd name="connsiteY1-4" fmla="*/ 106228 h 106228"/>
              <a:gd name="connsiteX2-5" fmla="*/ 34466 w 128471"/>
              <a:gd name="connsiteY2-6" fmla="*/ 500 h 106228"/>
              <a:gd name="connsiteX3-7" fmla="*/ 836 w 128471"/>
              <a:gd name="connsiteY3-8" fmla="*/ 106228 h 106228"/>
            </a:gdLst>
            <a:cxnLst>
              <a:cxn ang="0">
                <a:pos x="connsiteX0-1" y="connsiteY0-2"/>
              </a:cxn>
              <a:cxn ang="0">
                <a:pos x="connsiteX1-3" y="connsiteY1-4"/>
              </a:cxn>
              <a:cxn ang="0">
                <a:pos x="connsiteX2-5" y="connsiteY2-6"/>
              </a:cxn>
              <a:cxn ang="0">
                <a:pos x="connsiteX3-7" y="connsiteY3-8"/>
              </a:cxn>
            </a:cxnLst>
            <a:rect l="l" t="t" r="r" b="b"/>
            <a:pathLst>
              <a:path w="128471" h="106226">
                <a:moveTo>
                  <a:pt x="836" y="106228"/>
                </a:moveTo>
                <a:lnTo>
                  <a:pt x="128471" y="106228"/>
                </a:lnTo>
                <a:cubicBezTo>
                  <a:pt x="128471" y="106228"/>
                  <a:pt x="61137" y="27170"/>
                  <a:pt x="34466" y="500"/>
                </a:cubicBezTo>
                <a:cubicBezTo>
                  <a:pt x="-8396" y="-5215"/>
                  <a:pt x="836" y="38600"/>
                  <a:pt x="836" y="106228"/>
                </a:cubicBezTo>
                <a:close/>
              </a:path>
            </a:pathLst>
          </a:custGeom>
          <a:solidFill>
            <a:srgbClr val="19B1A7">
              <a:lumMod val="50000"/>
            </a:srgbClr>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75" name="任意多边形: 形状 74"/>
          <p:cNvSpPr/>
          <p:nvPr>
            <p:custDataLst>
              <p:tags r:id="rId20"/>
            </p:custDataLst>
          </p:nvPr>
        </p:nvSpPr>
        <p:spPr>
          <a:xfrm>
            <a:off x="5511119" y="2894317"/>
            <a:ext cx="945638" cy="524028"/>
          </a:xfrm>
          <a:custGeom>
            <a:gdLst>
              <a:gd name="connsiteX0" fmla="*/ 471287 w 471287"/>
              <a:gd name="connsiteY0" fmla="*/ 215179 h 298132"/>
              <a:gd name="connsiteX1" fmla="*/ 245745 w 471287"/>
              <a:gd name="connsiteY1" fmla="*/ 298132 h 298132"/>
              <a:gd name="connsiteX2" fmla="*/ 0 w 471287"/>
              <a:gd name="connsiteY2" fmla="*/ 0 h 298132"/>
              <a:gd name="connsiteX3" fmla="*/ 281940 w 471287"/>
              <a:gd name="connsiteY3" fmla="*/ 0 h 298132"/>
              <a:gd name="connsiteX4" fmla="*/ 471287 w 471287"/>
              <a:gd name="connsiteY4" fmla="*/ 215179 h 298132"/>
              <a:gd name="connsiteX0-1" fmla="*/ 471287 w 471287"/>
              <a:gd name="connsiteY0-2" fmla="*/ 215179 h 215179"/>
              <a:gd name="connsiteX1-3" fmla="*/ 269188 w 471287"/>
              <a:gd name="connsiteY1-4" fmla="*/ 207966 h 215179"/>
              <a:gd name="connsiteX2-5" fmla="*/ 0 w 471287"/>
              <a:gd name="connsiteY2-6" fmla="*/ 0 h 215179"/>
              <a:gd name="connsiteX3-7" fmla="*/ 281940 w 471287"/>
              <a:gd name="connsiteY3-8" fmla="*/ 0 h 215179"/>
              <a:gd name="connsiteX4-9" fmla="*/ 471287 w 471287"/>
              <a:gd name="connsiteY4-10" fmla="*/ 215179 h 215179"/>
              <a:gd name="connsiteX0-11" fmla="*/ 471287 w 471287"/>
              <a:gd name="connsiteY0-12" fmla="*/ 215179 h 216081"/>
              <a:gd name="connsiteX1-13" fmla="*/ 256565 w 471287"/>
              <a:gd name="connsiteY1-14" fmla="*/ 216081 h 216081"/>
              <a:gd name="connsiteX2-15" fmla="*/ 0 w 471287"/>
              <a:gd name="connsiteY2-16" fmla="*/ 0 h 216081"/>
              <a:gd name="connsiteX3-17" fmla="*/ 281940 w 471287"/>
              <a:gd name="connsiteY3-18" fmla="*/ 0 h 216081"/>
              <a:gd name="connsiteX4-19" fmla="*/ 471287 w 471287"/>
              <a:gd name="connsiteY4-20" fmla="*/ 215179 h 216081"/>
              <a:gd name="connsiteX0-21" fmla="*/ 348661 w 348661"/>
              <a:gd name="connsiteY0-22" fmla="*/ 215179 h 216081"/>
              <a:gd name="connsiteX1-23" fmla="*/ 133939 w 348661"/>
              <a:gd name="connsiteY1-24" fmla="*/ 216081 h 216081"/>
              <a:gd name="connsiteX2-25" fmla="*/ 0 w 348661"/>
              <a:gd name="connsiteY2-26" fmla="*/ 6312 h 216081"/>
              <a:gd name="connsiteX3-27" fmla="*/ 159314 w 348661"/>
              <a:gd name="connsiteY3-28" fmla="*/ 0 h 216081"/>
              <a:gd name="connsiteX4-29" fmla="*/ 348661 w 348661"/>
              <a:gd name="connsiteY4-30" fmla="*/ 215179 h 216081"/>
              <a:gd name="connsiteX0-31" fmla="*/ 394646 w 394646"/>
              <a:gd name="connsiteY0-32" fmla="*/ 215179 h 216081"/>
              <a:gd name="connsiteX1-33" fmla="*/ 179924 w 394646"/>
              <a:gd name="connsiteY1-34" fmla="*/ 216081 h 216081"/>
              <a:gd name="connsiteX2-35" fmla="*/ 0 w 394646"/>
              <a:gd name="connsiteY2-36" fmla="*/ 0 h 216081"/>
              <a:gd name="connsiteX3-37" fmla="*/ 205299 w 394646"/>
              <a:gd name="connsiteY3-38" fmla="*/ 0 h 216081"/>
              <a:gd name="connsiteX4-39" fmla="*/ 394646 w 394646"/>
              <a:gd name="connsiteY4-40" fmla="*/ 215179 h 216081"/>
              <a:gd name="connsiteX0-41" fmla="*/ 394646 w 394646"/>
              <a:gd name="connsiteY0-42" fmla="*/ 215179 h 216081"/>
              <a:gd name="connsiteX1-43" fmla="*/ 180826 w 394646"/>
              <a:gd name="connsiteY1-44" fmla="*/ 216081 h 216081"/>
              <a:gd name="connsiteX2-45" fmla="*/ 0 w 394646"/>
              <a:gd name="connsiteY2-46" fmla="*/ 0 h 216081"/>
              <a:gd name="connsiteX3-47" fmla="*/ 205299 w 394646"/>
              <a:gd name="connsiteY3-48" fmla="*/ 0 h 216081"/>
              <a:gd name="connsiteX4-49" fmla="*/ 394646 w 394646"/>
              <a:gd name="connsiteY4-50" fmla="*/ 215179 h 216081"/>
              <a:gd name="connsiteX0-51" fmla="*/ 394646 w 394646"/>
              <a:gd name="connsiteY0-52" fmla="*/ 216976 h 216976"/>
              <a:gd name="connsiteX1-53" fmla="*/ 180826 w 394646"/>
              <a:gd name="connsiteY1-54" fmla="*/ 216081 h 216976"/>
              <a:gd name="connsiteX2-55" fmla="*/ 0 w 394646"/>
              <a:gd name="connsiteY2-56" fmla="*/ 0 h 216976"/>
              <a:gd name="connsiteX3-57" fmla="*/ 205299 w 394646"/>
              <a:gd name="connsiteY3-58" fmla="*/ 0 h 216976"/>
              <a:gd name="connsiteX4-59" fmla="*/ 394646 w 394646"/>
              <a:gd name="connsiteY4-60" fmla="*/ 216976 h 216976"/>
              <a:gd name="connsiteX0-61" fmla="*/ 394646 w 394646"/>
              <a:gd name="connsiteY0-62" fmla="*/ 216976 h 217878"/>
              <a:gd name="connsiteX1-63" fmla="*/ 183531 w 394646"/>
              <a:gd name="connsiteY1-64" fmla="*/ 217878 h 217878"/>
              <a:gd name="connsiteX2-65" fmla="*/ 0 w 394646"/>
              <a:gd name="connsiteY2-66" fmla="*/ 0 h 217878"/>
              <a:gd name="connsiteX3-67" fmla="*/ 205299 w 394646"/>
              <a:gd name="connsiteY3-68" fmla="*/ 0 h 217878"/>
              <a:gd name="connsiteX4-69" fmla="*/ 394646 w 394646"/>
              <a:gd name="connsiteY4-70" fmla="*/ 216976 h 217878"/>
            </a:gd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4646" h="217878">
                <a:moveTo>
                  <a:pt x="394646" y="216976"/>
                </a:moveTo>
                <a:lnTo>
                  <a:pt x="183531" y="217878"/>
                </a:lnTo>
                <a:lnTo>
                  <a:pt x="0" y="0"/>
                </a:lnTo>
                <a:lnTo>
                  <a:pt x="205299" y="0"/>
                </a:lnTo>
                <a:cubicBezTo>
                  <a:pt x="289754" y="99377"/>
                  <a:pt x="310191" y="117599"/>
                  <a:pt x="394646" y="216976"/>
                </a:cubicBezTo>
                <a:close/>
              </a:path>
            </a:pathLst>
          </a:custGeom>
          <a:solidFill>
            <a:srgbClr val="FFC000"/>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76" name="任意多边形: 形状 75"/>
          <p:cNvSpPr/>
          <p:nvPr>
            <p:custDataLst>
              <p:tags r:id="rId21"/>
            </p:custDataLst>
          </p:nvPr>
        </p:nvSpPr>
        <p:spPr>
          <a:xfrm flipV="1">
            <a:off x="5439418" y="3751584"/>
            <a:ext cx="327111" cy="194112"/>
          </a:xfrm>
          <a:custGeom>
            <a:gdLst>
              <a:gd name="connsiteX0" fmla="*/ 254 w 127889"/>
              <a:gd name="connsiteY0" fmla="*/ 106228 h 106228"/>
              <a:gd name="connsiteX1" fmla="*/ 127889 w 127889"/>
              <a:gd name="connsiteY1" fmla="*/ 106228 h 106228"/>
              <a:gd name="connsiteX2" fmla="*/ 37401 w 127889"/>
              <a:gd name="connsiteY2" fmla="*/ 500 h 106228"/>
              <a:gd name="connsiteX3" fmla="*/ 254 w 127889"/>
              <a:gd name="connsiteY3" fmla="*/ 106228 h 106228"/>
              <a:gd name="connsiteX0-1" fmla="*/ 836 w 128471"/>
              <a:gd name="connsiteY0-2" fmla="*/ 106228 h 106228"/>
              <a:gd name="connsiteX1-3" fmla="*/ 128471 w 128471"/>
              <a:gd name="connsiteY1-4" fmla="*/ 106228 h 106228"/>
              <a:gd name="connsiteX2-5" fmla="*/ 34466 w 128471"/>
              <a:gd name="connsiteY2-6" fmla="*/ 500 h 106228"/>
              <a:gd name="connsiteX3-7" fmla="*/ 836 w 128471"/>
              <a:gd name="connsiteY3-8" fmla="*/ 106228 h 106228"/>
            </a:gdLst>
            <a:cxnLst>
              <a:cxn ang="0">
                <a:pos x="connsiteX0-1" y="connsiteY0-2"/>
              </a:cxn>
              <a:cxn ang="0">
                <a:pos x="connsiteX1-3" y="connsiteY1-4"/>
              </a:cxn>
              <a:cxn ang="0">
                <a:pos x="connsiteX2-5" y="connsiteY2-6"/>
              </a:cxn>
              <a:cxn ang="0">
                <a:pos x="connsiteX3-7" y="connsiteY3-8"/>
              </a:cxn>
            </a:cxnLst>
            <a:rect l="l" t="t" r="r" b="b"/>
            <a:pathLst>
              <a:path w="128471" h="106226">
                <a:moveTo>
                  <a:pt x="836" y="106228"/>
                </a:moveTo>
                <a:lnTo>
                  <a:pt x="128471" y="106228"/>
                </a:lnTo>
                <a:cubicBezTo>
                  <a:pt x="128471" y="106228"/>
                  <a:pt x="61137" y="27170"/>
                  <a:pt x="34466" y="500"/>
                </a:cubicBezTo>
                <a:cubicBezTo>
                  <a:pt x="-8396" y="-5215"/>
                  <a:pt x="836" y="38600"/>
                  <a:pt x="836" y="106228"/>
                </a:cubicBezTo>
                <a:close/>
              </a:path>
            </a:pathLst>
          </a:custGeom>
          <a:solidFill>
            <a:srgbClr val="19B1A7">
              <a:lumMod val="50000"/>
            </a:srgbClr>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77" name="任意多边形: 形状 76"/>
          <p:cNvSpPr/>
          <p:nvPr>
            <p:custDataLst>
              <p:tags r:id="rId22"/>
            </p:custDataLst>
          </p:nvPr>
        </p:nvSpPr>
        <p:spPr>
          <a:xfrm flipH="1">
            <a:off x="5515439" y="3414019"/>
            <a:ext cx="943480" cy="532671"/>
          </a:xfrm>
          <a:custGeom>
            <a:gdLst>
              <a:gd name="connsiteX0" fmla="*/ 471287 w 471287"/>
              <a:gd name="connsiteY0" fmla="*/ 215179 h 298132"/>
              <a:gd name="connsiteX1" fmla="*/ 245745 w 471287"/>
              <a:gd name="connsiteY1" fmla="*/ 298132 h 298132"/>
              <a:gd name="connsiteX2" fmla="*/ 0 w 471287"/>
              <a:gd name="connsiteY2" fmla="*/ 0 h 298132"/>
              <a:gd name="connsiteX3" fmla="*/ 281940 w 471287"/>
              <a:gd name="connsiteY3" fmla="*/ 0 h 298132"/>
              <a:gd name="connsiteX4" fmla="*/ 471287 w 471287"/>
              <a:gd name="connsiteY4" fmla="*/ 215179 h 298132"/>
              <a:gd name="connsiteX0-1" fmla="*/ 471287 w 471287"/>
              <a:gd name="connsiteY0-2" fmla="*/ 215179 h 215179"/>
              <a:gd name="connsiteX1-3" fmla="*/ 269188 w 471287"/>
              <a:gd name="connsiteY1-4" fmla="*/ 207966 h 215179"/>
              <a:gd name="connsiteX2-5" fmla="*/ 0 w 471287"/>
              <a:gd name="connsiteY2-6" fmla="*/ 0 h 215179"/>
              <a:gd name="connsiteX3-7" fmla="*/ 281940 w 471287"/>
              <a:gd name="connsiteY3-8" fmla="*/ 0 h 215179"/>
              <a:gd name="connsiteX4-9" fmla="*/ 471287 w 471287"/>
              <a:gd name="connsiteY4-10" fmla="*/ 215179 h 215179"/>
              <a:gd name="connsiteX0-11" fmla="*/ 471287 w 471287"/>
              <a:gd name="connsiteY0-12" fmla="*/ 215179 h 216081"/>
              <a:gd name="connsiteX1-13" fmla="*/ 256565 w 471287"/>
              <a:gd name="connsiteY1-14" fmla="*/ 216081 h 216081"/>
              <a:gd name="connsiteX2-15" fmla="*/ 0 w 471287"/>
              <a:gd name="connsiteY2-16" fmla="*/ 0 h 216081"/>
              <a:gd name="connsiteX3-17" fmla="*/ 281940 w 471287"/>
              <a:gd name="connsiteY3-18" fmla="*/ 0 h 216081"/>
              <a:gd name="connsiteX4-19" fmla="*/ 471287 w 471287"/>
              <a:gd name="connsiteY4-20" fmla="*/ 215179 h 216081"/>
              <a:gd name="connsiteX0-21" fmla="*/ 348661 w 348661"/>
              <a:gd name="connsiteY0-22" fmla="*/ 215179 h 216081"/>
              <a:gd name="connsiteX1-23" fmla="*/ 133939 w 348661"/>
              <a:gd name="connsiteY1-24" fmla="*/ 216081 h 216081"/>
              <a:gd name="connsiteX2-25" fmla="*/ 0 w 348661"/>
              <a:gd name="connsiteY2-26" fmla="*/ 6312 h 216081"/>
              <a:gd name="connsiteX3-27" fmla="*/ 159314 w 348661"/>
              <a:gd name="connsiteY3-28" fmla="*/ 0 h 216081"/>
              <a:gd name="connsiteX4-29" fmla="*/ 348661 w 348661"/>
              <a:gd name="connsiteY4-30" fmla="*/ 215179 h 216081"/>
              <a:gd name="connsiteX0-31" fmla="*/ 394646 w 394646"/>
              <a:gd name="connsiteY0-32" fmla="*/ 215179 h 216081"/>
              <a:gd name="connsiteX1-33" fmla="*/ 179924 w 394646"/>
              <a:gd name="connsiteY1-34" fmla="*/ 216081 h 216081"/>
              <a:gd name="connsiteX2-35" fmla="*/ 0 w 394646"/>
              <a:gd name="connsiteY2-36" fmla="*/ 0 h 216081"/>
              <a:gd name="connsiteX3-37" fmla="*/ 205299 w 394646"/>
              <a:gd name="connsiteY3-38" fmla="*/ 0 h 216081"/>
              <a:gd name="connsiteX4-39" fmla="*/ 394646 w 394646"/>
              <a:gd name="connsiteY4-40" fmla="*/ 215179 h 216081"/>
              <a:gd name="connsiteX0-41" fmla="*/ 394646 w 394646"/>
              <a:gd name="connsiteY0-42" fmla="*/ 215179 h 216081"/>
              <a:gd name="connsiteX1-43" fmla="*/ 179924 w 394646"/>
              <a:gd name="connsiteY1-44" fmla="*/ 216081 h 216081"/>
              <a:gd name="connsiteX2-45" fmla="*/ 0 w 394646"/>
              <a:gd name="connsiteY2-46" fmla="*/ 0 h 216081"/>
              <a:gd name="connsiteX3-47" fmla="*/ 212513 w 394646"/>
              <a:gd name="connsiteY3-48" fmla="*/ 1797 h 216081"/>
              <a:gd name="connsiteX4-49" fmla="*/ 394646 w 394646"/>
              <a:gd name="connsiteY4-50" fmla="*/ 215179 h 216081"/>
              <a:gd name="connsiteX0-51" fmla="*/ 398253 w 398253"/>
              <a:gd name="connsiteY0-52" fmla="*/ 214281 h 215183"/>
              <a:gd name="connsiteX1-53" fmla="*/ 183531 w 398253"/>
              <a:gd name="connsiteY1-54" fmla="*/ 215183 h 215183"/>
              <a:gd name="connsiteX2-55" fmla="*/ 0 w 398253"/>
              <a:gd name="connsiteY2-56" fmla="*/ 0 h 215183"/>
              <a:gd name="connsiteX3-57" fmla="*/ 216120 w 398253"/>
              <a:gd name="connsiteY3-58" fmla="*/ 899 h 215183"/>
              <a:gd name="connsiteX4-59" fmla="*/ 398253 w 398253"/>
              <a:gd name="connsiteY4-60" fmla="*/ 214281 h 215183"/>
              <a:gd name="connsiteX0-61" fmla="*/ 398253 w 398253"/>
              <a:gd name="connsiteY0-62" fmla="*/ 214281 h 215183"/>
              <a:gd name="connsiteX1-63" fmla="*/ 183531 w 398253"/>
              <a:gd name="connsiteY1-64" fmla="*/ 215183 h 215183"/>
              <a:gd name="connsiteX2-65" fmla="*/ 0 w 398253"/>
              <a:gd name="connsiteY2-66" fmla="*/ 0 h 215183"/>
              <a:gd name="connsiteX3-67" fmla="*/ 219727 w 398253"/>
              <a:gd name="connsiteY3-68" fmla="*/ 899 h 215183"/>
              <a:gd name="connsiteX4-69" fmla="*/ 398253 w 398253"/>
              <a:gd name="connsiteY4-70" fmla="*/ 214281 h 215183"/>
              <a:gd name="connsiteX0-71" fmla="*/ 395548 w 395548"/>
              <a:gd name="connsiteY0-72" fmla="*/ 213383 h 214285"/>
              <a:gd name="connsiteX1-73" fmla="*/ 180826 w 395548"/>
              <a:gd name="connsiteY1-74" fmla="*/ 214285 h 214285"/>
              <a:gd name="connsiteX2-75" fmla="*/ 0 w 395548"/>
              <a:gd name="connsiteY2-76" fmla="*/ 0 h 214285"/>
              <a:gd name="connsiteX3-77" fmla="*/ 217022 w 395548"/>
              <a:gd name="connsiteY3-78" fmla="*/ 1 h 214285"/>
              <a:gd name="connsiteX4-79" fmla="*/ 395548 w 395548"/>
              <a:gd name="connsiteY4-80" fmla="*/ 213383 h 214285"/>
              <a:gd name="connsiteX0-81" fmla="*/ 395548 w 395548"/>
              <a:gd name="connsiteY0-82" fmla="*/ 216946 h 216946"/>
              <a:gd name="connsiteX1-83" fmla="*/ 180826 w 395548"/>
              <a:gd name="connsiteY1-84" fmla="*/ 214285 h 216946"/>
              <a:gd name="connsiteX2-85" fmla="*/ 0 w 395548"/>
              <a:gd name="connsiteY2-86" fmla="*/ 0 h 216946"/>
              <a:gd name="connsiteX3-87" fmla="*/ 217022 w 395548"/>
              <a:gd name="connsiteY3-88" fmla="*/ 1 h 216946"/>
              <a:gd name="connsiteX4-89" fmla="*/ 395548 w 395548"/>
              <a:gd name="connsiteY4-90" fmla="*/ 216946 h 216946"/>
              <a:gd name="connsiteX0-91" fmla="*/ 395548 w 395548"/>
              <a:gd name="connsiteY0-92" fmla="*/ 216946 h 217849"/>
              <a:gd name="connsiteX1-93" fmla="*/ 181728 w 395548"/>
              <a:gd name="connsiteY1-94" fmla="*/ 217849 h 217849"/>
              <a:gd name="connsiteX2-95" fmla="*/ 0 w 395548"/>
              <a:gd name="connsiteY2-96" fmla="*/ 0 h 217849"/>
              <a:gd name="connsiteX3-97" fmla="*/ 217022 w 395548"/>
              <a:gd name="connsiteY3-98" fmla="*/ 1 h 217849"/>
              <a:gd name="connsiteX4-99" fmla="*/ 395548 w 395548"/>
              <a:gd name="connsiteY4-100" fmla="*/ 216946 h 217849"/>
              <a:gd name="connsiteX0-101" fmla="*/ 395548 w 395548"/>
              <a:gd name="connsiteY0-102" fmla="*/ 217836 h 218739"/>
              <a:gd name="connsiteX1-103" fmla="*/ 181728 w 395548"/>
              <a:gd name="connsiteY1-104" fmla="*/ 218739 h 218739"/>
              <a:gd name="connsiteX2-105" fmla="*/ 0 w 395548"/>
              <a:gd name="connsiteY2-106" fmla="*/ 890 h 218739"/>
              <a:gd name="connsiteX3-107" fmla="*/ 215219 w 395548"/>
              <a:gd name="connsiteY3-108" fmla="*/ 0 h 218739"/>
              <a:gd name="connsiteX4-109" fmla="*/ 395548 w 395548"/>
              <a:gd name="connsiteY4-110" fmla="*/ 217836 h 218739"/>
              <a:gd name="connsiteX0-111" fmla="*/ 396450 w 396450"/>
              <a:gd name="connsiteY0-112" fmla="*/ 218728 h 219631"/>
              <a:gd name="connsiteX1-113" fmla="*/ 182630 w 396450"/>
              <a:gd name="connsiteY1-114" fmla="*/ 219631 h 219631"/>
              <a:gd name="connsiteX2-115" fmla="*/ 0 w 396450"/>
              <a:gd name="connsiteY2-116" fmla="*/ 0 h 219631"/>
              <a:gd name="connsiteX3-117" fmla="*/ 216121 w 396450"/>
              <a:gd name="connsiteY3-118" fmla="*/ 892 h 219631"/>
              <a:gd name="connsiteX4-119" fmla="*/ 396450 w 396450"/>
              <a:gd name="connsiteY4-120" fmla="*/ 218728 h 219631"/>
              <a:gd name="connsiteX0-121" fmla="*/ 393745 w 393745"/>
              <a:gd name="connsiteY0-122" fmla="*/ 218728 h 219631"/>
              <a:gd name="connsiteX1-123" fmla="*/ 179925 w 393745"/>
              <a:gd name="connsiteY1-124" fmla="*/ 219631 h 219631"/>
              <a:gd name="connsiteX2-125" fmla="*/ 0 w 393745"/>
              <a:gd name="connsiteY2-126" fmla="*/ 0 h 219631"/>
              <a:gd name="connsiteX3-127" fmla="*/ 213416 w 393745"/>
              <a:gd name="connsiteY3-128" fmla="*/ 892 h 219631"/>
              <a:gd name="connsiteX4-129" fmla="*/ 393745 w 393745"/>
              <a:gd name="connsiteY4-130" fmla="*/ 218728 h 219631"/>
            </a:gd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3745" h="219631">
                <a:moveTo>
                  <a:pt x="393745" y="218728"/>
                </a:moveTo>
                <a:lnTo>
                  <a:pt x="179925" y="219631"/>
                </a:lnTo>
                <a:lnTo>
                  <a:pt x="0" y="0"/>
                </a:lnTo>
                <a:lnTo>
                  <a:pt x="213416" y="892"/>
                </a:lnTo>
                <a:lnTo>
                  <a:pt x="393745" y="218728"/>
                </a:lnTo>
                <a:close/>
              </a:path>
            </a:pathLst>
          </a:custGeom>
          <a:solidFill>
            <a:srgbClr val="19B1A7">
              <a:lumMod val="65000"/>
            </a:srgbClr>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15" name="文本框 14"/>
          <p:cNvSpPr txBox="1"/>
          <p:nvPr>
            <p:custDataLst>
              <p:tags r:id="rId23"/>
            </p:custDataLst>
          </p:nvPr>
        </p:nvSpPr>
        <p:spPr>
          <a:xfrm>
            <a:off x="4882515" y="3190875"/>
            <a:ext cx="748665" cy="459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lang="zh-CN" altLang="en-US" sz="2400" b="1">
                <a:solidFill>
                  <a:srgbClr val="0000FF"/>
                </a:solidFill>
                <a:latin typeface="宋体" panose="02010600030101010101" pitchFamily="2" charset="-122"/>
                <a:sym typeface="+mn-ea"/>
              </a:rPr>
              <a:t>重力</a:t>
            </a:r>
            <a:endParaRPr kumimoji="0" lang="zh-CN" altLang="en-US" sz="2400" b="1" i="0" u="none" strike="noStrike" cap="none" spc="0" normalizeH="0" baseline="0">
              <a:ln>
                <a:noFill/>
              </a:ln>
              <a:solidFill>
                <a:srgbClr val="0000FF"/>
              </a:solidFill>
              <a:effectLst/>
              <a:uFillTx/>
              <a:latin typeface="宋体" panose="02010600030101010101" pitchFamily="2" charset="-122"/>
              <a:ea typeface="Arial"/>
              <a:cs typeface="Arial"/>
              <a:sym typeface="+mn-ea"/>
            </a:endParaRPr>
          </a:p>
        </p:txBody>
      </p:sp>
      <p:grpSp>
        <p:nvGrpSpPr>
          <p:cNvPr id="33" name="组合 32"/>
          <p:cNvGrpSpPr/>
          <p:nvPr>
            <p:custDataLst>
              <p:tags r:id="rId24"/>
            </p:custDataLst>
          </p:nvPr>
        </p:nvGrpSpPr>
        <p:grpSpPr>
          <a:xfrm>
            <a:off x="307340" y="931545"/>
            <a:ext cx="3634740" cy="3836670"/>
            <a:chOff x="484" y="1467"/>
            <a:chExt cx="5724" cy="6042"/>
          </a:xfrm>
        </p:grpSpPr>
        <p:sp>
          <p:nvSpPr>
            <p:cNvPr id="49172" name="Text Box 5"/>
            <p:cNvSpPr txBox="1">
              <a:spLocks noChangeArrowheads="1"/>
            </p:cNvSpPr>
            <p:nvPr>
              <p:custDataLst>
                <p:tags r:id="rId25"/>
              </p:custDataLst>
            </p:nvPr>
          </p:nvSpPr>
          <p:spPr bwMode="auto">
            <a:xfrm>
              <a:off x="484" y="1467"/>
              <a:ext cx="4008" cy="1452"/>
            </a:xfrm>
            <a:prstGeom prst="rect">
              <a:avLst/>
            </a:prstGeom>
            <a:noFill/>
            <a:ln w="9525">
              <a:noFill/>
              <a:miter lim="800000"/>
            </a:ln>
          </p:spPr>
          <p:txBody>
            <a:bodyPr wrap="square">
              <a:spAutoFit/>
            </a:bodyPr>
            <a:lstStyle/>
            <a:p>
              <a:pPr>
                <a:lnSpc>
                  <a:spcPct val="150000"/>
                </a:lnSpc>
              </a:pPr>
              <a:r>
                <a:rPr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力的性质：物质性、相互性、矢量性、独立性</a:t>
              </a:r>
            </a:p>
          </p:txBody>
        </p:sp>
        <p:sp>
          <p:nvSpPr>
            <p:cNvPr id="16" name="文本框 15"/>
            <p:cNvSpPr txBox="1"/>
            <p:nvPr>
              <p:custDataLst>
                <p:tags r:id="rId26"/>
              </p:custDataLst>
            </p:nvPr>
          </p:nvSpPr>
          <p:spPr>
            <a:xfrm>
              <a:off x="718" y="3666"/>
              <a:ext cx="3192" cy="2495"/>
            </a:xfrm>
            <a:prstGeom prst="rect">
              <a:avLst/>
            </a:prstGeom>
            <a:solidFill>
              <a:schemeClr val="accent5">
                <a:lumMod val="9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nSpc>
                  <a:spcPct val="180000"/>
                </a:lnSpc>
                <a:spcBef>
                  <a:spcPct val="50000"/>
                </a:spcBef>
              </a:pPr>
              <a:r>
                <a:rPr lang="zh-CN" altLang="en-US" sz="180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力的作用效果：使物体发生形变，改变物体的运动状态</a:t>
              </a:r>
              <a:endParaRPr kumimoji="0" lang="zh-CN" altLang="en-US" sz="1800" i="0" u="none" strike="noStrike" cap="none" spc="0" normalizeH="0" baseline="0">
                <a:ln>
                  <a:noFill/>
                </a:ln>
                <a:solidFill>
                  <a:schemeClr val="tx1"/>
                </a:solidFill>
                <a:effectLst/>
                <a:uFillTx/>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7" name="文本框 16"/>
            <p:cNvSpPr txBox="1"/>
            <p:nvPr>
              <p:custDataLst>
                <p:tags r:id="rId27"/>
              </p:custDataLst>
            </p:nvPr>
          </p:nvSpPr>
          <p:spPr>
            <a:xfrm>
              <a:off x="484" y="6713"/>
              <a:ext cx="5724" cy="79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nSpc>
                  <a:spcPct val="150000"/>
                </a:lnSpc>
                <a:spcBef>
                  <a:spcPct val="50000"/>
                </a:spcBef>
              </a:pPr>
              <a:r>
                <a:rPr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力的三要素：大小、方向、作用点</a:t>
              </a:r>
              <a:endParaRPr kumimoji="0" lang="zh-CN" altLang="en-US" sz="1800" b="1" i="0" u="none" strike="noStrike" cap="none" spc="0" normalizeH="0" baseline="0">
                <a:ln>
                  <a:noFill/>
                </a:ln>
                <a:solidFill>
                  <a:schemeClr val="tx1"/>
                </a:solidFill>
                <a:effectLst/>
                <a:uFillTx/>
                <a:latin typeface="宋体" panose="02010600030101010101" pitchFamily="2" charset="-122"/>
                <a:ea typeface="宋体" panose="02010600030101010101" pitchFamily="2" charset="-122"/>
                <a:cs typeface="宋体" panose="02010600030101010101" pitchFamily="2" charset="-122"/>
                <a:sym typeface="+mn-ea"/>
              </a:endParaRPr>
            </a:p>
          </p:txBody>
        </p:sp>
      </p:grpSp>
      <p:grpSp>
        <p:nvGrpSpPr>
          <p:cNvPr id="34" name="组合 33"/>
          <p:cNvGrpSpPr/>
          <p:nvPr>
            <p:custDataLst>
              <p:tags r:id="rId28"/>
            </p:custDataLst>
          </p:nvPr>
        </p:nvGrpSpPr>
        <p:grpSpPr>
          <a:xfrm>
            <a:off x="3640455" y="1046480"/>
            <a:ext cx="2827655" cy="3170555"/>
            <a:chOff x="5733" y="1648"/>
            <a:chExt cx="4453" cy="4993"/>
          </a:xfrm>
        </p:grpSpPr>
        <p:sp>
          <p:nvSpPr>
            <p:cNvPr id="18" name="文本框 17"/>
            <p:cNvSpPr txBox="1"/>
            <p:nvPr>
              <p:custDataLst>
                <p:tags r:id="rId29"/>
              </p:custDataLst>
            </p:nvPr>
          </p:nvSpPr>
          <p:spPr>
            <a:xfrm>
              <a:off x="7084" y="1648"/>
              <a:ext cx="3102" cy="2082"/>
            </a:xfrm>
            <a:prstGeom prst="rect">
              <a:avLst/>
            </a:prstGeom>
            <a:solidFill>
              <a:schemeClr val="accent5">
                <a:lumMod val="90000"/>
              </a:schemeClr>
            </a:solidFill>
          </p:spPr>
          <p:txBody>
            <a:bodyPr wrap="none" rtlCol="0">
              <a:spAutoFit/>
            </a:bodyPr>
            <a:lstStyle/>
            <a:p>
              <a:pPr algn="l">
                <a:spcBef>
                  <a:spcPct val="50000"/>
                </a:spcBef>
              </a:pPr>
              <a:r>
                <a:rPr lang="zh-CN" altLang="en-US"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大小</a:t>
              </a:r>
              <a:r>
                <a:rPr lang="en-US" altLang="zh-CN"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b="1" i="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G=mg</a:t>
              </a:r>
            </a:p>
            <a:p>
              <a:pPr algn="l">
                <a:spcBef>
                  <a:spcPct val="50000"/>
                </a:spcBef>
              </a:pPr>
              <a:r>
                <a:rPr lang="zh-CN" altLang="en-US"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方向：竖直向下</a:t>
              </a:r>
            </a:p>
            <a:p>
              <a:pPr algn="l">
                <a:spcBef>
                  <a:spcPct val="50000"/>
                </a:spcBef>
              </a:pPr>
              <a:r>
                <a:rPr lang="zh-CN" altLang="en-US"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作用点</a:t>
              </a:r>
              <a:r>
                <a:rPr lang="en-US" altLang="zh-CN"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重心</a:t>
              </a:r>
            </a:p>
          </p:txBody>
        </p:sp>
        <p:grpSp>
          <p:nvGrpSpPr>
            <p:cNvPr id="30" name="组合 29"/>
            <p:cNvGrpSpPr/>
            <p:nvPr>
              <p:custDataLst>
                <p:tags r:id="rId30"/>
              </p:custDataLst>
            </p:nvPr>
          </p:nvGrpSpPr>
          <p:grpSpPr>
            <a:xfrm>
              <a:off x="5733" y="4047"/>
              <a:ext cx="1870" cy="2595"/>
              <a:chOff x="11060" y="3700"/>
              <a:chExt cx="1870" cy="2595"/>
            </a:xfrm>
          </p:grpSpPr>
          <p:pic>
            <p:nvPicPr>
              <p:cNvPr id="2050" name="Picture 2"/>
              <p:cNvPicPr>
                <a:picLocks noChangeAspect="1" noChangeArrowheads="1"/>
              </p:cNvPicPr>
              <p:nvPr>
                <p:custDataLst>
                  <p:tags r:id="rId32"/>
                </p:custDataLst>
              </p:nvPr>
            </p:nvPicPr>
            <p:blipFill>
              <a:blip r:embed="rId31">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bwMode="auto">
              <a:xfrm>
                <a:off x="11060" y="3700"/>
                <a:ext cx="1870" cy="1137"/>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直接箭头连接符 18"/>
              <p:cNvCxnSpPr/>
              <p:nvPr>
                <p:custDataLst>
                  <p:tags r:id="rId33"/>
                </p:custDataLst>
              </p:nvPr>
            </p:nvCxnSpPr>
            <p:spPr>
              <a:xfrm flipH="1">
                <a:off x="11687" y="4268"/>
                <a:ext cx="0" cy="71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custDataLst>
                  <p:tags r:id="rId34"/>
                </p:custDataLst>
              </p:nvPr>
            </p:nvCxnSpPr>
            <p:spPr>
              <a:xfrm flipH="1">
                <a:off x="11794" y="4091"/>
                <a:ext cx="0" cy="71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custDataLst>
                  <p:tags r:id="rId35"/>
                </p:custDataLst>
              </p:nvPr>
            </p:nvCxnSpPr>
            <p:spPr>
              <a:xfrm flipH="1">
                <a:off x="11901" y="4211"/>
                <a:ext cx="0" cy="71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p:cNvCxnSpPr/>
              <p:nvPr>
                <p:custDataLst>
                  <p:tags r:id="rId36"/>
                </p:custDataLst>
              </p:nvPr>
            </p:nvCxnSpPr>
            <p:spPr>
              <a:xfrm flipH="1">
                <a:off x="12026" y="4276"/>
                <a:ext cx="0" cy="71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p:cNvCxnSpPr/>
              <p:nvPr>
                <p:custDataLst>
                  <p:tags r:id="rId37"/>
                </p:custDataLst>
              </p:nvPr>
            </p:nvCxnSpPr>
            <p:spPr>
              <a:xfrm flipH="1">
                <a:off x="12187" y="4405"/>
                <a:ext cx="0" cy="71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custDataLst>
                  <p:tags r:id="rId38"/>
                </p:custDataLst>
              </p:nvPr>
            </p:nvCxnSpPr>
            <p:spPr>
              <a:xfrm flipH="1">
                <a:off x="12336" y="4481"/>
                <a:ext cx="0" cy="71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custDataLst>
                  <p:tags r:id="rId39"/>
                </p:custDataLst>
              </p:nvPr>
            </p:nvCxnSpPr>
            <p:spPr>
              <a:xfrm flipH="1">
                <a:off x="12505" y="4504"/>
                <a:ext cx="0" cy="71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直接箭头连接符 121"/>
              <p:cNvCxnSpPr/>
              <p:nvPr>
                <p:custDataLst>
                  <p:tags r:id="rId40"/>
                </p:custDataLst>
              </p:nvPr>
            </p:nvCxnSpPr>
            <p:spPr>
              <a:xfrm flipH="1">
                <a:off x="11884" y="4320"/>
                <a:ext cx="0" cy="71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接箭头连接符 122"/>
              <p:cNvCxnSpPr/>
              <p:nvPr>
                <p:custDataLst>
                  <p:tags r:id="rId41"/>
                </p:custDataLst>
              </p:nvPr>
            </p:nvCxnSpPr>
            <p:spPr>
              <a:xfrm flipH="1">
                <a:off x="11971" y="4257"/>
                <a:ext cx="0" cy="71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接箭头连接符 123"/>
              <p:cNvCxnSpPr/>
              <p:nvPr>
                <p:custDataLst>
                  <p:tags r:id="rId42"/>
                </p:custDataLst>
              </p:nvPr>
            </p:nvCxnSpPr>
            <p:spPr>
              <a:xfrm flipH="1">
                <a:off x="12187" y="4402"/>
                <a:ext cx="0" cy="71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custDataLst>
                  <p:tags r:id="rId43"/>
                </p:custDataLst>
              </p:nvPr>
            </p:nvCxnSpPr>
            <p:spPr>
              <a:xfrm flipH="1">
                <a:off x="12336" y="4320"/>
                <a:ext cx="0" cy="71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custDataLst>
                  <p:tags r:id="rId44"/>
                </p:custDataLst>
              </p:nvPr>
            </p:nvCxnSpPr>
            <p:spPr>
              <a:xfrm flipH="1">
                <a:off x="12405" y="4402"/>
                <a:ext cx="0" cy="71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接箭头连接符 126"/>
              <p:cNvCxnSpPr/>
              <p:nvPr>
                <p:custDataLst>
                  <p:tags r:id="rId45"/>
                </p:custDataLst>
              </p:nvPr>
            </p:nvCxnSpPr>
            <p:spPr>
              <a:xfrm flipH="1">
                <a:off x="12156" y="4214"/>
                <a:ext cx="0" cy="71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直接箭头连接符 127"/>
              <p:cNvCxnSpPr/>
              <p:nvPr>
                <p:custDataLst>
                  <p:tags r:id="rId46"/>
                </p:custDataLst>
              </p:nvPr>
            </p:nvCxnSpPr>
            <p:spPr>
              <a:xfrm flipH="1">
                <a:off x="11576" y="4044"/>
                <a:ext cx="0" cy="71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48" name="直接箭头连接符 2047"/>
              <p:cNvCxnSpPr/>
              <p:nvPr>
                <p:custDataLst>
                  <p:tags r:id="rId47"/>
                </p:custDataLst>
              </p:nvPr>
            </p:nvCxnSpPr>
            <p:spPr>
              <a:xfrm flipH="1">
                <a:off x="11963" y="4345"/>
                <a:ext cx="0" cy="17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2" name="文本框 131"/>
              <p:cNvSpPr txBox="1"/>
              <p:nvPr>
                <p:custDataLst>
                  <p:tags r:id="rId48"/>
                </p:custDataLst>
              </p:nvPr>
            </p:nvSpPr>
            <p:spPr>
              <a:xfrm>
                <a:off x="11963" y="5789"/>
                <a:ext cx="574" cy="507"/>
              </a:xfrm>
              <a:prstGeom prst="rect">
                <a:avLst/>
              </a:prstGeom>
              <a:noFill/>
            </p:spPr>
            <p:txBody>
              <a:bodyPr wrap="square">
                <a:spAutoFit/>
              </a:bodyPr>
              <a:lstStyle/>
              <a:p>
                <a:r>
                  <a:rPr lang="en-US" altLang="zh-CN" sz="1495" b="1" i="1">
                    <a:ln w="9525" cap="flat" cmpd="sng" algn="ctr">
                      <a:noFill/>
                      <a:prstDash val="solid"/>
                      <a:round/>
                      <a:headEnd type="none" w="med" len="med"/>
                      <a:tailEnd type="none" w="med" len="med"/>
                    </a:ln>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宋体" panose="02010600030101010101" pitchFamily="2" charset="-122"/>
                  </a:rPr>
                  <a:t>G</a:t>
                </a:r>
                <a:endParaRPr lang="zh-CN" altLang="en-US" sz="1495"/>
              </a:p>
            </p:txBody>
          </p:sp>
        </p:grpSp>
      </p:grpSp>
      <p:grpSp>
        <p:nvGrpSpPr>
          <p:cNvPr id="43" name="组合 42"/>
          <p:cNvGrpSpPr/>
          <p:nvPr>
            <p:custDataLst>
              <p:tags r:id="rId49"/>
            </p:custDataLst>
          </p:nvPr>
        </p:nvGrpSpPr>
        <p:grpSpPr>
          <a:xfrm>
            <a:off x="4689475" y="3015615"/>
            <a:ext cx="3672205" cy="1915795"/>
            <a:chOff x="7385" y="4749"/>
            <a:chExt cx="5783" cy="3017"/>
          </a:xfrm>
        </p:grpSpPr>
        <p:sp>
          <p:nvSpPr>
            <p:cNvPr id="21" name="Text Box 11"/>
            <p:cNvSpPr txBox="1">
              <a:spLocks noChangeArrowheads="1"/>
            </p:cNvSpPr>
            <p:nvPr>
              <p:custDataLst>
                <p:tags r:id="rId50"/>
              </p:custDataLst>
            </p:nvPr>
          </p:nvSpPr>
          <p:spPr bwMode="auto">
            <a:xfrm>
              <a:off x="10842" y="4749"/>
              <a:ext cx="2327" cy="1582"/>
            </a:xfrm>
            <a:prstGeom prst="rect">
              <a:avLst/>
            </a:prstGeom>
            <a:noFill/>
            <a:ln>
              <a:noFill/>
            </a:ln>
            <a:effectLst/>
            <a:extLst>
              <a:ext uri="{909E8E84-426E-40DD-AFC4-6F175D3DCCD1}">
                <a14:hiddenFill xmlns:a14="http://schemas.microsoft.com/office/drawing/2010/main">
                  <a:solidFill>
                    <a:srgbClr val="EDFAD2"/>
                  </a:solidFill>
                </a14:hiddenFill>
              </a:ext>
              <a:ext uri="{91240B29-F687-4F45-9708-019B960494DF}">
                <a14:hiddenLine xmlns:a14="http://schemas.microsoft.com/office/drawing/2010/main" w="9525">
                  <a:solidFill>
                    <a:srgbClr val="00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390" tIns="40697" rIns="81390" bIns="40697">
              <a:spAutoFit/>
            </a:bodyPr>
            <a:lstStyle/>
            <a:p>
              <a:pPr algn="ctr">
                <a:lnSpc>
                  <a:spcPct val="150000"/>
                </a:lnSpc>
              </a:pPr>
              <a:r>
                <a:rPr lang="zh-CN" altLang="en-US" sz="2000" b="1">
                  <a:solidFill>
                    <a:schemeClr val="tx1"/>
                  </a:solidFill>
                  <a:latin typeface="宋体" panose="02010600030101010101" pitchFamily="2" charset="-122"/>
                  <a:ea typeface="宋体" panose="02010600030101010101" pitchFamily="2" charset="-122"/>
                  <a:cs typeface="宋体" panose="02010600030101010101" pitchFamily="2" charset="-122"/>
                </a:rPr>
                <a:t>力的图示 力的示意图</a:t>
              </a:r>
            </a:p>
          </p:txBody>
        </p:sp>
        <p:grpSp>
          <p:nvGrpSpPr>
            <p:cNvPr id="32" name="组合 31"/>
            <p:cNvGrpSpPr/>
            <p:nvPr>
              <p:custDataLst>
                <p:tags r:id="rId51"/>
              </p:custDataLst>
            </p:nvPr>
          </p:nvGrpSpPr>
          <p:grpSpPr>
            <a:xfrm>
              <a:off x="7385" y="6398"/>
              <a:ext cx="5412" cy="1369"/>
              <a:chOff x="6272" y="6050"/>
              <a:chExt cx="5412" cy="1369"/>
            </a:xfrm>
          </p:grpSpPr>
          <p:grpSp>
            <p:nvGrpSpPr>
              <p:cNvPr id="136202" name="Group 10"/>
              <p:cNvGrpSpPr/>
              <p:nvPr>
                <p:custDataLst>
                  <p:tags r:id="rId52"/>
                </p:custDataLst>
              </p:nvPr>
            </p:nvGrpSpPr>
            <p:grpSpPr>
              <a:xfrm>
                <a:off x="7012" y="7183"/>
                <a:ext cx="4672" cy="237"/>
                <a:chOff x="3030" y="2265"/>
                <a:chExt cx="3164" cy="210"/>
              </a:xfrm>
            </p:grpSpPr>
            <p:sp>
              <p:nvSpPr>
                <p:cNvPr id="136203" name="Line 11"/>
                <p:cNvSpPr>
                  <a:spLocks noChangeShapeType="1"/>
                </p:cNvSpPr>
                <p:nvPr>
                  <p:custDataLst>
                    <p:tags r:id="rId53"/>
                  </p:custDataLst>
                </p:nvPr>
              </p:nvSpPr>
              <p:spPr bwMode="auto">
                <a:xfrm>
                  <a:off x="3030" y="2265"/>
                  <a:ext cx="3164"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010"/>
                </a:p>
              </p:txBody>
            </p:sp>
            <p:sp>
              <p:nvSpPr>
                <p:cNvPr id="136204" name="Rectangle 12" descr="浅色上对角线"/>
                <p:cNvSpPr>
                  <a:spLocks noChangeArrowheads="1"/>
                </p:cNvSpPr>
                <p:nvPr>
                  <p:custDataLst>
                    <p:tags r:id="rId54"/>
                  </p:custDataLst>
                </p:nvPr>
              </p:nvSpPr>
              <p:spPr bwMode="auto">
                <a:xfrm>
                  <a:off x="3030" y="2280"/>
                  <a:ext cx="3164" cy="195"/>
                </a:xfrm>
                <a:prstGeom prst="rect">
                  <a:avLst/>
                </a:prstGeom>
                <a:pattFill prst="ltUpDiag">
                  <a:fgClr>
                    <a:srgbClr val="000000"/>
                  </a:fgClr>
                  <a:bgClr>
                    <a:srgbClr val="FFFFFF"/>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800">
                    <a:solidFill>
                      <a:schemeClr val="tx1"/>
                    </a:solidFill>
                    <a:latin typeface="宋体" panose="02010600030101010101" pitchFamily="2" charset="-122"/>
                    <a:ea typeface="宋体" panose="02010600030101010101" pitchFamily="2" charset="-122"/>
                  </a:endParaRPr>
                </a:p>
              </p:txBody>
            </p:sp>
          </p:grpSp>
          <p:sp>
            <p:nvSpPr>
              <p:cNvPr id="136205" name="Rectangle 13"/>
              <p:cNvSpPr>
                <a:spLocks noChangeArrowheads="1"/>
              </p:cNvSpPr>
              <p:nvPr>
                <p:custDataLst>
                  <p:tags r:id="rId55"/>
                </p:custDataLst>
              </p:nvPr>
            </p:nvSpPr>
            <p:spPr bwMode="auto">
              <a:xfrm>
                <a:off x="8011" y="6542"/>
                <a:ext cx="989" cy="630"/>
              </a:xfrm>
              <a:prstGeom prst="rect">
                <a:avLst/>
              </a:prstGeom>
              <a:blipFill>
                <a:blip r:embed="rId56"/>
                <a:stretch>
                  <a:fillRect/>
                </a:stretch>
              </a:blipFill>
              <a:ln w="9525">
                <a:solidFill>
                  <a:srgbClr val="000000"/>
                </a:solidFill>
                <a:miter lim="800000"/>
              </a:ln>
            </p:spPr>
            <p:txBody>
              <a:bodyPr lIns="61070" tIns="30534" rIns="61070" bIns="30534"/>
              <a:lstStyle/>
              <a:p>
                <a:endParaRPr lang="zh-CN" altLang="en-US" sz="1800">
                  <a:solidFill>
                    <a:schemeClr val="tx1"/>
                  </a:solidFill>
                  <a:latin typeface="宋体" panose="02010600030101010101" pitchFamily="2" charset="-122"/>
                  <a:ea typeface="宋体" panose="02010600030101010101" pitchFamily="2" charset="-122"/>
                </a:endParaRPr>
              </a:p>
            </p:txBody>
          </p:sp>
          <p:grpSp>
            <p:nvGrpSpPr>
              <p:cNvPr id="136206" name="Group 14"/>
              <p:cNvGrpSpPr/>
              <p:nvPr>
                <p:custDataLst>
                  <p:tags r:id="rId57"/>
                </p:custDataLst>
              </p:nvPr>
            </p:nvGrpSpPr>
            <p:grpSpPr>
              <a:xfrm>
                <a:off x="7020" y="6516"/>
                <a:ext cx="1017" cy="677"/>
                <a:chOff x="2800" y="2440"/>
                <a:chExt cx="1426" cy="1519"/>
              </a:xfrm>
            </p:grpSpPr>
            <p:sp>
              <p:nvSpPr>
                <p:cNvPr id="136207" name="Freeform 15"/>
                <p:cNvSpPr>
                  <a:spLocks noChangeAspect="1"/>
                </p:cNvSpPr>
                <p:nvPr>
                  <p:custDataLst>
                    <p:tags r:id="rId58"/>
                  </p:custDataLst>
                </p:nvPr>
              </p:nvSpPr>
              <p:spPr bwMode="auto">
                <a:xfrm>
                  <a:off x="3667" y="2440"/>
                  <a:ext cx="257" cy="278"/>
                </a:xfrm>
                <a:custGeom>
                  <a:gdLst>
                    <a:gd name="T0" fmla="*/ 409 w 514"/>
                    <a:gd name="T1" fmla="*/ 383 h 555"/>
                    <a:gd name="T2" fmla="*/ 456 w 514"/>
                    <a:gd name="T3" fmla="*/ 297 h 555"/>
                    <a:gd name="T4" fmla="*/ 478 w 514"/>
                    <a:gd name="T5" fmla="*/ 216 h 555"/>
                    <a:gd name="T6" fmla="*/ 471 w 514"/>
                    <a:gd name="T7" fmla="*/ 122 h 555"/>
                    <a:gd name="T8" fmla="*/ 412 w 514"/>
                    <a:gd name="T9" fmla="*/ 36 h 555"/>
                    <a:gd name="T10" fmla="*/ 343 w 514"/>
                    <a:gd name="T11" fmla="*/ 0 h 555"/>
                    <a:gd name="T12" fmla="*/ 238 w 514"/>
                    <a:gd name="T13" fmla="*/ 15 h 555"/>
                    <a:gd name="T14" fmla="*/ 112 w 514"/>
                    <a:gd name="T15" fmla="*/ 86 h 555"/>
                    <a:gd name="T16" fmla="*/ 43 w 514"/>
                    <a:gd name="T17" fmla="*/ 172 h 555"/>
                    <a:gd name="T18" fmla="*/ 0 w 514"/>
                    <a:gd name="T19" fmla="*/ 336 h 555"/>
                    <a:gd name="T20" fmla="*/ 7 w 514"/>
                    <a:gd name="T21" fmla="*/ 442 h 555"/>
                    <a:gd name="T22" fmla="*/ 50 w 514"/>
                    <a:gd name="T23" fmla="*/ 527 h 555"/>
                    <a:gd name="T24" fmla="*/ 112 w 514"/>
                    <a:gd name="T25" fmla="*/ 547 h 555"/>
                    <a:gd name="T26" fmla="*/ 195 w 514"/>
                    <a:gd name="T27" fmla="*/ 547 h 555"/>
                    <a:gd name="T28" fmla="*/ 285 w 514"/>
                    <a:gd name="T29" fmla="*/ 504 h 555"/>
                    <a:gd name="T30" fmla="*/ 323 w 514"/>
                    <a:gd name="T31" fmla="*/ 484 h 555"/>
                    <a:gd name="T32" fmla="*/ 350 w 514"/>
                    <a:gd name="T33" fmla="*/ 450 h 555"/>
                    <a:gd name="T34" fmla="*/ 478 w 514"/>
                    <a:gd name="T35" fmla="*/ 555 h 555"/>
                    <a:gd name="T36" fmla="*/ 514 w 514"/>
                    <a:gd name="T37" fmla="*/ 547 h 555"/>
                    <a:gd name="T38" fmla="*/ 499 w 514"/>
                    <a:gd name="T39" fmla="*/ 512 h 555"/>
                    <a:gd name="T40" fmla="*/ 409 w 514"/>
                    <a:gd name="T41" fmla="*/ 383 h 55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14" h="555">
                      <a:moveTo>
                        <a:pt x="409" y="383"/>
                      </a:moveTo>
                      <a:lnTo>
                        <a:pt x="456" y="297"/>
                      </a:lnTo>
                      <a:lnTo>
                        <a:pt x="478" y="216"/>
                      </a:lnTo>
                      <a:lnTo>
                        <a:pt x="471" y="122"/>
                      </a:lnTo>
                      <a:lnTo>
                        <a:pt x="412" y="36"/>
                      </a:lnTo>
                      <a:lnTo>
                        <a:pt x="343" y="0"/>
                      </a:lnTo>
                      <a:lnTo>
                        <a:pt x="238" y="15"/>
                      </a:lnTo>
                      <a:lnTo>
                        <a:pt x="112" y="86"/>
                      </a:lnTo>
                      <a:lnTo>
                        <a:pt x="43" y="172"/>
                      </a:lnTo>
                      <a:lnTo>
                        <a:pt x="0" y="336"/>
                      </a:lnTo>
                      <a:lnTo>
                        <a:pt x="7" y="442"/>
                      </a:lnTo>
                      <a:lnTo>
                        <a:pt x="50" y="527"/>
                      </a:lnTo>
                      <a:lnTo>
                        <a:pt x="112" y="547"/>
                      </a:lnTo>
                      <a:lnTo>
                        <a:pt x="195" y="547"/>
                      </a:lnTo>
                      <a:lnTo>
                        <a:pt x="285" y="504"/>
                      </a:lnTo>
                      <a:lnTo>
                        <a:pt x="323" y="484"/>
                      </a:lnTo>
                      <a:lnTo>
                        <a:pt x="350" y="450"/>
                      </a:lnTo>
                      <a:lnTo>
                        <a:pt x="478" y="555"/>
                      </a:lnTo>
                      <a:lnTo>
                        <a:pt x="514" y="547"/>
                      </a:lnTo>
                      <a:lnTo>
                        <a:pt x="499" y="512"/>
                      </a:lnTo>
                      <a:lnTo>
                        <a:pt x="409" y="383"/>
                      </a:lnTo>
                      <a:close/>
                    </a:path>
                  </a:pathLst>
                </a:custGeom>
                <a:solidFill>
                  <a:srgbClr val="FF0000"/>
                </a:solidFill>
                <a:ln w="9525">
                  <a:solidFill>
                    <a:srgbClr val="00B0F0"/>
                  </a:solidFill>
                  <a:round/>
                </a:ln>
              </p:spPr>
              <p:txBody>
                <a:bodyPr/>
                <a:lstStyle/>
                <a:p>
                  <a:endParaRPr lang="zh-CN" altLang="en-US" sz="1800">
                    <a:solidFill>
                      <a:schemeClr val="tx1"/>
                    </a:solidFill>
                    <a:latin typeface="宋体" panose="02010600030101010101" pitchFamily="2" charset="-122"/>
                    <a:ea typeface="宋体" panose="02010600030101010101" pitchFamily="2" charset="-122"/>
                  </a:endParaRPr>
                </a:p>
              </p:txBody>
            </p:sp>
            <p:sp>
              <p:nvSpPr>
                <p:cNvPr id="136208" name="Freeform 16"/>
                <p:cNvSpPr>
                  <a:spLocks noChangeAspect="1"/>
                </p:cNvSpPr>
                <p:nvPr>
                  <p:custDataLst>
                    <p:tags r:id="rId59"/>
                  </p:custDataLst>
                </p:nvPr>
              </p:nvSpPr>
              <p:spPr bwMode="auto">
                <a:xfrm>
                  <a:off x="3309" y="2695"/>
                  <a:ext cx="392" cy="587"/>
                </a:xfrm>
                <a:custGeom>
                  <a:gdLst>
                    <a:gd name="T0" fmla="*/ 405 w 784"/>
                    <a:gd name="T1" fmla="*/ 347 h 1174"/>
                    <a:gd name="T2" fmla="*/ 422 w 784"/>
                    <a:gd name="T3" fmla="*/ 214 h 1174"/>
                    <a:gd name="T4" fmla="*/ 441 w 784"/>
                    <a:gd name="T5" fmla="*/ 51 h 1174"/>
                    <a:gd name="T6" fmla="*/ 515 w 784"/>
                    <a:gd name="T7" fmla="*/ 0 h 1174"/>
                    <a:gd name="T8" fmla="*/ 592 w 784"/>
                    <a:gd name="T9" fmla="*/ 0 h 1174"/>
                    <a:gd name="T10" fmla="*/ 682 w 784"/>
                    <a:gd name="T11" fmla="*/ 70 h 1174"/>
                    <a:gd name="T12" fmla="*/ 748 w 784"/>
                    <a:gd name="T13" fmla="*/ 235 h 1174"/>
                    <a:gd name="T14" fmla="*/ 784 w 784"/>
                    <a:gd name="T15" fmla="*/ 456 h 1174"/>
                    <a:gd name="T16" fmla="*/ 748 w 784"/>
                    <a:gd name="T17" fmla="*/ 706 h 1174"/>
                    <a:gd name="T18" fmla="*/ 682 w 784"/>
                    <a:gd name="T19" fmla="*/ 855 h 1174"/>
                    <a:gd name="T20" fmla="*/ 557 w 784"/>
                    <a:gd name="T21" fmla="*/ 1026 h 1174"/>
                    <a:gd name="T22" fmla="*/ 422 w 784"/>
                    <a:gd name="T23" fmla="*/ 1131 h 1174"/>
                    <a:gd name="T24" fmla="*/ 257 w 784"/>
                    <a:gd name="T25" fmla="*/ 1174 h 1174"/>
                    <a:gd name="T26" fmla="*/ 121 w 784"/>
                    <a:gd name="T27" fmla="*/ 1139 h 1174"/>
                    <a:gd name="T28" fmla="*/ 35 w 784"/>
                    <a:gd name="T29" fmla="*/ 1073 h 1174"/>
                    <a:gd name="T30" fmla="*/ 0 w 784"/>
                    <a:gd name="T31" fmla="*/ 968 h 1174"/>
                    <a:gd name="T32" fmla="*/ 19 w 784"/>
                    <a:gd name="T33" fmla="*/ 874 h 1174"/>
                    <a:gd name="T34" fmla="*/ 62 w 784"/>
                    <a:gd name="T35" fmla="*/ 788 h 1174"/>
                    <a:gd name="T36" fmla="*/ 129 w 784"/>
                    <a:gd name="T37" fmla="*/ 749 h 1174"/>
                    <a:gd name="T38" fmla="*/ 226 w 784"/>
                    <a:gd name="T39" fmla="*/ 726 h 1174"/>
                    <a:gd name="T40" fmla="*/ 311 w 784"/>
                    <a:gd name="T41" fmla="*/ 664 h 1174"/>
                    <a:gd name="T42" fmla="*/ 378 w 784"/>
                    <a:gd name="T43" fmla="*/ 535 h 1174"/>
                    <a:gd name="T44" fmla="*/ 405 w 784"/>
                    <a:gd name="T45" fmla="*/ 347 h 117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84" h="1174">
                      <a:moveTo>
                        <a:pt x="405" y="347"/>
                      </a:moveTo>
                      <a:lnTo>
                        <a:pt x="422" y="214"/>
                      </a:lnTo>
                      <a:lnTo>
                        <a:pt x="441" y="51"/>
                      </a:lnTo>
                      <a:lnTo>
                        <a:pt x="515" y="0"/>
                      </a:lnTo>
                      <a:lnTo>
                        <a:pt x="592" y="0"/>
                      </a:lnTo>
                      <a:lnTo>
                        <a:pt x="682" y="70"/>
                      </a:lnTo>
                      <a:lnTo>
                        <a:pt x="748" y="235"/>
                      </a:lnTo>
                      <a:lnTo>
                        <a:pt x="784" y="456"/>
                      </a:lnTo>
                      <a:lnTo>
                        <a:pt x="748" y="706"/>
                      </a:lnTo>
                      <a:lnTo>
                        <a:pt x="682" y="855"/>
                      </a:lnTo>
                      <a:lnTo>
                        <a:pt x="557" y="1026"/>
                      </a:lnTo>
                      <a:lnTo>
                        <a:pt x="422" y="1131"/>
                      </a:lnTo>
                      <a:lnTo>
                        <a:pt x="257" y="1174"/>
                      </a:lnTo>
                      <a:lnTo>
                        <a:pt x="121" y="1139"/>
                      </a:lnTo>
                      <a:lnTo>
                        <a:pt x="35" y="1073"/>
                      </a:lnTo>
                      <a:lnTo>
                        <a:pt x="0" y="968"/>
                      </a:lnTo>
                      <a:lnTo>
                        <a:pt x="19" y="874"/>
                      </a:lnTo>
                      <a:lnTo>
                        <a:pt x="62" y="788"/>
                      </a:lnTo>
                      <a:lnTo>
                        <a:pt x="129" y="749"/>
                      </a:lnTo>
                      <a:lnTo>
                        <a:pt x="226" y="726"/>
                      </a:lnTo>
                      <a:lnTo>
                        <a:pt x="311" y="664"/>
                      </a:lnTo>
                      <a:lnTo>
                        <a:pt x="378" y="535"/>
                      </a:lnTo>
                      <a:lnTo>
                        <a:pt x="405" y="347"/>
                      </a:lnTo>
                      <a:close/>
                    </a:path>
                  </a:pathLst>
                </a:custGeom>
                <a:solidFill>
                  <a:srgbClr val="FF0000"/>
                </a:solidFill>
                <a:ln w="9525">
                  <a:solidFill>
                    <a:srgbClr val="00B0F0"/>
                  </a:solidFill>
                  <a:round/>
                </a:ln>
              </p:spPr>
              <p:txBody>
                <a:bodyPr/>
                <a:lstStyle/>
                <a:p>
                  <a:endParaRPr lang="zh-CN" altLang="en-US" sz="1800">
                    <a:solidFill>
                      <a:schemeClr val="tx1"/>
                    </a:solidFill>
                    <a:latin typeface="宋体" panose="02010600030101010101" pitchFamily="2" charset="-122"/>
                    <a:ea typeface="宋体" panose="02010600030101010101" pitchFamily="2" charset="-122"/>
                  </a:endParaRPr>
                </a:p>
              </p:txBody>
            </p:sp>
            <p:sp>
              <p:nvSpPr>
                <p:cNvPr id="136209" name="Freeform 17"/>
                <p:cNvSpPr>
                  <a:spLocks noChangeAspect="1"/>
                </p:cNvSpPr>
                <p:nvPr>
                  <p:custDataLst>
                    <p:tags r:id="rId60"/>
                  </p:custDataLst>
                </p:nvPr>
              </p:nvSpPr>
              <p:spPr bwMode="auto">
                <a:xfrm>
                  <a:off x="3218" y="3151"/>
                  <a:ext cx="504" cy="808"/>
                </a:xfrm>
                <a:custGeom>
                  <a:gdLst>
                    <a:gd name="T0" fmla="*/ 326 w 1007"/>
                    <a:gd name="T1" fmla="*/ 52 h 1615"/>
                    <a:gd name="T2" fmla="*/ 369 w 1007"/>
                    <a:gd name="T3" fmla="*/ 0 h 1615"/>
                    <a:gd name="T4" fmla="*/ 456 w 1007"/>
                    <a:gd name="T5" fmla="*/ 0 h 1615"/>
                    <a:gd name="T6" fmla="*/ 499 w 1007"/>
                    <a:gd name="T7" fmla="*/ 71 h 1615"/>
                    <a:gd name="T8" fmla="*/ 577 w 1007"/>
                    <a:gd name="T9" fmla="*/ 242 h 1615"/>
                    <a:gd name="T10" fmla="*/ 686 w 1007"/>
                    <a:gd name="T11" fmla="*/ 430 h 1615"/>
                    <a:gd name="T12" fmla="*/ 857 w 1007"/>
                    <a:gd name="T13" fmla="*/ 578 h 1615"/>
                    <a:gd name="T14" fmla="*/ 990 w 1007"/>
                    <a:gd name="T15" fmla="*/ 688 h 1615"/>
                    <a:gd name="T16" fmla="*/ 1007 w 1007"/>
                    <a:gd name="T17" fmla="*/ 739 h 1615"/>
                    <a:gd name="T18" fmla="*/ 1007 w 1007"/>
                    <a:gd name="T19" fmla="*/ 793 h 1615"/>
                    <a:gd name="T20" fmla="*/ 819 w 1007"/>
                    <a:gd name="T21" fmla="*/ 953 h 1615"/>
                    <a:gd name="T22" fmla="*/ 608 w 1007"/>
                    <a:gd name="T23" fmla="*/ 1116 h 1615"/>
                    <a:gd name="T24" fmla="*/ 448 w 1007"/>
                    <a:gd name="T25" fmla="*/ 1187 h 1615"/>
                    <a:gd name="T26" fmla="*/ 276 w 1007"/>
                    <a:gd name="T27" fmla="*/ 1202 h 1615"/>
                    <a:gd name="T28" fmla="*/ 190 w 1007"/>
                    <a:gd name="T29" fmla="*/ 1210 h 1615"/>
                    <a:gd name="T30" fmla="*/ 148 w 1007"/>
                    <a:gd name="T31" fmla="*/ 1296 h 1615"/>
                    <a:gd name="T32" fmla="*/ 112 w 1007"/>
                    <a:gd name="T33" fmla="*/ 1393 h 1615"/>
                    <a:gd name="T34" fmla="*/ 135 w 1007"/>
                    <a:gd name="T35" fmla="*/ 1502 h 1615"/>
                    <a:gd name="T36" fmla="*/ 190 w 1007"/>
                    <a:gd name="T37" fmla="*/ 1523 h 1615"/>
                    <a:gd name="T38" fmla="*/ 190 w 1007"/>
                    <a:gd name="T39" fmla="*/ 1564 h 1615"/>
                    <a:gd name="T40" fmla="*/ 62 w 1007"/>
                    <a:gd name="T41" fmla="*/ 1615 h 1615"/>
                    <a:gd name="T42" fmla="*/ 19 w 1007"/>
                    <a:gd name="T43" fmla="*/ 1553 h 1615"/>
                    <a:gd name="T44" fmla="*/ 0 w 1007"/>
                    <a:gd name="T45" fmla="*/ 1444 h 1615"/>
                    <a:gd name="T46" fmla="*/ 41 w 1007"/>
                    <a:gd name="T47" fmla="*/ 1315 h 1615"/>
                    <a:gd name="T48" fmla="*/ 105 w 1007"/>
                    <a:gd name="T49" fmla="*/ 1202 h 1615"/>
                    <a:gd name="T50" fmla="*/ 190 w 1007"/>
                    <a:gd name="T51" fmla="*/ 1101 h 1615"/>
                    <a:gd name="T52" fmla="*/ 276 w 1007"/>
                    <a:gd name="T53" fmla="*/ 1073 h 1615"/>
                    <a:gd name="T54" fmla="*/ 362 w 1007"/>
                    <a:gd name="T55" fmla="*/ 1116 h 1615"/>
                    <a:gd name="T56" fmla="*/ 514 w 1007"/>
                    <a:gd name="T57" fmla="*/ 1050 h 1615"/>
                    <a:gd name="T58" fmla="*/ 643 w 1007"/>
                    <a:gd name="T59" fmla="*/ 945 h 1615"/>
                    <a:gd name="T60" fmla="*/ 791 w 1007"/>
                    <a:gd name="T61" fmla="*/ 816 h 1615"/>
                    <a:gd name="T62" fmla="*/ 842 w 1007"/>
                    <a:gd name="T63" fmla="*/ 758 h 1615"/>
                    <a:gd name="T64" fmla="*/ 834 w 1007"/>
                    <a:gd name="T65" fmla="*/ 707 h 1615"/>
                    <a:gd name="T66" fmla="*/ 662 w 1007"/>
                    <a:gd name="T67" fmla="*/ 610 h 1615"/>
                    <a:gd name="T68" fmla="*/ 514 w 1007"/>
                    <a:gd name="T69" fmla="*/ 480 h 1615"/>
                    <a:gd name="T70" fmla="*/ 343 w 1007"/>
                    <a:gd name="T71" fmla="*/ 309 h 1615"/>
                    <a:gd name="T72" fmla="*/ 283 w 1007"/>
                    <a:gd name="T73" fmla="*/ 157 h 1615"/>
                    <a:gd name="T74" fmla="*/ 326 w 1007"/>
                    <a:gd name="T75" fmla="*/ 52 h 161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04" h="1615">
                      <a:moveTo>
                        <a:pt x="326" y="52"/>
                      </a:moveTo>
                      <a:lnTo>
                        <a:pt x="369" y="0"/>
                      </a:lnTo>
                      <a:lnTo>
                        <a:pt x="456" y="0"/>
                      </a:lnTo>
                      <a:lnTo>
                        <a:pt x="499" y="71"/>
                      </a:lnTo>
                      <a:lnTo>
                        <a:pt x="577" y="242"/>
                      </a:lnTo>
                      <a:lnTo>
                        <a:pt x="686" y="430"/>
                      </a:lnTo>
                      <a:lnTo>
                        <a:pt x="857" y="578"/>
                      </a:lnTo>
                      <a:lnTo>
                        <a:pt x="990" y="688"/>
                      </a:lnTo>
                      <a:lnTo>
                        <a:pt x="1007" y="739"/>
                      </a:lnTo>
                      <a:lnTo>
                        <a:pt x="1007" y="793"/>
                      </a:lnTo>
                      <a:lnTo>
                        <a:pt x="819" y="953"/>
                      </a:lnTo>
                      <a:lnTo>
                        <a:pt x="608" y="1116"/>
                      </a:lnTo>
                      <a:lnTo>
                        <a:pt x="448" y="1187"/>
                      </a:lnTo>
                      <a:lnTo>
                        <a:pt x="276" y="1202"/>
                      </a:lnTo>
                      <a:lnTo>
                        <a:pt x="190" y="1210"/>
                      </a:lnTo>
                      <a:lnTo>
                        <a:pt x="148" y="1296"/>
                      </a:lnTo>
                      <a:lnTo>
                        <a:pt x="112" y="1393"/>
                      </a:lnTo>
                      <a:lnTo>
                        <a:pt x="135" y="1502"/>
                      </a:lnTo>
                      <a:lnTo>
                        <a:pt x="190" y="1523"/>
                      </a:lnTo>
                      <a:lnTo>
                        <a:pt x="190" y="1564"/>
                      </a:lnTo>
                      <a:lnTo>
                        <a:pt x="62" y="1615"/>
                      </a:lnTo>
                      <a:lnTo>
                        <a:pt x="19" y="1553"/>
                      </a:lnTo>
                      <a:lnTo>
                        <a:pt x="0" y="1444"/>
                      </a:lnTo>
                      <a:lnTo>
                        <a:pt x="41" y="1315"/>
                      </a:lnTo>
                      <a:lnTo>
                        <a:pt x="105" y="1202"/>
                      </a:lnTo>
                      <a:lnTo>
                        <a:pt x="190" y="1101"/>
                      </a:lnTo>
                      <a:lnTo>
                        <a:pt x="276" y="1073"/>
                      </a:lnTo>
                      <a:lnTo>
                        <a:pt x="362" y="1116"/>
                      </a:lnTo>
                      <a:lnTo>
                        <a:pt x="514" y="1050"/>
                      </a:lnTo>
                      <a:lnTo>
                        <a:pt x="643" y="945"/>
                      </a:lnTo>
                      <a:lnTo>
                        <a:pt x="791" y="816"/>
                      </a:lnTo>
                      <a:lnTo>
                        <a:pt x="842" y="758"/>
                      </a:lnTo>
                      <a:lnTo>
                        <a:pt x="834" y="707"/>
                      </a:lnTo>
                      <a:lnTo>
                        <a:pt x="662" y="610"/>
                      </a:lnTo>
                      <a:lnTo>
                        <a:pt x="514" y="480"/>
                      </a:lnTo>
                      <a:lnTo>
                        <a:pt x="343" y="309"/>
                      </a:lnTo>
                      <a:lnTo>
                        <a:pt x="283" y="157"/>
                      </a:lnTo>
                      <a:lnTo>
                        <a:pt x="326" y="52"/>
                      </a:lnTo>
                      <a:close/>
                    </a:path>
                  </a:pathLst>
                </a:custGeom>
                <a:solidFill>
                  <a:srgbClr val="FF0000"/>
                </a:solidFill>
                <a:ln w="9525">
                  <a:solidFill>
                    <a:srgbClr val="00B0F0"/>
                  </a:solidFill>
                  <a:round/>
                </a:ln>
              </p:spPr>
              <p:txBody>
                <a:bodyPr/>
                <a:lstStyle/>
                <a:p>
                  <a:endParaRPr lang="zh-CN" altLang="en-US" sz="1800">
                    <a:solidFill>
                      <a:schemeClr val="tx1"/>
                    </a:solidFill>
                    <a:latin typeface="宋体" panose="02010600030101010101" pitchFamily="2" charset="-122"/>
                    <a:ea typeface="宋体" panose="02010600030101010101" pitchFamily="2" charset="-122"/>
                  </a:endParaRPr>
                </a:p>
              </p:txBody>
            </p:sp>
            <p:sp>
              <p:nvSpPr>
                <p:cNvPr id="136210" name="Freeform 18"/>
                <p:cNvSpPr>
                  <a:spLocks noChangeAspect="1"/>
                </p:cNvSpPr>
                <p:nvPr>
                  <p:custDataLst>
                    <p:tags r:id="rId61"/>
                  </p:custDataLst>
                </p:nvPr>
              </p:nvSpPr>
              <p:spPr bwMode="auto">
                <a:xfrm>
                  <a:off x="2800" y="3153"/>
                  <a:ext cx="663" cy="744"/>
                </a:xfrm>
                <a:custGeom>
                  <a:gdLst>
                    <a:gd name="T0" fmla="*/ 905 w 1326"/>
                    <a:gd name="T1" fmla="*/ 370 h 1487"/>
                    <a:gd name="T2" fmla="*/ 1057 w 1326"/>
                    <a:gd name="T3" fmla="*/ 113 h 1487"/>
                    <a:gd name="T4" fmla="*/ 1183 w 1326"/>
                    <a:gd name="T5" fmla="*/ 0 h 1487"/>
                    <a:gd name="T6" fmla="*/ 1292 w 1326"/>
                    <a:gd name="T7" fmla="*/ 19 h 1487"/>
                    <a:gd name="T8" fmla="*/ 1326 w 1326"/>
                    <a:gd name="T9" fmla="*/ 136 h 1487"/>
                    <a:gd name="T10" fmla="*/ 1162 w 1326"/>
                    <a:gd name="T11" fmla="*/ 394 h 1487"/>
                    <a:gd name="T12" fmla="*/ 971 w 1326"/>
                    <a:gd name="T13" fmla="*/ 651 h 1487"/>
                    <a:gd name="T14" fmla="*/ 769 w 1326"/>
                    <a:gd name="T15" fmla="*/ 878 h 1487"/>
                    <a:gd name="T16" fmla="*/ 577 w 1326"/>
                    <a:gd name="T17" fmla="*/ 1015 h 1487"/>
                    <a:gd name="T18" fmla="*/ 449 w 1326"/>
                    <a:gd name="T19" fmla="*/ 1116 h 1487"/>
                    <a:gd name="T20" fmla="*/ 328 w 1326"/>
                    <a:gd name="T21" fmla="*/ 1116 h 1487"/>
                    <a:gd name="T22" fmla="*/ 277 w 1326"/>
                    <a:gd name="T23" fmla="*/ 1099 h 1487"/>
                    <a:gd name="T24" fmla="*/ 277 w 1326"/>
                    <a:gd name="T25" fmla="*/ 1221 h 1487"/>
                    <a:gd name="T26" fmla="*/ 172 w 1326"/>
                    <a:gd name="T27" fmla="*/ 1358 h 1487"/>
                    <a:gd name="T28" fmla="*/ 86 w 1326"/>
                    <a:gd name="T29" fmla="*/ 1401 h 1487"/>
                    <a:gd name="T30" fmla="*/ 93 w 1326"/>
                    <a:gd name="T31" fmla="*/ 1478 h 1487"/>
                    <a:gd name="T32" fmla="*/ 9 w 1326"/>
                    <a:gd name="T33" fmla="*/ 1487 h 1487"/>
                    <a:gd name="T34" fmla="*/ 0 w 1326"/>
                    <a:gd name="T35" fmla="*/ 1373 h 1487"/>
                    <a:gd name="T36" fmla="*/ 71 w 1326"/>
                    <a:gd name="T37" fmla="*/ 1287 h 1487"/>
                    <a:gd name="T38" fmla="*/ 172 w 1326"/>
                    <a:gd name="T39" fmla="*/ 1210 h 1487"/>
                    <a:gd name="T40" fmla="*/ 215 w 1326"/>
                    <a:gd name="T41" fmla="*/ 1123 h 1487"/>
                    <a:gd name="T42" fmla="*/ 223 w 1326"/>
                    <a:gd name="T43" fmla="*/ 1015 h 1487"/>
                    <a:gd name="T44" fmla="*/ 215 w 1326"/>
                    <a:gd name="T45" fmla="*/ 987 h 1487"/>
                    <a:gd name="T46" fmla="*/ 266 w 1326"/>
                    <a:gd name="T47" fmla="*/ 951 h 1487"/>
                    <a:gd name="T48" fmla="*/ 309 w 1326"/>
                    <a:gd name="T49" fmla="*/ 951 h 1487"/>
                    <a:gd name="T50" fmla="*/ 343 w 1326"/>
                    <a:gd name="T51" fmla="*/ 1015 h 1487"/>
                    <a:gd name="T52" fmla="*/ 406 w 1326"/>
                    <a:gd name="T53" fmla="*/ 1037 h 1487"/>
                    <a:gd name="T54" fmla="*/ 472 w 1326"/>
                    <a:gd name="T55" fmla="*/ 1015 h 1487"/>
                    <a:gd name="T56" fmla="*/ 558 w 1326"/>
                    <a:gd name="T57" fmla="*/ 928 h 1487"/>
                    <a:gd name="T58" fmla="*/ 691 w 1326"/>
                    <a:gd name="T59" fmla="*/ 792 h 1487"/>
                    <a:gd name="T60" fmla="*/ 800 w 1326"/>
                    <a:gd name="T61" fmla="*/ 628 h 1487"/>
                    <a:gd name="T62" fmla="*/ 862 w 1326"/>
                    <a:gd name="T63" fmla="*/ 492 h 1487"/>
                    <a:gd name="T64" fmla="*/ 905 w 1326"/>
                    <a:gd name="T65" fmla="*/ 370 h 148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26" h="1487">
                      <a:moveTo>
                        <a:pt x="905" y="370"/>
                      </a:moveTo>
                      <a:lnTo>
                        <a:pt x="1057" y="113"/>
                      </a:lnTo>
                      <a:lnTo>
                        <a:pt x="1183" y="0"/>
                      </a:lnTo>
                      <a:lnTo>
                        <a:pt x="1292" y="19"/>
                      </a:lnTo>
                      <a:lnTo>
                        <a:pt x="1326" y="136"/>
                      </a:lnTo>
                      <a:lnTo>
                        <a:pt x="1162" y="394"/>
                      </a:lnTo>
                      <a:lnTo>
                        <a:pt x="971" y="651"/>
                      </a:lnTo>
                      <a:lnTo>
                        <a:pt x="769" y="878"/>
                      </a:lnTo>
                      <a:lnTo>
                        <a:pt x="577" y="1015"/>
                      </a:lnTo>
                      <a:lnTo>
                        <a:pt x="449" y="1116"/>
                      </a:lnTo>
                      <a:lnTo>
                        <a:pt x="328" y="1116"/>
                      </a:lnTo>
                      <a:lnTo>
                        <a:pt x="277" y="1099"/>
                      </a:lnTo>
                      <a:lnTo>
                        <a:pt x="277" y="1221"/>
                      </a:lnTo>
                      <a:lnTo>
                        <a:pt x="172" y="1358"/>
                      </a:lnTo>
                      <a:lnTo>
                        <a:pt x="86" y="1401"/>
                      </a:lnTo>
                      <a:lnTo>
                        <a:pt x="93" y="1478"/>
                      </a:lnTo>
                      <a:lnTo>
                        <a:pt x="9" y="1487"/>
                      </a:lnTo>
                      <a:lnTo>
                        <a:pt x="0" y="1373"/>
                      </a:lnTo>
                      <a:lnTo>
                        <a:pt x="71" y="1287"/>
                      </a:lnTo>
                      <a:lnTo>
                        <a:pt x="172" y="1210"/>
                      </a:lnTo>
                      <a:lnTo>
                        <a:pt x="215" y="1123"/>
                      </a:lnTo>
                      <a:lnTo>
                        <a:pt x="223" y="1015"/>
                      </a:lnTo>
                      <a:lnTo>
                        <a:pt x="215" y="987"/>
                      </a:lnTo>
                      <a:lnTo>
                        <a:pt x="266" y="951"/>
                      </a:lnTo>
                      <a:lnTo>
                        <a:pt x="309" y="951"/>
                      </a:lnTo>
                      <a:lnTo>
                        <a:pt x="343" y="1015"/>
                      </a:lnTo>
                      <a:lnTo>
                        <a:pt x="406" y="1037"/>
                      </a:lnTo>
                      <a:lnTo>
                        <a:pt x="472" y="1015"/>
                      </a:lnTo>
                      <a:lnTo>
                        <a:pt x="558" y="928"/>
                      </a:lnTo>
                      <a:lnTo>
                        <a:pt x="691" y="792"/>
                      </a:lnTo>
                      <a:lnTo>
                        <a:pt x="800" y="628"/>
                      </a:lnTo>
                      <a:lnTo>
                        <a:pt x="862" y="492"/>
                      </a:lnTo>
                      <a:lnTo>
                        <a:pt x="905" y="370"/>
                      </a:lnTo>
                      <a:close/>
                    </a:path>
                  </a:pathLst>
                </a:custGeom>
                <a:solidFill>
                  <a:srgbClr val="00B0F0"/>
                </a:solidFill>
                <a:ln w="9525">
                  <a:solidFill>
                    <a:srgbClr val="00B0F0"/>
                  </a:solidFill>
                  <a:round/>
                </a:ln>
              </p:spPr>
              <p:txBody>
                <a:bodyPr/>
                <a:lstStyle/>
                <a:p>
                  <a:endParaRPr lang="zh-CN" altLang="en-US" sz="1800">
                    <a:solidFill>
                      <a:schemeClr val="tx1"/>
                    </a:solidFill>
                    <a:latin typeface="宋体" panose="02010600030101010101" pitchFamily="2" charset="-122"/>
                    <a:ea typeface="宋体" panose="02010600030101010101" pitchFamily="2" charset="-122"/>
                  </a:endParaRPr>
                </a:p>
              </p:txBody>
            </p:sp>
            <p:sp>
              <p:nvSpPr>
                <p:cNvPr id="136211" name="Freeform 19"/>
                <p:cNvSpPr>
                  <a:spLocks noChangeAspect="1"/>
                </p:cNvSpPr>
                <p:nvPr>
                  <p:custDataLst>
                    <p:tags r:id="rId62"/>
                  </p:custDataLst>
                </p:nvPr>
              </p:nvSpPr>
              <p:spPr bwMode="auto">
                <a:xfrm>
                  <a:off x="3575" y="2738"/>
                  <a:ext cx="651" cy="413"/>
                </a:xfrm>
                <a:custGeom>
                  <a:gdLst>
                    <a:gd name="T0" fmla="*/ 16 w 1303"/>
                    <a:gd name="T1" fmla="*/ 145 h 827"/>
                    <a:gd name="T2" fmla="*/ 0 w 1303"/>
                    <a:gd name="T3" fmla="*/ 36 h 827"/>
                    <a:gd name="T4" fmla="*/ 63 w 1303"/>
                    <a:gd name="T5" fmla="*/ 0 h 827"/>
                    <a:gd name="T6" fmla="*/ 172 w 1303"/>
                    <a:gd name="T7" fmla="*/ 21 h 827"/>
                    <a:gd name="T8" fmla="*/ 320 w 1303"/>
                    <a:gd name="T9" fmla="*/ 165 h 827"/>
                    <a:gd name="T10" fmla="*/ 465 w 1303"/>
                    <a:gd name="T11" fmla="*/ 336 h 827"/>
                    <a:gd name="T12" fmla="*/ 620 w 1303"/>
                    <a:gd name="T13" fmla="*/ 484 h 827"/>
                    <a:gd name="T14" fmla="*/ 812 w 1303"/>
                    <a:gd name="T15" fmla="*/ 559 h 827"/>
                    <a:gd name="T16" fmla="*/ 999 w 1303"/>
                    <a:gd name="T17" fmla="*/ 578 h 827"/>
                    <a:gd name="T18" fmla="*/ 1081 w 1303"/>
                    <a:gd name="T19" fmla="*/ 559 h 827"/>
                    <a:gd name="T20" fmla="*/ 1198 w 1303"/>
                    <a:gd name="T21" fmla="*/ 493 h 827"/>
                    <a:gd name="T22" fmla="*/ 1303 w 1303"/>
                    <a:gd name="T23" fmla="*/ 508 h 827"/>
                    <a:gd name="T24" fmla="*/ 1261 w 1303"/>
                    <a:gd name="T25" fmla="*/ 559 h 827"/>
                    <a:gd name="T26" fmla="*/ 1175 w 1303"/>
                    <a:gd name="T27" fmla="*/ 594 h 827"/>
                    <a:gd name="T28" fmla="*/ 1113 w 1303"/>
                    <a:gd name="T29" fmla="*/ 637 h 827"/>
                    <a:gd name="T30" fmla="*/ 1081 w 1303"/>
                    <a:gd name="T31" fmla="*/ 699 h 827"/>
                    <a:gd name="T32" fmla="*/ 1081 w 1303"/>
                    <a:gd name="T33" fmla="*/ 793 h 827"/>
                    <a:gd name="T34" fmla="*/ 1027 w 1303"/>
                    <a:gd name="T35" fmla="*/ 827 h 827"/>
                    <a:gd name="T36" fmla="*/ 999 w 1303"/>
                    <a:gd name="T37" fmla="*/ 750 h 827"/>
                    <a:gd name="T38" fmla="*/ 941 w 1303"/>
                    <a:gd name="T39" fmla="*/ 679 h 827"/>
                    <a:gd name="T40" fmla="*/ 847 w 1303"/>
                    <a:gd name="T41" fmla="*/ 656 h 827"/>
                    <a:gd name="T42" fmla="*/ 699 w 1303"/>
                    <a:gd name="T43" fmla="*/ 602 h 827"/>
                    <a:gd name="T44" fmla="*/ 527 w 1303"/>
                    <a:gd name="T45" fmla="*/ 527 h 827"/>
                    <a:gd name="T46" fmla="*/ 378 w 1303"/>
                    <a:gd name="T47" fmla="*/ 422 h 827"/>
                    <a:gd name="T48" fmla="*/ 226 w 1303"/>
                    <a:gd name="T49" fmla="*/ 302 h 827"/>
                    <a:gd name="T50" fmla="*/ 78 w 1303"/>
                    <a:gd name="T51" fmla="*/ 227 h 827"/>
                    <a:gd name="T52" fmla="*/ 16 w 1303"/>
                    <a:gd name="T53" fmla="*/ 145 h 82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03" h="825">
                      <a:moveTo>
                        <a:pt x="16" y="145"/>
                      </a:moveTo>
                      <a:lnTo>
                        <a:pt x="0" y="36"/>
                      </a:lnTo>
                      <a:lnTo>
                        <a:pt x="63" y="0"/>
                      </a:lnTo>
                      <a:lnTo>
                        <a:pt x="172" y="21"/>
                      </a:lnTo>
                      <a:lnTo>
                        <a:pt x="320" y="165"/>
                      </a:lnTo>
                      <a:lnTo>
                        <a:pt x="465" y="336"/>
                      </a:lnTo>
                      <a:lnTo>
                        <a:pt x="620" y="484"/>
                      </a:lnTo>
                      <a:lnTo>
                        <a:pt x="812" y="559"/>
                      </a:lnTo>
                      <a:lnTo>
                        <a:pt x="999" y="578"/>
                      </a:lnTo>
                      <a:lnTo>
                        <a:pt x="1081" y="559"/>
                      </a:lnTo>
                      <a:lnTo>
                        <a:pt x="1198" y="493"/>
                      </a:lnTo>
                      <a:lnTo>
                        <a:pt x="1303" y="508"/>
                      </a:lnTo>
                      <a:lnTo>
                        <a:pt x="1261" y="559"/>
                      </a:lnTo>
                      <a:lnTo>
                        <a:pt x="1175" y="594"/>
                      </a:lnTo>
                      <a:lnTo>
                        <a:pt x="1113" y="637"/>
                      </a:lnTo>
                      <a:lnTo>
                        <a:pt x="1081" y="699"/>
                      </a:lnTo>
                      <a:lnTo>
                        <a:pt x="1081" y="793"/>
                      </a:lnTo>
                      <a:lnTo>
                        <a:pt x="1027" y="827"/>
                      </a:lnTo>
                      <a:lnTo>
                        <a:pt x="999" y="750"/>
                      </a:lnTo>
                      <a:lnTo>
                        <a:pt x="941" y="679"/>
                      </a:lnTo>
                      <a:lnTo>
                        <a:pt x="847" y="656"/>
                      </a:lnTo>
                      <a:lnTo>
                        <a:pt x="699" y="602"/>
                      </a:lnTo>
                      <a:lnTo>
                        <a:pt x="527" y="527"/>
                      </a:lnTo>
                      <a:lnTo>
                        <a:pt x="378" y="422"/>
                      </a:lnTo>
                      <a:lnTo>
                        <a:pt x="226" y="302"/>
                      </a:lnTo>
                      <a:lnTo>
                        <a:pt x="78" y="227"/>
                      </a:lnTo>
                      <a:lnTo>
                        <a:pt x="16" y="145"/>
                      </a:lnTo>
                      <a:close/>
                    </a:path>
                  </a:pathLst>
                </a:custGeom>
                <a:solidFill>
                  <a:srgbClr val="FF0000"/>
                </a:solidFill>
                <a:ln w="9525">
                  <a:solidFill>
                    <a:srgbClr val="00B0F0"/>
                  </a:solidFill>
                  <a:round/>
                </a:ln>
              </p:spPr>
              <p:txBody>
                <a:bodyPr/>
                <a:lstStyle/>
                <a:p>
                  <a:endParaRPr lang="zh-CN" altLang="en-US" sz="1800">
                    <a:solidFill>
                      <a:schemeClr val="tx1"/>
                    </a:solidFill>
                    <a:latin typeface="宋体" panose="02010600030101010101" pitchFamily="2" charset="-122"/>
                    <a:ea typeface="宋体" panose="02010600030101010101" pitchFamily="2" charset="-122"/>
                  </a:endParaRPr>
                </a:p>
              </p:txBody>
            </p:sp>
            <p:sp>
              <p:nvSpPr>
                <p:cNvPr id="136212" name="Freeform 20"/>
                <p:cNvSpPr>
                  <a:spLocks noChangeAspect="1"/>
                </p:cNvSpPr>
                <p:nvPr>
                  <p:custDataLst>
                    <p:tags r:id="rId63"/>
                  </p:custDataLst>
                </p:nvPr>
              </p:nvSpPr>
              <p:spPr bwMode="auto">
                <a:xfrm>
                  <a:off x="3571" y="2773"/>
                  <a:ext cx="582" cy="435"/>
                </a:xfrm>
                <a:custGeom>
                  <a:gdLst>
                    <a:gd name="T0" fmla="*/ 0 w 1163"/>
                    <a:gd name="T1" fmla="*/ 163 h 870"/>
                    <a:gd name="T2" fmla="*/ 19 w 1163"/>
                    <a:gd name="T3" fmla="*/ 15 h 870"/>
                    <a:gd name="T4" fmla="*/ 113 w 1163"/>
                    <a:gd name="T5" fmla="*/ 0 h 870"/>
                    <a:gd name="T6" fmla="*/ 173 w 1163"/>
                    <a:gd name="T7" fmla="*/ 62 h 870"/>
                    <a:gd name="T8" fmla="*/ 192 w 1163"/>
                    <a:gd name="T9" fmla="*/ 207 h 870"/>
                    <a:gd name="T10" fmla="*/ 285 w 1163"/>
                    <a:gd name="T11" fmla="*/ 429 h 870"/>
                    <a:gd name="T12" fmla="*/ 449 w 1163"/>
                    <a:gd name="T13" fmla="*/ 600 h 870"/>
                    <a:gd name="T14" fmla="*/ 585 w 1163"/>
                    <a:gd name="T15" fmla="*/ 698 h 870"/>
                    <a:gd name="T16" fmla="*/ 906 w 1163"/>
                    <a:gd name="T17" fmla="*/ 707 h 870"/>
                    <a:gd name="T18" fmla="*/ 1050 w 1163"/>
                    <a:gd name="T19" fmla="*/ 643 h 870"/>
                    <a:gd name="T20" fmla="*/ 1112 w 1163"/>
                    <a:gd name="T21" fmla="*/ 570 h 870"/>
                    <a:gd name="T22" fmla="*/ 1163 w 1163"/>
                    <a:gd name="T23" fmla="*/ 578 h 870"/>
                    <a:gd name="T24" fmla="*/ 1155 w 1163"/>
                    <a:gd name="T25" fmla="*/ 664 h 870"/>
                    <a:gd name="T26" fmla="*/ 1112 w 1163"/>
                    <a:gd name="T27" fmla="*/ 827 h 870"/>
                    <a:gd name="T28" fmla="*/ 1155 w 1163"/>
                    <a:gd name="T29" fmla="*/ 870 h 870"/>
                    <a:gd name="T30" fmla="*/ 1034 w 1163"/>
                    <a:gd name="T31" fmla="*/ 851 h 870"/>
                    <a:gd name="T32" fmla="*/ 1007 w 1163"/>
                    <a:gd name="T33" fmla="*/ 808 h 870"/>
                    <a:gd name="T34" fmla="*/ 812 w 1163"/>
                    <a:gd name="T35" fmla="*/ 792 h 870"/>
                    <a:gd name="T36" fmla="*/ 585 w 1163"/>
                    <a:gd name="T37" fmla="*/ 784 h 870"/>
                    <a:gd name="T38" fmla="*/ 449 w 1163"/>
                    <a:gd name="T39" fmla="*/ 722 h 870"/>
                    <a:gd name="T40" fmla="*/ 363 w 1163"/>
                    <a:gd name="T41" fmla="*/ 656 h 870"/>
                    <a:gd name="T42" fmla="*/ 265 w 1163"/>
                    <a:gd name="T43" fmla="*/ 535 h 870"/>
                    <a:gd name="T44" fmla="*/ 113 w 1163"/>
                    <a:gd name="T45" fmla="*/ 386 h 870"/>
                    <a:gd name="T46" fmla="*/ 19 w 1163"/>
                    <a:gd name="T47" fmla="*/ 257 h 870"/>
                    <a:gd name="T48" fmla="*/ 0 w 1163"/>
                    <a:gd name="T49" fmla="*/ 163 h 87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63" h="870">
                      <a:moveTo>
                        <a:pt x="0" y="163"/>
                      </a:moveTo>
                      <a:lnTo>
                        <a:pt x="19" y="15"/>
                      </a:lnTo>
                      <a:lnTo>
                        <a:pt x="113" y="0"/>
                      </a:lnTo>
                      <a:lnTo>
                        <a:pt x="173" y="62"/>
                      </a:lnTo>
                      <a:lnTo>
                        <a:pt x="192" y="207"/>
                      </a:lnTo>
                      <a:lnTo>
                        <a:pt x="285" y="429"/>
                      </a:lnTo>
                      <a:lnTo>
                        <a:pt x="449" y="600"/>
                      </a:lnTo>
                      <a:lnTo>
                        <a:pt x="585" y="698"/>
                      </a:lnTo>
                      <a:lnTo>
                        <a:pt x="906" y="707"/>
                      </a:lnTo>
                      <a:lnTo>
                        <a:pt x="1050" y="643"/>
                      </a:lnTo>
                      <a:lnTo>
                        <a:pt x="1112" y="570"/>
                      </a:lnTo>
                      <a:lnTo>
                        <a:pt x="1163" y="578"/>
                      </a:lnTo>
                      <a:lnTo>
                        <a:pt x="1155" y="664"/>
                      </a:lnTo>
                      <a:lnTo>
                        <a:pt x="1112" y="827"/>
                      </a:lnTo>
                      <a:lnTo>
                        <a:pt x="1155" y="870"/>
                      </a:lnTo>
                      <a:lnTo>
                        <a:pt x="1034" y="851"/>
                      </a:lnTo>
                      <a:lnTo>
                        <a:pt x="1007" y="808"/>
                      </a:lnTo>
                      <a:lnTo>
                        <a:pt x="812" y="792"/>
                      </a:lnTo>
                      <a:lnTo>
                        <a:pt x="585" y="784"/>
                      </a:lnTo>
                      <a:lnTo>
                        <a:pt x="449" y="722"/>
                      </a:lnTo>
                      <a:lnTo>
                        <a:pt x="363" y="656"/>
                      </a:lnTo>
                      <a:lnTo>
                        <a:pt x="265" y="535"/>
                      </a:lnTo>
                      <a:lnTo>
                        <a:pt x="113" y="386"/>
                      </a:lnTo>
                      <a:lnTo>
                        <a:pt x="19" y="257"/>
                      </a:lnTo>
                      <a:lnTo>
                        <a:pt x="0" y="163"/>
                      </a:lnTo>
                      <a:close/>
                    </a:path>
                  </a:pathLst>
                </a:custGeom>
                <a:solidFill>
                  <a:srgbClr val="FF0000"/>
                </a:solidFill>
                <a:ln w="9525">
                  <a:solidFill>
                    <a:srgbClr val="00B0F0"/>
                  </a:solidFill>
                  <a:round/>
                </a:ln>
              </p:spPr>
              <p:txBody>
                <a:bodyPr/>
                <a:lstStyle/>
                <a:p>
                  <a:endParaRPr lang="zh-CN" altLang="en-US" sz="1800">
                    <a:solidFill>
                      <a:schemeClr val="tx1"/>
                    </a:solidFill>
                    <a:latin typeface="宋体" panose="02010600030101010101" pitchFamily="2" charset="-122"/>
                    <a:ea typeface="宋体" panose="02010600030101010101" pitchFamily="2" charset="-122"/>
                  </a:endParaRPr>
                </a:p>
              </p:txBody>
            </p:sp>
          </p:grpSp>
          <p:sp>
            <p:nvSpPr>
              <p:cNvPr id="136213" name="Oval 21"/>
              <p:cNvSpPr>
                <a:spLocks noChangeArrowheads="1"/>
              </p:cNvSpPr>
              <p:nvPr>
                <p:custDataLst>
                  <p:tags r:id="rId64"/>
                </p:custDataLst>
              </p:nvPr>
            </p:nvSpPr>
            <p:spPr bwMode="auto">
              <a:xfrm>
                <a:off x="7953" y="6772"/>
                <a:ext cx="116" cy="95"/>
              </a:xfrm>
              <a:prstGeom prst="ellipse">
                <a:avLst/>
              </a:prstGeom>
              <a:solidFill>
                <a:srgbClr val="000000"/>
              </a:solidFill>
              <a:ln w="9525">
                <a:solidFill>
                  <a:srgbClr val="000000"/>
                </a:solidFill>
                <a:round/>
              </a:ln>
            </p:spPr>
            <p:txBody>
              <a:bodyPr lIns="61070" tIns="30534" rIns="61070" bIns="30534"/>
              <a:lstStyle/>
              <a:p>
                <a:endParaRPr lang="zh-CN" altLang="en-US" sz="1800">
                  <a:solidFill>
                    <a:schemeClr val="tx1"/>
                  </a:solidFill>
                  <a:latin typeface="宋体" panose="02010600030101010101" pitchFamily="2" charset="-122"/>
                  <a:ea typeface="宋体" panose="02010600030101010101" pitchFamily="2" charset="-122"/>
                </a:endParaRPr>
              </a:p>
            </p:txBody>
          </p:sp>
          <p:grpSp>
            <p:nvGrpSpPr>
              <p:cNvPr id="136214" name="Group 22"/>
              <p:cNvGrpSpPr/>
              <p:nvPr>
                <p:custDataLst>
                  <p:tags r:id="rId65"/>
                </p:custDataLst>
              </p:nvPr>
            </p:nvGrpSpPr>
            <p:grpSpPr>
              <a:xfrm>
                <a:off x="6272" y="6526"/>
                <a:ext cx="1158" cy="111"/>
                <a:chOff x="4294" y="1935"/>
                <a:chExt cx="794" cy="115"/>
              </a:xfrm>
            </p:grpSpPr>
            <p:sp>
              <p:nvSpPr>
                <p:cNvPr id="136215" name="Line 23"/>
                <p:cNvSpPr>
                  <a:spLocks noChangeShapeType="1"/>
                </p:cNvSpPr>
                <p:nvPr>
                  <p:custDataLst>
                    <p:tags r:id="rId66"/>
                  </p:custDataLst>
                </p:nvPr>
              </p:nvSpPr>
              <p:spPr bwMode="auto">
                <a:xfrm>
                  <a:off x="4294" y="2050"/>
                  <a:ext cx="794"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sz="1010"/>
                </a:p>
              </p:txBody>
            </p:sp>
            <p:sp>
              <p:nvSpPr>
                <p:cNvPr id="136216" name="Line 24"/>
                <p:cNvSpPr>
                  <a:spLocks noChangeShapeType="1"/>
                </p:cNvSpPr>
                <p:nvPr>
                  <p:custDataLst>
                    <p:tags r:id="rId67"/>
                  </p:custDataLst>
                </p:nvPr>
              </p:nvSpPr>
              <p:spPr bwMode="auto">
                <a:xfrm flipH="1">
                  <a:off x="4294" y="1935"/>
                  <a:ext cx="0" cy="11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sz="1010"/>
                </a:p>
              </p:txBody>
            </p:sp>
            <p:sp>
              <p:nvSpPr>
                <p:cNvPr id="136217" name="Line 25"/>
                <p:cNvSpPr>
                  <a:spLocks noChangeShapeType="1"/>
                </p:cNvSpPr>
                <p:nvPr>
                  <p:custDataLst>
                    <p:tags r:id="rId68"/>
                  </p:custDataLst>
                </p:nvPr>
              </p:nvSpPr>
              <p:spPr bwMode="auto">
                <a:xfrm flipH="1">
                  <a:off x="5088" y="1935"/>
                  <a:ext cx="0" cy="11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sz="1010"/>
                </a:p>
              </p:txBody>
            </p:sp>
          </p:grpSp>
          <p:sp>
            <p:nvSpPr>
              <p:cNvPr id="136218" name="Text Box 26"/>
              <p:cNvSpPr txBox="1">
                <a:spLocks noChangeArrowheads="1"/>
              </p:cNvSpPr>
              <p:nvPr>
                <p:custDataLst>
                  <p:tags r:id="rId69"/>
                </p:custDataLst>
              </p:nvPr>
            </p:nvSpPr>
            <p:spPr bwMode="auto">
              <a:xfrm>
                <a:off x="6357" y="6145"/>
                <a:ext cx="10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070" tIns="30534" rIns="61070" bIns="30534"/>
              <a:lstStyle/>
              <a:p>
                <a:pPr algn="just"/>
                <a:r>
                  <a:rPr lang="en-US" altLang="zh-CN" sz="1800">
                    <a:solidFill>
                      <a:schemeClr val="tx1"/>
                    </a:solidFill>
                    <a:latin typeface="宋体" panose="02010600030101010101" pitchFamily="2" charset="-122"/>
                    <a:ea typeface="宋体" panose="02010600030101010101" pitchFamily="2" charset="-122"/>
                  </a:rPr>
                  <a:t>15N</a:t>
                </a:r>
              </a:p>
            </p:txBody>
          </p:sp>
          <p:sp>
            <p:nvSpPr>
              <p:cNvPr id="136219" name="Text Box 27"/>
              <p:cNvSpPr txBox="1">
                <a:spLocks noChangeArrowheads="1"/>
              </p:cNvSpPr>
              <p:nvPr>
                <p:custDataLst>
                  <p:tags r:id="rId70"/>
                </p:custDataLst>
              </p:nvPr>
            </p:nvSpPr>
            <p:spPr bwMode="auto">
              <a:xfrm>
                <a:off x="9729" y="6050"/>
                <a:ext cx="1340" cy="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1070" tIns="30534" rIns="61070" bIns="30534"/>
              <a:lstStyle/>
              <a:p>
                <a:pPr algn="just"/>
                <a:r>
                  <a:rPr lang="en-US" altLang="zh-CN" sz="2000" b="1">
                    <a:solidFill>
                      <a:srgbClr val="FF0000"/>
                    </a:solidFill>
                    <a:latin typeface="宋体" panose="02010600030101010101" pitchFamily="2" charset="-122"/>
                    <a:ea typeface="宋体" panose="02010600030101010101" pitchFamily="2" charset="-122"/>
                  </a:rPr>
                  <a:t>F=30N</a:t>
                </a:r>
              </a:p>
            </p:txBody>
          </p:sp>
          <p:grpSp>
            <p:nvGrpSpPr>
              <p:cNvPr id="136234" name="Group 42"/>
              <p:cNvGrpSpPr/>
              <p:nvPr>
                <p:custDataLst>
                  <p:tags r:id="rId71"/>
                </p:custDataLst>
              </p:nvPr>
            </p:nvGrpSpPr>
            <p:grpSpPr>
              <a:xfrm>
                <a:off x="7992" y="6707"/>
                <a:ext cx="2407" cy="105"/>
                <a:chOff x="3677" y="1653"/>
                <a:chExt cx="1287" cy="75"/>
              </a:xfrm>
            </p:grpSpPr>
            <p:grpSp>
              <p:nvGrpSpPr>
                <p:cNvPr id="136235" name="Group 43"/>
                <p:cNvGrpSpPr/>
                <p:nvPr>
                  <p:custDataLst>
                    <p:tags r:id="rId72"/>
                  </p:custDataLst>
                </p:nvPr>
              </p:nvGrpSpPr>
              <p:grpSpPr>
                <a:xfrm>
                  <a:off x="3677" y="1653"/>
                  <a:ext cx="1287" cy="75"/>
                  <a:chOff x="3707" y="1428"/>
                  <a:chExt cx="1287" cy="75"/>
                </a:xfrm>
              </p:grpSpPr>
              <p:sp>
                <p:nvSpPr>
                  <p:cNvPr id="136236" name="Line 44"/>
                  <p:cNvSpPr>
                    <a:spLocks noChangeShapeType="1"/>
                  </p:cNvSpPr>
                  <p:nvPr>
                    <p:custDataLst>
                      <p:tags r:id="rId73"/>
                    </p:custDataLst>
                  </p:nvPr>
                </p:nvSpPr>
                <p:spPr bwMode="auto">
                  <a:xfrm flipH="1">
                    <a:off x="4370" y="1435"/>
                    <a:ext cx="0" cy="68"/>
                  </a:xfrm>
                  <a:prstGeom prst="line">
                    <a:avLst/>
                  </a:prstGeom>
                  <a:noFill/>
                  <a:ln w="19050">
                    <a:solidFill>
                      <a:srgbClr val="00B0F0"/>
                    </a:solidFill>
                    <a:round/>
                  </a:ln>
                  <a:extLst>
                    <a:ext uri="{909E8E84-426E-40DD-AFC4-6F175D3DCCD1}">
                      <a14:hiddenFill xmlns:a14="http://schemas.microsoft.com/office/drawing/2010/main">
                        <a:noFill/>
                      </a14:hiddenFill>
                    </a:ext>
                  </a:extLst>
                </p:spPr>
                <p:txBody>
                  <a:bodyPr/>
                  <a:lstStyle/>
                  <a:p>
                    <a:endParaRPr lang="zh-CN" altLang="en-US" sz="1010"/>
                  </a:p>
                </p:txBody>
              </p:sp>
              <p:sp>
                <p:nvSpPr>
                  <p:cNvPr id="136237" name="Line 45"/>
                  <p:cNvSpPr>
                    <a:spLocks noChangeShapeType="1"/>
                  </p:cNvSpPr>
                  <p:nvPr>
                    <p:custDataLst>
                      <p:tags r:id="rId74"/>
                    </p:custDataLst>
                  </p:nvPr>
                </p:nvSpPr>
                <p:spPr bwMode="auto">
                  <a:xfrm flipH="1">
                    <a:off x="3707" y="1428"/>
                    <a:ext cx="0" cy="68"/>
                  </a:xfrm>
                  <a:prstGeom prst="line">
                    <a:avLst/>
                  </a:prstGeom>
                  <a:noFill/>
                  <a:ln w="19050">
                    <a:solidFill>
                      <a:srgbClr val="00B0F0"/>
                    </a:solidFill>
                    <a:round/>
                  </a:ln>
                  <a:extLst>
                    <a:ext uri="{909E8E84-426E-40DD-AFC4-6F175D3DCCD1}">
                      <a14:hiddenFill xmlns:a14="http://schemas.microsoft.com/office/drawing/2010/main">
                        <a:noFill/>
                      </a14:hiddenFill>
                    </a:ext>
                  </a:extLst>
                </p:spPr>
                <p:txBody>
                  <a:bodyPr/>
                  <a:lstStyle/>
                  <a:p>
                    <a:endParaRPr lang="zh-CN" altLang="en-US" sz="1010"/>
                  </a:p>
                </p:txBody>
              </p:sp>
              <p:sp>
                <p:nvSpPr>
                  <p:cNvPr id="136238" name="Line 46"/>
                  <p:cNvSpPr>
                    <a:spLocks noChangeShapeType="1"/>
                  </p:cNvSpPr>
                  <p:nvPr>
                    <p:custDataLst>
                      <p:tags r:id="rId75"/>
                    </p:custDataLst>
                  </p:nvPr>
                </p:nvSpPr>
                <p:spPr bwMode="auto">
                  <a:xfrm flipH="1">
                    <a:off x="4994" y="1434"/>
                    <a:ext cx="0" cy="68"/>
                  </a:xfrm>
                  <a:prstGeom prst="line">
                    <a:avLst/>
                  </a:prstGeom>
                  <a:noFill/>
                  <a:ln w="19050">
                    <a:solidFill>
                      <a:srgbClr val="00B0F0"/>
                    </a:solidFill>
                    <a:round/>
                  </a:ln>
                  <a:extLst>
                    <a:ext uri="{909E8E84-426E-40DD-AFC4-6F175D3DCCD1}">
                      <a14:hiddenFill xmlns:a14="http://schemas.microsoft.com/office/drawing/2010/main">
                        <a:noFill/>
                      </a14:hiddenFill>
                    </a:ext>
                  </a:extLst>
                </p:spPr>
                <p:txBody>
                  <a:bodyPr/>
                  <a:lstStyle/>
                  <a:p>
                    <a:endParaRPr lang="zh-CN" altLang="en-US" sz="1010"/>
                  </a:p>
                </p:txBody>
              </p:sp>
            </p:grpSp>
            <p:sp>
              <p:nvSpPr>
                <p:cNvPr id="136239" name="Line 47"/>
                <p:cNvSpPr>
                  <a:spLocks noChangeShapeType="1"/>
                </p:cNvSpPr>
                <p:nvPr>
                  <p:custDataLst>
                    <p:tags r:id="rId76"/>
                  </p:custDataLst>
                </p:nvPr>
              </p:nvSpPr>
              <p:spPr bwMode="auto">
                <a:xfrm flipV="1">
                  <a:off x="3677" y="1726"/>
                  <a:ext cx="1286" cy="2"/>
                </a:xfrm>
                <a:prstGeom prst="line">
                  <a:avLst/>
                </a:prstGeom>
                <a:noFill/>
                <a:ln w="3810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10"/>
                </a:p>
              </p:txBody>
            </p:sp>
          </p:grpSp>
          <p:sp>
            <p:nvSpPr>
              <p:cNvPr id="136240" name="Line 48"/>
              <p:cNvSpPr>
                <a:spLocks noChangeShapeType="1"/>
              </p:cNvSpPr>
              <p:nvPr>
                <p:custDataLst>
                  <p:tags r:id="rId77"/>
                </p:custDataLst>
              </p:nvPr>
            </p:nvSpPr>
            <p:spPr bwMode="auto">
              <a:xfrm>
                <a:off x="10240" y="6812"/>
                <a:ext cx="168" cy="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1070" tIns="30534" rIns="61070" bIns="30534"/>
              <a:lstStyle/>
              <a:p>
                <a:endParaRPr lang="zh-CN" altLang="en-US" sz="1010"/>
              </a:p>
            </p:txBody>
          </p:sp>
        </p:grpSp>
      </p:grpSp>
    </p:spTree>
  </p:cSld>
  <p:clrMapOvr>
    <a:masterClrMapping/>
  </p:clrMapOvr>
  <mc:AlternateContent>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after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anim calcmode="lin" valueType="num">
                                      <p:cBhvr additive="base">
                                        <p:cTn id="13" dur="500" fill="hold"/>
                                        <p:tgtEl>
                                          <p:spTgt spid="34"/>
                                        </p:tgtEl>
                                        <p:attrNameLst>
                                          <p:attrName>ppt_x</p:attrName>
                                        </p:attrNameLst>
                                      </p:cBhvr>
                                      <p:tavLst>
                                        <p:tav tm="0">
                                          <p:val>
                                            <p:strVal val="#ppt_x"/>
                                          </p:val>
                                        </p:tav>
                                        <p:tav tm="100000">
                                          <p:val>
                                            <p:strVal val="#ppt_x"/>
                                          </p:val>
                                        </p:tav>
                                      </p:tavLst>
                                    </p:anim>
                                    <p:anim calcmode="lin" valueType="num">
                                      <p:cBhvr additive="base">
                                        <p:cTn id="14"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after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additive="base">
                                        <p:cTn id="19" dur="500" fill="hold"/>
                                        <p:tgtEl>
                                          <p:spTgt spid="43"/>
                                        </p:tgtEl>
                                        <p:attrNameLst>
                                          <p:attrName>ppt_x</p:attrName>
                                        </p:attrNameLst>
                                      </p:cBhvr>
                                      <p:tavLst>
                                        <p:tav tm="0">
                                          <p:val>
                                            <p:strVal val="#ppt_x"/>
                                          </p:val>
                                        </p:tav>
                                        <p:tav tm="100000">
                                          <p:val>
                                            <p:strVal val="#ppt_x"/>
                                          </p:val>
                                        </p:tav>
                                      </p:tavLst>
                                    </p:anim>
                                    <p:anim calcmode="lin" valueType="num">
                                      <p:cBhvr additive="base">
                                        <p:cTn id="20"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17410" name="Rectangle 2"/>
          <p:cNvSpPr>
            <a:spLocks noRot="1"/>
          </p:cNvSpPr>
          <p:nvPr>
            <p:custDataLst>
              <p:tags r:id="rId3"/>
            </p:custDataLst>
          </p:nvPr>
        </p:nvSpPr>
        <p:spPr>
          <a:xfrm>
            <a:off x="405130" y="882650"/>
            <a:ext cx="8420100" cy="3891915"/>
          </a:xfrm>
          <a:prstGeom prst="rect">
            <a:avLst/>
          </a:prstGeom>
          <a:noFill/>
          <a:ln w="9525">
            <a:noFill/>
          </a:ln>
        </p:spPr>
        <p:txBody>
          <a:bodyPr/>
          <a:lstStyle/>
          <a:p>
            <a:pPr>
              <a:lnSpc>
                <a:spcPct val="180000"/>
              </a:lnSpc>
            </a:pPr>
            <a:r>
              <a:rPr lang="zh-CN" altLang="en-US" sz="2000"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b="1"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典例</a:t>
            </a:r>
            <a:r>
              <a:rPr lang="en-US" altLang="zh-CN" sz="2000"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000"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sz="2000" b="1">
                <a:solidFill>
                  <a:schemeClr val="tx1"/>
                </a:solidFill>
                <a:uFillTx/>
                <a:latin typeface="宋体" panose="02010600030101010101" pitchFamily="2" charset="-122"/>
                <a:ea typeface="宋体" panose="02010600030101010101" pitchFamily="2" charset="-122"/>
                <a:cs typeface="宋体" panose="02010600030101010101" pitchFamily="2" charset="-122"/>
                <a:sym typeface="+mn-ea"/>
              </a:rPr>
              <a:t>（</a:t>
            </a:r>
            <a:r>
              <a:rPr lang="zh-CN" sz="2000" b="1">
                <a:solidFill>
                  <a:schemeClr val="tx1"/>
                </a:solidFill>
                <a:uFillTx/>
                <a:latin typeface="宋体" panose="02010600030101010101" pitchFamily="2" charset="-122"/>
                <a:ea typeface="宋体" panose="02010600030101010101" pitchFamily="2" charset="-122"/>
                <a:cs typeface="宋体" panose="02010600030101010101" pitchFamily="2" charset="-122"/>
                <a:sym typeface="+mn-ea"/>
              </a:rPr>
              <a:t>多选</a:t>
            </a:r>
            <a:r>
              <a:rPr sz="2000" b="1">
                <a:solidFill>
                  <a:schemeClr val="tx1"/>
                </a:solidFill>
                <a:uFillTx/>
                <a:latin typeface="宋体" panose="02010600030101010101" pitchFamily="2" charset="-122"/>
                <a:ea typeface="宋体" panose="02010600030101010101" pitchFamily="2" charset="-122"/>
                <a:cs typeface="宋体" panose="02010600030101010101" pitchFamily="2" charset="-122"/>
                <a:sym typeface="+mn-ea"/>
              </a:rPr>
              <a:t>）关于力的概念，下列说法正确的是（　　）</a:t>
            </a:r>
          </a:p>
          <a:p>
            <a:pPr>
              <a:lnSpc>
                <a:spcPct val="180000"/>
              </a:lnSpc>
            </a:pP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A．一个力必定联系着两个物体，其中每个物体既是受力物体，又是施力物体</a:t>
            </a:r>
          </a:p>
          <a:p>
            <a:pPr>
              <a:lnSpc>
                <a:spcPct val="180000"/>
              </a:lnSpc>
            </a:pP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B．放在桌面上的木块受到桌面对它向上的弹力，这是由于木块发生微小形变而产生的</a:t>
            </a:r>
          </a:p>
          <a:p>
            <a:pPr>
              <a:lnSpc>
                <a:spcPct val="180000"/>
              </a:lnSpc>
            </a:pP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C．力按效果分类可分为重力、弹力、摩擦力等</a:t>
            </a:r>
          </a:p>
          <a:p>
            <a:pPr>
              <a:lnSpc>
                <a:spcPct val="180000"/>
              </a:lnSpc>
            </a:pP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D．根据效果命名的不同名称的力，性质可能不相同</a:t>
            </a:r>
          </a:p>
        </p:txBody>
      </p:sp>
      <p:sp>
        <p:nvSpPr>
          <p:cNvPr id="29" name="圆角矩形 28">
            <a:hlinkClick/>
          </p:cNvPr>
          <p:cNvSpPr/>
          <p:nvPr>
            <p:custDataLst>
              <p:tags r:id="rId4"/>
            </p:custDataLst>
          </p:nvPr>
        </p:nvSpPr>
        <p:spPr>
          <a:xfrm>
            <a:off x="22860" y="42545"/>
            <a:ext cx="16243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cxnSp>
        <p:nvCxnSpPr>
          <p:cNvPr id="30" name="直接连接符 29"/>
          <p:cNvCxnSpPr/>
          <p:nvPr>
            <p:custDataLst>
              <p:tags r:id="rId5"/>
            </p:custDataLst>
          </p:nvPr>
        </p:nvCxnSpPr>
        <p:spPr>
          <a:xfrm>
            <a:off x="58" y="738985"/>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31" name="TextBox 14">
            <a:hlinkClick/>
          </p:cNvPr>
          <p:cNvSpPr txBox="1">
            <a:spLocks noChangeArrowheads="1"/>
          </p:cNvSpPr>
          <p:nvPr>
            <p:custDataLst>
              <p:tags r:id="rId6"/>
            </p:custDataLst>
          </p:nvPr>
        </p:nvSpPr>
        <p:spPr bwMode="auto">
          <a:xfrm>
            <a:off x="109220" y="137160"/>
            <a:ext cx="1537970"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典例分析</a:t>
            </a:r>
          </a:p>
        </p:txBody>
      </p:sp>
      <p:sp>
        <p:nvSpPr>
          <p:cNvPr id="3" name="文本框 2"/>
          <p:cNvSpPr txBox="1"/>
          <p:nvPr>
            <p:custDataLst>
              <p:tags r:id="rId7"/>
            </p:custDataLst>
          </p:nvPr>
        </p:nvSpPr>
        <p:spPr>
          <a:xfrm>
            <a:off x="6432550" y="4319270"/>
            <a:ext cx="1988820"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zh-CN" altLang="en-US" sz="2000" b="1" i="0" u="none" strike="noStrike" cap="none" spc="0" normalizeH="0" baseline="0">
                <a:ln>
                  <a:noFill/>
                </a:ln>
                <a:solidFill>
                  <a:srgbClr val="FF0000"/>
                </a:solidFill>
                <a:effectLst/>
                <a:uFillTx/>
                <a:latin typeface="Arial"/>
                <a:ea typeface="Arial"/>
                <a:cs typeface="Arial"/>
                <a:sym typeface="Arial"/>
              </a:rPr>
              <a:t>【正确答案】</a:t>
            </a:r>
            <a:r>
              <a:rPr lang="en-US" altLang="zh-CN" sz="2000" b="1">
                <a:ln>
                  <a:noFill/>
                </a:ln>
                <a:solidFill>
                  <a:srgbClr val="0000FF"/>
                </a:solidFill>
                <a:effectLst/>
                <a:uFillTx/>
                <a:sym typeface="Arial"/>
              </a:rPr>
              <a:t>AD</a:t>
            </a:r>
            <a:endParaRPr kumimoji="0" lang="en-US" altLang="zh-CN" sz="2000" b="1" i="0" u="none" strike="noStrike" cap="none" spc="0" normalizeH="0" baseline="0">
              <a:ln>
                <a:noFill/>
              </a:ln>
              <a:solidFill>
                <a:srgbClr val="0000FF"/>
              </a:solidFill>
              <a:effectLst/>
              <a:uFillTx/>
              <a:latin typeface="Arial"/>
              <a:ea typeface="Arial"/>
              <a:cs typeface="Arial"/>
              <a:sym typeface="Aria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17410" name="Rectangle 2"/>
          <p:cNvSpPr>
            <a:spLocks noRot="1"/>
          </p:cNvSpPr>
          <p:nvPr>
            <p:custDataLst>
              <p:tags r:id="rId3"/>
            </p:custDataLst>
          </p:nvPr>
        </p:nvSpPr>
        <p:spPr>
          <a:xfrm>
            <a:off x="582930" y="882650"/>
            <a:ext cx="7951470" cy="3891915"/>
          </a:xfrm>
          <a:prstGeom prst="rect">
            <a:avLst/>
          </a:prstGeom>
          <a:noFill/>
          <a:ln w="9525">
            <a:noFill/>
          </a:ln>
        </p:spPr>
        <p:txBody>
          <a:bodyPr/>
          <a:lstStyle/>
          <a:p>
            <a:pPr>
              <a:lnSpc>
                <a:spcPct val="180000"/>
              </a:lnSpc>
            </a:pPr>
            <a:r>
              <a:rPr lang="zh-CN" altLang="en-US" sz="2000"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b="1"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典例</a:t>
            </a:r>
            <a:r>
              <a:rPr lang="en-US" altLang="zh-CN" sz="2000"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000"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sz="2000" b="1">
                <a:solidFill>
                  <a:schemeClr val="tx1"/>
                </a:solidFill>
                <a:uFillTx/>
                <a:latin typeface="宋体" panose="02010600030101010101" pitchFamily="2" charset="-122"/>
                <a:ea typeface="宋体" panose="02010600030101010101" pitchFamily="2" charset="-122"/>
                <a:cs typeface="宋体" panose="02010600030101010101" pitchFamily="2" charset="-122"/>
                <a:sym typeface="+mn-ea"/>
              </a:rPr>
              <a:t>如图所示为一辆洒水车及其剖面图，洒水车的水罐内装满了水，当洒水车在水平路面上进行洒水作业时，水罐和水的共同重心将（　　）</a:t>
            </a:r>
            <a:endPar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a:lnSpc>
                <a:spcPct val="180000"/>
              </a:lnSpc>
            </a:pP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A．先上升后下降</a:t>
            </a:r>
            <a:r>
              <a:rPr lang="en-US" altLang="zh-CN"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B．一直上升	</a:t>
            </a:r>
          </a:p>
          <a:p>
            <a:pPr>
              <a:lnSpc>
                <a:spcPct val="180000"/>
              </a:lnSpc>
            </a:pP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C．一直下降	</a:t>
            </a:r>
            <a:r>
              <a:rPr lang="en-US" altLang="zh-CN"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D．先下降后上升</a:t>
            </a:r>
          </a:p>
        </p:txBody>
      </p:sp>
      <p:sp>
        <p:nvSpPr>
          <p:cNvPr id="29" name="圆角矩形 28">
            <a:hlinkClick/>
          </p:cNvPr>
          <p:cNvSpPr/>
          <p:nvPr>
            <p:custDataLst>
              <p:tags r:id="rId4"/>
            </p:custDataLst>
          </p:nvPr>
        </p:nvSpPr>
        <p:spPr>
          <a:xfrm>
            <a:off x="22860" y="42545"/>
            <a:ext cx="16243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cxnSp>
        <p:nvCxnSpPr>
          <p:cNvPr id="30" name="直接连接符 29"/>
          <p:cNvCxnSpPr/>
          <p:nvPr>
            <p:custDataLst>
              <p:tags r:id="rId5"/>
            </p:custDataLst>
          </p:nvPr>
        </p:nvCxnSpPr>
        <p:spPr>
          <a:xfrm>
            <a:off x="58" y="738985"/>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31" name="TextBox 14">
            <a:hlinkClick/>
          </p:cNvPr>
          <p:cNvSpPr txBox="1">
            <a:spLocks noChangeArrowheads="1"/>
          </p:cNvSpPr>
          <p:nvPr>
            <p:custDataLst>
              <p:tags r:id="rId6"/>
            </p:custDataLst>
          </p:nvPr>
        </p:nvSpPr>
        <p:spPr bwMode="auto">
          <a:xfrm>
            <a:off x="109220" y="137160"/>
            <a:ext cx="1537970"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典例分析</a:t>
            </a:r>
          </a:p>
        </p:txBody>
      </p:sp>
      <p:sp>
        <p:nvSpPr>
          <p:cNvPr id="3" name="文本框 2"/>
          <p:cNvSpPr txBox="1"/>
          <p:nvPr>
            <p:custDataLst>
              <p:tags r:id="rId7"/>
            </p:custDataLst>
          </p:nvPr>
        </p:nvSpPr>
        <p:spPr>
          <a:xfrm>
            <a:off x="711835" y="3971290"/>
            <a:ext cx="1805305"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zh-CN" altLang="en-US" sz="2000" b="1" i="0" u="none" strike="noStrike" cap="none" spc="0" normalizeH="0" baseline="0">
                <a:ln>
                  <a:noFill/>
                </a:ln>
                <a:solidFill>
                  <a:srgbClr val="FF0000"/>
                </a:solidFill>
                <a:effectLst/>
                <a:uFillTx/>
                <a:latin typeface="Arial"/>
                <a:ea typeface="Arial"/>
                <a:cs typeface="Arial"/>
                <a:sym typeface="Arial"/>
              </a:rPr>
              <a:t>【正确答案】</a:t>
            </a:r>
            <a:r>
              <a:rPr lang="en-US" altLang="zh-CN" sz="2000" b="1">
                <a:ln>
                  <a:noFill/>
                </a:ln>
                <a:solidFill>
                  <a:srgbClr val="0000FF"/>
                </a:solidFill>
                <a:effectLst/>
                <a:uFillTx/>
                <a:sym typeface="Arial"/>
              </a:rPr>
              <a:t>D</a:t>
            </a:r>
            <a:endParaRPr kumimoji="0" lang="en-US" altLang="zh-CN" sz="2000" b="1" i="0" u="none" strike="noStrike" cap="none" spc="0" normalizeH="0" baseline="0">
              <a:ln>
                <a:noFill/>
              </a:ln>
              <a:solidFill>
                <a:srgbClr val="0000FF"/>
              </a:solidFill>
              <a:effectLst/>
              <a:uFillTx/>
              <a:latin typeface="Arial"/>
              <a:ea typeface="Arial"/>
              <a:cs typeface="Arial"/>
              <a:sym typeface="Arial"/>
            </a:endParaRPr>
          </a:p>
        </p:txBody>
      </p:sp>
      <p:pic>
        <p:nvPicPr>
          <p:cNvPr id="100001" name="图片 100001"/>
          <p:cNvPicPr>
            <a:picLocks noChangeAspect="1"/>
          </p:cNvPicPr>
          <p:nvPr>
            <p:custDataLst>
              <p:tags r:id="rId9"/>
            </p:custDataLst>
          </p:nvPr>
        </p:nvPicPr>
        <p:blipFill>
          <a:blip r:embed="rId8"/>
          <a:stretch>
            <a:fillRect/>
          </a:stretch>
        </p:blipFill>
        <p:spPr>
          <a:xfrm>
            <a:off x="5326063" y="2486660"/>
            <a:ext cx="2905125" cy="12192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17410" name="Rectangle 2"/>
          <p:cNvSpPr>
            <a:spLocks noRot="1"/>
          </p:cNvSpPr>
          <p:nvPr>
            <p:custDataLst>
              <p:tags r:id="rId3"/>
            </p:custDataLst>
          </p:nvPr>
        </p:nvSpPr>
        <p:spPr>
          <a:xfrm>
            <a:off x="596265" y="826135"/>
            <a:ext cx="7951470" cy="3891915"/>
          </a:xfrm>
          <a:prstGeom prst="rect">
            <a:avLst/>
          </a:prstGeom>
          <a:noFill/>
          <a:ln w="9525">
            <a:noFill/>
          </a:ln>
        </p:spPr>
        <p:txBody>
          <a:bodyPr/>
          <a:lstStyle/>
          <a:p>
            <a:pPr>
              <a:lnSpc>
                <a:spcPct val="180000"/>
              </a:lnSpc>
            </a:pPr>
            <a:r>
              <a:rPr lang="zh-CN" altLang="en-US" sz="2000"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b="1"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典例</a:t>
            </a:r>
            <a:r>
              <a:rPr lang="en-US" altLang="zh-CN" sz="2000"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2000"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sz="2000" b="1">
                <a:solidFill>
                  <a:schemeClr val="tx1"/>
                </a:solidFill>
                <a:uFillTx/>
                <a:latin typeface="宋体" panose="02010600030101010101" pitchFamily="2" charset="-122"/>
                <a:ea typeface="宋体" panose="02010600030101010101" pitchFamily="2" charset="-122"/>
                <a:cs typeface="宋体" panose="02010600030101010101" pitchFamily="2" charset="-122"/>
                <a:sym typeface="+mn-ea"/>
              </a:rPr>
              <a:t>（2021·广东·佛山一中高一期中）如图是一个质量分布均匀的铁球的重力的图示，下列说法正确的是（　　）</a:t>
            </a:r>
            <a:endPar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a:lnSpc>
                <a:spcPct val="180000"/>
              </a:lnSpc>
            </a:pP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A．力的图示中重力的作用点在重心上，表示其他部分不受重力</a:t>
            </a:r>
          </a:p>
          <a:p>
            <a:pPr>
              <a:lnSpc>
                <a:spcPct val="180000"/>
              </a:lnSpc>
            </a:pP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B．力的图示中重力的方向垂直平面向下，</a:t>
            </a:r>
          </a:p>
          <a:p>
            <a:pPr>
              <a:lnSpc>
                <a:spcPct val="180000"/>
              </a:lnSpc>
            </a:pP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当放在斜面上则垂直斜面向下</a:t>
            </a:r>
          </a:p>
          <a:p>
            <a:pPr>
              <a:lnSpc>
                <a:spcPct val="180000"/>
              </a:lnSpc>
            </a:pP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C．根据力的图示可读得铅球重力的大小为50N</a:t>
            </a:r>
          </a:p>
          <a:p>
            <a:pPr>
              <a:lnSpc>
                <a:spcPct val="180000"/>
              </a:lnSpc>
            </a:pP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D．力的图示中标度是唯一的，必须是25N</a:t>
            </a:r>
          </a:p>
        </p:txBody>
      </p:sp>
      <p:sp>
        <p:nvSpPr>
          <p:cNvPr id="29" name="圆角矩形 28">
            <a:hlinkClick/>
          </p:cNvPr>
          <p:cNvSpPr/>
          <p:nvPr>
            <p:custDataLst>
              <p:tags r:id="rId4"/>
            </p:custDataLst>
          </p:nvPr>
        </p:nvSpPr>
        <p:spPr>
          <a:xfrm>
            <a:off x="22860" y="42545"/>
            <a:ext cx="16243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cxnSp>
        <p:nvCxnSpPr>
          <p:cNvPr id="30" name="直接连接符 29"/>
          <p:cNvCxnSpPr/>
          <p:nvPr>
            <p:custDataLst>
              <p:tags r:id="rId5"/>
            </p:custDataLst>
          </p:nvPr>
        </p:nvCxnSpPr>
        <p:spPr>
          <a:xfrm>
            <a:off x="58" y="738985"/>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31" name="TextBox 14">
            <a:hlinkClick/>
          </p:cNvPr>
          <p:cNvSpPr txBox="1">
            <a:spLocks noChangeArrowheads="1"/>
          </p:cNvSpPr>
          <p:nvPr>
            <p:custDataLst>
              <p:tags r:id="rId6"/>
            </p:custDataLst>
          </p:nvPr>
        </p:nvSpPr>
        <p:spPr bwMode="auto">
          <a:xfrm>
            <a:off x="109220" y="137160"/>
            <a:ext cx="1537970"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典例分析</a:t>
            </a:r>
          </a:p>
        </p:txBody>
      </p:sp>
      <p:sp>
        <p:nvSpPr>
          <p:cNvPr id="3" name="文本框 2"/>
          <p:cNvSpPr txBox="1"/>
          <p:nvPr>
            <p:custDataLst>
              <p:tags r:id="rId7"/>
            </p:custDataLst>
          </p:nvPr>
        </p:nvSpPr>
        <p:spPr>
          <a:xfrm>
            <a:off x="4164330" y="3244850"/>
            <a:ext cx="1805305"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zh-CN" altLang="en-US" sz="2000" b="1" i="0" u="none" strike="noStrike" cap="none" spc="0" normalizeH="0" baseline="0">
                <a:ln>
                  <a:noFill/>
                </a:ln>
                <a:solidFill>
                  <a:srgbClr val="FF0000"/>
                </a:solidFill>
                <a:effectLst/>
                <a:uFillTx/>
                <a:latin typeface="Arial"/>
                <a:ea typeface="Arial"/>
                <a:cs typeface="Arial"/>
                <a:sym typeface="Arial"/>
              </a:rPr>
              <a:t>【正确答案】</a:t>
            </a:r>
            <a:r>
              <a:rPr lang="en-US" altLang="zh-CN" sz="2000" b="1">
                <a:ln>
                  <a:noFill/>
                </a:ln>
                <a:solidFill>
                  <a:srgbClr val="0000FF"/>
                </a:solidFill>
                <a:effectLst/>
                <a:uFillTx/>
                <a:sym typeface="Arial"/>
              </a:rPr>
              <a:t>C</a:t>
            </a:r>
            <a:endParaRPr kumimoji="0" lang="en-US" altLang="zh-CN" sz="2000" b="1" i="0" u="none" strike="noStrike" cap="none" spc="0" normalizeH="0" baseline="0">
              <a:ln>
                <a:noFill/>
              </a:ln>
              <a:solidFill>
                <a:srgbClr val="0000FF"/>
              </a:solidFill>
              <a:effectLst/>
              <a:uFillTx/>
              <a:latin typeface="Arial"/>
              <a:ea typeface="Arial"/>
              <a:cs typeface="Arial"/>
              <a:sym typeface="Arial"/>
            </a:endParaRPr>
          </a:p>
        </p:txBody>
      </p:sp>
      <p:pic>
        <p:nvPicPr>
          <p:cNvPr id="100002" name="图片 100002"/>
          <p:cNvPicPr>
            <a:picLocks noChangeAspect="1"/>
          </p:cNvPicPr>
          <p:nvPr>
            <p:custDataLst>
              <p:tags r:id="rId9"/>
            </p:custDataLst>
          </p:nvPr>
        </p:nvPicPr>
        <p:blipFill>
          <a:blip r:embed="rId8"/>
          <a:stretch>
            <a:fillRect/>
          </a:stretch>
        </p:blipFill>
        <p:spPr>
          <a:xfrm>
            <a:off x="6578918" y="2531110"/>
            <a:ext cx="1209675" cy="211455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17410" name="Rectangle 2"/>
          <p:cNvSpPr>
            <a:spLocks noRot="1"/>
          </p:cNvSpPr>
          <p:nvPr>
            <p:custDataLst>
              <p:tags r:id="rId3"/>
            </p:custDataLst>
          </p:nvPr>
        </p:nvSpPr>
        <p:spPr>
          <a:xfrm>
            <a:off x="258445" y="728345"/>
            <a:ext cx="8626475" cy="4287520"/>
          </a:xfrm>
          <a:prstGeom prst="rect">
            <a:avLst/>
          </a:prstGeom>
          <a:noFill/>
          <a:ln w="9525">
            <a:noFill/>
          </a:ln>
        </p:spPr>
        <p:txBody>
          <a:bodyPr/>
          <a:lstStyle/>
          <a:p>
            <a:pPr>
              <a:lnSpc>
                <a:spcPct val="170000"/>
              </a:lnSpc>
            </a:pPr>
            <a:r>
              <a:rPr lang="zh-CN" altLang="en-US" sz="1800"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1800" b="1"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典例</a:t>
            </a:r>
            <a:r>
              <a:rPr lang="en-US" altLang="zh-CN" sz="1800"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4</a:t>
            </a:r>
            <a:r>
              <a:rPr lang="zh-CN" altLang="en-US" sz="1800"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sz="1800" b="1">
                <a:solidFill>
                  <a:schemeClr val="tx1"/>
                </a:solidFill>
                <a:uFillTx/>
                <a:latin typeface="宋体" panose="02010600030101010101" pitchFamily="2" charset="-122"/>
                <a:ea typeface="宋体" panose="02010600030101010101" pitchFamily="2" charset="-122"/>
                <a:cs typeface="宋体" panose="02010600030101010101" pitchFamily="2" charset="-122"/>
                <a:sym typeface="+mn-ea"/>
              </a:rPr>
              <a:t>（</a:t>
            </a:r>
            <a:r>
              <a:rPr lang="zh-CN" sz="1800" b="1">
                <a:solidFill>
                  <a:schemeClr val="tx1"/>
                </a:solidFill>
                <a:uFillTx/>
                <a:latin typeface="宋体" panose="02010600030101010101" pitchFamily="2" charset="-122"/>
                <a:ea typeface="宋体" panose="02010600030101010101" pitchFamily="2" charset="-122"/>
                <a:cs typeface="宋体" panose="02010600030101010101" pitchFamily="2" charset="-122"/>
                <a:sym typeface="+mn-ea"/>
              </a:rPr>
              <a:t>多选</a:t>
            </a:r>
            <a:r>
              <a:rPr sz="1800" b="1">
                <a:solidFill>
                  <a:schemeClr val="tx1"/>
                </a:solidFill>
                <a:uFillTx/>
                <a:latin typeface="宋体" panose="02010600030101010101" pitchFamily="2" charset="-122"/>
                <a:ea typeface="宋体" panose="02010600030101010101" pitchFamily="2" charset="-122"/>
                <a:cs typeface="宋体" panose="02010600030101010101" pitchFamily="2" charset="-122"/>
                <a:sym typeface="+mn-ea"/>
              </a:rPr>
              <a:t>）2020年2月13日凌晨，我国空军共出动包括6架运-20和2架运-9在内的3型11架运输机，分别从乌鲁木齐、沈阳、西宁、天津、张家口、成都、重庆7地机场起飞，将近千名军队医疗队员和74吨医疗物资运往武汉，支援新冠病毒疫情的斗争，这是国产运-20首次参加非战争军事行动，展现了中国空军强大的战略运输能力，如图所示。关于运-20运输机受到的重力，下列说法正确的是（　　）</a:t>
            </a:r>
          </a:p>
          <a:p>
            <a:pPr>
              <a:lnSpc>
                <a:spcPct val="170000"/>
              </a:lnSpc>
            </a:pPr>
            <a:r>
              <a:rPr lang="zh-CN" altLang="en-US" sz="18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A．运-20在夏威夷和冰岛受到的重力大小相等</a:t>
            </a:r>
          </a:p>
          <a:p>
            <a:pPr>
              <a:lnSpc>
                <a:spcPct val="170000"/>
              </a:lnSpc>
            </a:pPr>
            <a:r>
              <a:rPr lang="zh-CN" altLang="en-US" sz="18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B．运-20受重力的同时，它也对地球产生吸引</a:t>
            </a:r>
          </a:p>
          <a:p>
            <a:pPr>
              <a:lnSpc>
                <a:spcPct val="170000"/>
              </a:lnSpc>
            </a:pPr>
            <a:r>
              <a:rPr lang="zh-CN" altLang="en-US" sz="18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C．运-20受到的重力的施力物体是地球</a:t>
            </a:r>
          </a:p>
          <a:p>
            <a:pPr>
              <a:lnSpc>
                <a:spcPct val="170000"/>
              </a:lnSpc>
            </a:pPr>
            <a:r>
              <a:rPr lang="zh-CN" altLang="en-US" sz="18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D．运-20匀速飞行时，它不受重力作用</a:t>
            </a:r>
          </a:p>
        </p:txBody>
      </p:sp>
      <p:sp>
        <p:nvSpPr>
          <p:cNvPr id="29" name="圆角矩形 28">
            <a:hlinkClick/>
          </p:cNvPr>
          <p:cNvSpPr/>
          <p:nvPr>
            <p:custDataLst>
              <p:tags r:id="rId4"/>
            </p:custDataLst>
          </p:nvPr>
        </p:nvSpPr>
        <p:spPr>
          <a:xfrm>
            <a:off x="22860" y="42545"/>
            <a:ext cx="16243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cxnSp>
        <p:nvCxnSpPr>
          <p:cNvPr id="30" name="直接连接符 29"/>
          <p:cNvCxnSpPr/>
          <p:nvPr>
            <p:custDataLst>
              <p:tags r:id="rId5"/>
            </p:custDataLst>
          </p:nvPr>
        </p:nvCxnSpPr>
        <p:spPr>
          <a:xfrm>
            <a:off x="58" y="738985"/>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31" name="TextBox 14">
            <a:hlinkClick/>
          </p:cNvPr>
          <p:cNvSpPr txBox="1">
            <a:spLocks noChangeArrowheads="1"/>
          </p:cNvSpPr>
          <p:nvPr>
            <p:custDataLst>
              <p:tags r:id="rId6"/>
            </p:custDataLst>
          </p:nvPr>
        </p:nvSpPr>
        <p:spPr bwMode="auto">
          <a:xfrm>
            <a:off x="109220" y="137160"/>
            <a:ext cx="1537970"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典例分析</a:t>
            </a:r>
          </a:p>
        </p:txBody>
      </p:sp>
      <p:sp>
        <p:nvSpPr>
          <p:cNvPr id="3" name="文本框 2"/>
          <p:cNvSpPr txBox="1"/>
          <p:nvPr>
            <p:custDataLst>
              <p:tags r:id="rId7"/>
            </p:custDataLst>
          </p:nvPr>
        </p:nvSpPr>
        <p:spPr>
          <a:xfrm>
            <a:off x="5728335" y="4733290"/>
            <a:ext cx="1988820"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zh-CN" altLang="en-US" sz="2000" b="1" i="0" u="none" strike="noStrike" cap="none" spc="0" normalizeH="0" baseline="0">
                <a:ln>
                  <a:noFill/>
                </a:ln>
                <a:solidFill>
                  <a:srgbClr val="FF0000"/>
                </a:solidFill>
                <a:effectLst/>
                <a:uFillTx/>
                <a:latin typeface="Arial"/>
                <a:ea typeface="Arial"/>
                <a:cs typeface="Arial"/>
                <a:sym typeface="Arial"/>
              </a:rPr>
              <a:t>【正确答案】</a:t>
            </a:r>
            <a:r>
              <a:rPr lang="en-US" altLang="zh-CN" sz="2000" b="1">
                <a:ln>
                  <a:noFill/>
                </a:ln>
                <a:solidFill>
                  <a:srgbClr val="0000FF"/>
                </a:solidFill>
                <a:effectLst/>
                <a:uFillTx/>
                <a:sym typeface="Arial"/>
              </a:rPr>
              <a:t>BC</a:t>
            </a:r>
            <a:endParaRPr kumimoji="0" lang="en-US" altLang="zh-CN" sz="2000" b="1" i="0" u="none" strike="noStrike" cap="none" spc="0" normalizeH="0" baseline="0">
              <a:ln>
                <a:noFill/>
              </a:ln>
              <a:solidFill>
                <a:srgbClr val="0000FF"/>
              </a:solidFill>
              <a:effectLst/>
              <a:uFillTx/>
              <a:latin typeface="Arial"/>
              <a:ea typeface="Arial"/>
              <a:cs typeface="Arial"/>
              <a:sym typeface="Arial"/>
            </a:endParaRPr>
          </a:p>
        </p:txBody>
      </p:sp>
      <p:pic>
        <p:nvPicPr>
          <p:cNvPr id="100003" name="图片 100003"/>
          <p:cNvPicPr>
            <a:picLocks noChangeAspect="1"/>
          </p:cNvPicPr>
          <p:nvPr>
            <p:custDataLst>
              <p:tags r:id="rId9"/>
            </p:custDataLst>
          </p:nvPr>
        </p:nvPicPr>
        <p:blipFill>
          <a:blip r:embed="rId8"/>
          <a:stretch>
            <a:fillRect/>
          </a:stretch>
        </p:blipFill>
        <p:spPr>
          <a:xfrm>
            <a:off x="5694045" y="3201988"/>
            <a:ext cx="2057400" cy="136207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17410" name="Rectangle 2"/>
          <p:cNvSpPr>
            <a:spLocks noRot="1"/>
          </p:cNvSpPr>
          <p:nvPr>
            <p:custDataLst>
              <p:tags r:id="rId3"/>
            </p:custDataLst>
          </p:nvPr>
        </p:nvSpPr>
        <p:spPr>
          <a:xfrm>
            <a:off x="356235" y="772160"/>
            <a:ext cx="8323580" cy="3891915"/>
          </a:xfrm>
          <a:prstGeom prst="rect">
            <a:avLst/>
          </a:prstGeom>
          <a:noFill/>
          <a:ln w="9525">
            <a:noFill/>
          </a:ln>
        </p:spPr>
        <p:txBody>
          <a:bodyPr/>
          <a:lstStyle/>
          <a:p>
            <a:pPr>
              <a:lnSpc>
                <a:spcPct val="180000"/>
              </a:lnSpc>
            </a:pPr>
            <a:r>
              <a:rPr lang="zh-CN" altLang="en-US" sz="2000"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b="1"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典例</a:t>
            </a:r>
            <a:r>
              <a:rPr lang="en-US" altLang="zh-CN" sz="2000"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5</a:t>
            </a:r>
            <a:r>
              <a:rPr lang="zh-CN" altLang="en-US" sz="2000" smtClean="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sz="2000" b="1">
                <a:solidFill>
                  <a:schemeClr val="tx1"/>
                </a:solidFill>
                <a:uFillTx/>
                <a:latin typeface="宋体" panose="02010600030101010101" pitchFamily="2" charset="-122"/>
                <a:ea typeface="宋体" panose="02010600030101010101" pitchFamily="2" charset="-122"/>
                <a:cs typeface="宋体" panose="02010600030101010101" pitchFamily="2" charset="-122"/>
                <a:sym typeface="+mn-ea"/>
              </a:rPr>
              <a:t>（</a:t>
            </a:r>
            <a:r>
              <a:rPr lang="zh-CN" sz="2000" b="1">
                <a:solidFill>
                  <a:schemeClr val="tx1"/>
                </a:solidFill>
                <a:uFillTx/>
                <a:latin typeface="宋体" panose="02010600030101010101" pitchFamily="2" charset="-122"/>
                <a:ea typeface="宋体" panose="02010600030101010101" pitchFamily="2" charset="-122"/>
                <a:cs typeface="宋体" panose="02010600030101010101" pitchFamily="2" charset="-122"/>
                <a:sym typeface="+mn-ea"/>
              </a:rPr>
              <a:t>多选</a:t>
            </a:r>
            <a:r>
              <a:rPr sz="2000" b="1">
                <a:solidFill>
                  <a:schemeClr val="tx1"/>
                </a:solidFill>
                <a:uFillTx/>
                <a:latin typeface="宋体" panose="02010600030101010101" pitchFamily="2" charset="-122"/>
                <a:ea typeface="宋体" panose="02010600030101010101" pitchFamily="2" charset="-122"/>
                <a:cs typeface="宋体" panose="02010600030101010101" pitchFamily="2" charset="-122"/>
                <a:sym typeface="+mn-ea"/>
              </a:rPr>
              <a:t>）（2021·山东潍坊·高一阶段练习）如图所示，一条40cm长的链子对称地挂在光滑圆环上，若稍有扰动，链子从右侧滑下，至链子刚离开圆环的过程，以下说法正确的是（　　）</a:t>
            </a:r>
          </a:p>
          <a:p>
            <a:pPr>
              <a:lnSpc>
                <a:spcPct val="180000"/>
              </a:lnSpc>
            </a:pP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A．链子重心下移了20cm	</a:t>
            </a:r>
          </a:p>
          <a:p>
            <a:pPr>
              <a:lnSpc>
                <a:spcPct val="180000"/>
              </a:lnSpc>
            </a:pP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B．链子重心下移了10cm</a:t>
            </a:r>
          </a:p>
          <a:p>
            <a:pPr>
              <a:lnSpc>
                <a:spcPct val="180000"/>
              </a:lnSpc>
            </a:pP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C．下滑过程中链子重心先上移再下移	</a:t>
            </a:r>
          </a:p>
          <a:p>
            <a:pPr>
              <a:lnSpc>
                <a:spcPct val="180000"/>
              </a:lnSpc>
            </a:pPr>
            <a:r>
              <a:rPr lang="zh-CN" altLang="en-US" sz="2000" b="1" smtClean="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D．下滑过程中链子重心一直下移</a:t>
            </a:r>
          </a:p>
        </p:txBody>
      </p:sp>
      <p:sp>
        <p:nvSpPr>
          <p:cNvPr id="29" name="圆角矩形 28">
            <a:hlinkClick/>
          </p:cNvPr>
          <p:cNvSpPr/>
          <p:nvPr>
            <p:custDataLst>
              <p:tags r:id="rId4"/>
            </p:custDataLst>
          </p:nvPr>
        </p:nvSpPr>
        <p:spPr>
          <a:xfrm>
            <a:off x="22860" y="42545"/>
            <a:ext cx="16243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cxnSp>
        <p:nvCxnSpPr>
          <p:cNvPr id="30" name="直接连接符 29"/>
          <p:cNvCxnSpPr/>
          <p:nvPr>
            <p:custDataLst>
              <p:tags r:id="rId5"/>
            </p:custDataLst>
          </p:nvPr>
        </p:nvCxnSpPr>
        <p:spPr>
          <a:xfrm>
            <a:off x="58" y="738985"/>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31" name="TextBox 14">
            <a:hlinkClick/>
          </p:cNvPr>
          <p:cNvSpPr txBox="1">
            <a:spLocks noChangeArrowheads="1"/>
          </p:cNvSpPr>
          <p:nvPr>
            <p:custDataLst>
              <p:tags r:id="rId6"/>
            </p:custDataLst>
          </p:nvPr>
        </p:nvSpPr>
        <p:spPr bwMode="auto">
          <a:xfrm>
            <a:off x="109220" y="137160"/>
            <a:ext cx="1537970" cy="458470"/>
          </a:xfrm>
          <a:prstGeom prst="rect">
            <a:avLst/>
          </a:prstGeom>
          <a:noFill/>
          <a:ln w="9525">
            <a:noFill/>
            <a:miter lim="800000"/>
          </a:ln>
        </p:spPr>
        <p:txBody>
          <a:bodyPr wrap="square">
            <a:spAutoFit/>
          </a:bodyPr>
          <a:lstStyle/>
          <a:p>
            <a:r>
              <a:rPr lang="zh-CN" altLang="en-US" sz="2390" b="1" smtClean="0">
                <a:solidFill>
                  <a:schemeClr val="bg1"/>
                </a:solidFill>
                <a:latin typeface="宋体" panose="02010600030101010101" pitchFamily="2" charset="-122"/>
                <a:ea typeface="宋体" panose="02010600030101010101" pitchFamily="2" charset="-122"/>
              </a:rPr>
              <a:t>典例分析</a:t>
            </a:r>
          </a:p>
        </p:txBody>
      </p:sp>
      <p:sp>
        <p:nvSpPr>
          <p:cNvPr id="3" name="文本框 2"/>
          <p:cNvSpPr txBox="1"/>
          <p:nvPr>
            <p:custDataLst>
              <p:tags r:id="rId7"/>
            </p:custDataLst>
          </p:nvPr>
        </p:nvSpPr>
        <p:spPr>
          <a:xfrm>
            <a:off x="4669155" y="4266565"/>
            <a:ext cx="1988820"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ct val="0"/>
              </a:spcBef>
              <a:spcAft>
                <a:spcPct val="0"/>
              </a:spcAft>
              <a:buClrTx/>
              <a:buSzTx/>
              <a:buFontTx/>
              <a:buNone/>
            </a:pPr>
            <a:r>
              <a:rPr kumimoji="0" lang="zh-CN" altLang="en-US" sz="2000" b="1" i="0" u="none" strike="noStrike" cap="none" spc="0" normalizeH="0" baseline="0">
                <a:ln>
                  <a:noFill/>
                </a:ln>
                <a:solidFill>
                  <a:srgbClr val="FF0000"/>
                </a:solidFill>
                <a:effectLst/>
                <a:uFillTx/>
                <a:latin typeface="Arial"/>
                <a:ea typeface="Arial"/>
                <a:cs typeface="Arial"/>
                <a:sym typeface="Arial"/>
              </a:rPr>
              <a:t>【正确答案】</a:t>
            </a:r>
            <a:r>
              <a:rPr lang="en-US" altLang="zh-CN" sz="2000" b="1">
                <a:ln>
                  <a:noFill/>
                </a:ln>
                <a:solidFill>
                  <a:srgbClr val="0000FF"/>
                </a:solidFill>
                <a:effectLst/>
                <a:uFillTx/>
                <a:sym typeface="Arial"/>
              </a:rPr>
              <a:t>BD</a:t>
            </a:r>
            <a:endParaRPr kumimoji="0" lang="en-US" altLang="zh-CN" sz="2000" b="1" i="0" u="none" strike="noStrike" cap="none" spc="0" normalizeH="0" baseline="0">
              <a:ln>
                <a:noFill/>
              </a:ln>
              <a:solidFill>
                <a:srgbClr val="0000FF"/>
              </a:solidFill>
              <a:effectLst/>
              <a:uFillTx/>
              <a:latin typeface="Arial"/>
              <a:ea typeface="Arial"/>
              <a:cs typeface="Arial"/>
              <a:sym typeface="Arial"/>
            </a:endParaRPr>
          </a:p>
        </p:txBody>
      </p:sp>
      <p:pic>
        <p:nvPicPr>
          <p:cNvPr id="100004" name="图片 100004"/>
          <p:cNvPicPr>
            <a:picLocks noChangeAspect="1"/>
          </p:cNvPicPr>
          <p:nvPr>
            <p:custDataLst>
              <p:tags r:id="rId9"/>
            </p:custDataLst>
          </p:nvPr>
        </p:nvPicPr>
        <p:blipFill>
          <a:blip r:embed="rId8"/>
          <a:stretch>
            <a:fillRect/>
          </a:stretch>
        </p:blipFill>
        <p:spPr>
          <a:xfrm>
            <a:off x="7145020" y="2029460"/>
            <a:ext cx="739775" cy="249936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custDataLst>
            <p:tags r:id="rId2"/>
          </p:custDataLst>
        </p:nvPr>
      </p:nvGrpSpPr>
      <p:grpSpPr>
        <a:xfrm>
          <a:off x="0" y="0"/>
          <a:ext cx="0" cy="0"/>
        </a:xfrm>
      </p:grpSpPr>
      <p:sp>
        <p:nvSpPr>
          <p:cNvPr id="206" name="Shape 206"/>
          <p:cNvSpPr/>
          <p:nvPr>
            <p:custDataLst>
              <p:tags r:id="rId3"/>
            </p:custDataLst>
          </p:nvPr>
        </p:nvSpPr>
        <p:spPr>
          <a:xfrm>
            <a:off x="2791811" y="1676155"/>
            <a:ext cx="3599480" cy="916941"/>
          </a:xfrm>
          <a:prstGeom prst="rect">
            <a:avLst/>
          </a:prstGeom>
          <a:ln w="12700">
            <a:miter lim="400000"/>
          </a:ln>
          <a:effectLst>
            <a:outerShdw blurRad="50800" dist="38100" dir="5400000" algn="t" rotWithShape="0">
              <a:prstClr val="black">
                <a:alpha val="40000"/>
              </a:prstClr>
            </a:outerShdw>
          </a:effectLst>
        </p:spPr>
        <p:txBody>
          <a:bodyPr lIns="45719" rIns="45719">
            <a:spAutoFit/>
          </a:bodyPr>
          <a:lstStyle>
            <a:lvl1pPr algn="ctr">
              <a:defRPr sz="5400">
                <a:solidFill>
                  <a:srgbClr val="B61C2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defRPr sz="1800">
                <a:solidFill>
                  <a:srgbClr val="000000"/>
                </a:solidFill>
              </a:defRPr>
            </a:pPr>
            <a:r>
              <a:rPr sz="5400">
                <a:solidFill>
                  <a:srgbClr val="B61C22"/>
                </a:solidFill>
              </a:rPr>
              <a:t>THANKS</a:t>
            </a:r>
          </a:p>
        </p:txBody>
      </p:sp>
      <p:sp>
        <p:nvSpPr>
          <p:cNvPr id="207" name="Shape 207"/>
          <p:cNvSpPr/>
          <p:nvPr>
            <p:custDataLst>
              <p:tags r:id="rId4"/>
            </p:custDataLst>
          </p:nvPr>
        </p:nvSpPr>
        <p:spPr>
          <a:xfrm>
            <a:off x="2199626" y="1231499"/>
            <a:ext cx="383269" cy="1094741"/>
          </a:xfrm>
          <a:prstGeom prst="rect">
            <a:avLst/>
          </a:prstGeom>
          <a:ln w="12700">
            <a:miter lim="400000"/>
          </a:ln>
        </p:spPr>
        <p:txBody>
          <a:bodyPr wrap="none" lIns="45719" rIns="45719">
            <a:spAutoFit/>
          </a:bodyPr>
          <a:lstStyle>
            <a:lvl1pPr>
              <a:defRPr sz="6600">
                <a:solidFill>
                  <a:srgbClr val="B61C2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defRPr sz="1800">
                <a:solidFill>
                  <a:srgbClr val="000000"/>
                </a:solidFill>
              </a:defRPr>
            </a:pPr>
            <a:r>
              <a:rPr sz="6600">
                <a:solidFill>
                  <a:srgbClr val="B61C22"/>
                </a:solidFill>
              </a:rPr>
              <a:t>“</a:t>
            </a:r>
          </a:p>
        </p:txBody>
      </p:sp>
      <p:sp>
        <p:nvSpPr>
          <p:cNvPr id="208" name="Shape 208"/>
          <p:cNvSpPr/>
          <p:nvPr>
            <p:custDataLst>
              <p:tags r:id="rId5"/>
            </p:custDataLst>
          </p:nvPr>
        </p:nvSpPr>
        <p:spPr>
          <a:xfrm>
            <a:off x="6199657" y="2379916"/>
            <a:ext cx="383268" cy="1094741"/>
          </a:xfrm>
          <a:prstGeom prst="rect">
            <a:avLst/>
          </a:prstGeom>
          <a:ln w="12700">
            <a:miter lim="400000"/>
          </a:ln>
        </p:spPr>
        <p:txBody>
          <a:bodyPr wrap="none" lIns="45719" rIns="45719">
            <a:spAutoFit/>
          </a:bodyPr>
          <a:lstStyle>
            <a:lvl1pPr>
              <a:defRPr sz="6600">
                <a:solidFill>
                  <a:srgbClr val="B61C2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defRPr sz="1800">
                <a:solidFill>
                  <a:srgbClr val="000000"/>
                </a:solidFill>
              </a:defRPr>
            </a:pPr>
            <a:r>
              <a:rPr sz="6600">
                <a:solidFill>
                  <a:srgbClr val="B61C22"/>
                </a:solidFill>
              </a:rPr>
              <a:t>”</a:t>
            </a:r>
          </a:p>
        </p:txBody>
      </p:sp>
      <p:pic>
        <p:nvPicPr>
          <p:cNvPr id="209" name="学科网LOGO源文件.png"/>
          <p:cNvPicPr/>
          <p:nvPr>
            <p:custDataLst>
              <p:tags r:id="rId7"/>
            </p:custDataLst>
          </p:nvPr>
        </p:nvPicPr>
        <p:blipFill>
          <a:blip r:embed="rId6"/>
          <a:stretch>
            <a:fillRect/>
          </a:stretch>
        </p:blipFill>
        <p:spPr>
          <a:xfrm>
            <a:off x="4203133" y="2793120"/>
            <a:ext cx="776835" cy="268332"/>
          </a:xfrm>
          <a:prstGeom prst="rect">
            <a:avLst/>
          </a:prstGeom>
          <a:ln w="12700">
            <a:miter lim="400000"/>
          </a:ln>
          <a:effectLst>
            <a:outerShdw blurRad="50800" dist="38100" dir="5400000" algn="t" rotWithShape="0">
              <a:prstClr val="black">
                <a:alpha val="40000"/>
              </a:prstClr>
            </a:outerShdw>
          </a:effectLst>
        </p:spPr>
      </p:pic>
      <p:pic>
        <p:nvPicPr>
          <p:cNvPr id="210" name="New picture" hidden="1"/>
          <p:cNvPicPr/>
          <p:nvPr>
            <p:custDataLst>
              <p:tags r:id="rId9"/>
            </p:custDataLst>
          </p:nvPr>
        </p:nvPicPr>
        <p:blipFill>
          <a:blip r:embed="rId8"/>
          <a:stretch>
            <a:fillRect/>
          </a:stretch>
        </p:blipFill>
        <p:spPr>
          <a:xfrm>
            <a:off x="12090400" y="12141200"/>
            <a:ext cx="444500" cy="444500"/>
          </a:xfrm>
          <a:prstGeom prst="cube">
            <a:avLst/>
          </a:prstGeom>
        </p:spPr>
      </p:pic>
    </p:spTree>
  </p:cSld>
  <p:clrMapOvr>
    <a:masterClrMapping/>
  </p:clrMapOvr>
  <p:transition spd="slow">
    <p:dissolve/>
  </p:transition>
  <p:timing/>
</p:sld>
</file>

<file path=ppt/tags/tag1.xml><?xml version="1.0" encoding="utf-8"?>
<p:tagLst xmlns:p="http://schemas.openxmlformats.org/presentationml/2006/main">
  <p:tag name="AS_UNIQUEID" val="2403"/>
</p:tagLst>
</file>

<file path=ppt/tags/tag2.xml><?xml version="1.0" encoding="utf-8"?>
<p:tagLst xmlns:p="http://schemas.openxmlformats.org/presentationml/2006/main">
  <p:tag name="AS_UNIQUEID" val="2404"/>
</p:tagLst>
</file>

<file path=ppt/tags/tag3.xml><?xml version="1.0" encoding="utf-8"?>
<p:tagLst xmlns:p="http://schemas.openxmlformats.org/presentationml/2006/main">
  <p:tag name="AS_UNIQUEID" val="2405"/>
</p:tagLst>
</file>

<file path=ppt/tags/tag4.xml><?xml version="1.0" encoding="utf-8"?>
<p:tagLst xmlns:p="http://schemas.openxmlformats.org/presentationml/2006/main">
  <p:tag name="AS_UNIQUEID" val="2406"/>
</p:tagLst>
</file>

<file path=ppt/tags/tag5.xml><?xml version="1.0" encoding="utf-8"?>
<p:tagLst xmlns:p="http://schemas.openxmlformats.org/presentationml/2006/main">
  <p:tag name="AS_UNIQUEID" val="2407"/>
</p:tagLst>
</file>

<file path=ppt/tags/tag6.xml><?xml version="1.0" encoding="utf-8"?>
<p:tagLst xmlns:p="http://schemas.openxmlformats.org/presentationml/2006/main">
  <p:tag name="AS_UNIQUEID" val="2408"/>
</p:tagLst>
</file>

<file path=ppt/tags/tag7.xml><?xml version="1.0" encoding="utf-8"?>
<p:tagLst xmlns:p="http://schemas.openxmlformats.org/presentationml/2006/main">
  <p:tag name="AS_UNIQUEID" val="2409"/>
</p:tagLst>
</file>

<file path=ppt/tags/tag8.xml><?xml version="1.0" encoding="utf-8"?>
<p:tagLst xmlns:p="http://schemas.openxmlformats.org/presentationml/2006/main">
  <p:tag name="AS_UNIQUEID" val="2410"/>
</p:tagLst>
</file>

<file path=ppt/tags/tag9.xml><?xml version="1.0" encoding="utf-8"?>
<p:tagLst xmlns:p="http://schemas.openxmlformats.org/presentationml/2006/main">
  <p:tag name="AS_UNIQUEID" val="2411"/>
</p:tagLst>
</file>

<file path=ppt/tags/tag10.xml><?xml version="1.0" encoding="utf-8"?>
<p:tagLst xmlns:p="http://schemas.openxmlformats.org/presentationml/2006/main">
  <p:tag name="AS_UNIQUEID" val="2412"/>
</p:tagLst>
</file>

<file path=ppt/tags/tag11.xml><?xml version="1.0" encoding="utf-8"?>
<p:tagLst xmlns:p="http://schemas.openxmlformats.org/presentationml/2006/main">
  <p:tag name="AS_UNIQUEID" val="2413"/>
</p:tagLst>
</file>

<file path=ppt/tags/tag12.xml><?xml version="1.0" encoding="utf-8"?>
<p:tagLst xmlns:p="http://schemas.openxmlformats.org/presentationml/2006/main">
  <p:tag name="AS_UNIQUEID" val="2414"/>
</p:tagLst>
</file>

<file path=ppt/tags/tag13.xml><?xml version="1.0" encoding="utf-8"?>
<p:tagLst xmlns:p="http://schemas.openxmlformats.org/presentationml/2006/main">
  <p:tag name="AS_UNIQUEID" val="2415"/>
</p:tagLst>
</file>

<file path=ppt/tags/tag14.xml><?xml version="1.0" encoding="utf-8"?>
<p:tagLst xmlns:p="http://schemas.openxmlformats.org/presentationml/2006/main">
  <p:tag name="AS_UNIQUEID" val="2416"/>
</p:tagLst>
</file>

<file path=ppt/tags/tag15.xml><?xml version="1.0" encoding="utf-8"?>
<p:tagLst xmlns:p="http://schemas.openxmlformats.org/presentationml/2006/main">
  <p:tag name="AS_UNIQUEID" val="2417"/>
</p:tagLst>
</file>

<file path=ppt/tags/tag16.xml><?xml version="1.0" encoding="utf-8"?>
<p:tagLst xmlns:p="http://schemas.openxmlformats.org/presentationml/2006/main">
  <p:tag name="AS_UNIQUEID" val="2418"/>
</p:tagLst>
</file>

<file path=ppt/tags/tag17.xml><?xml version="1.0" encoding="utf-8"?>
<p:tagLst xmlns:p="http://schemas.openxmlformats.org/presentationml/2006/main">
  <p:tag name="AS_UNIQUEID" val="2419"/>
</p:tagLst>
</file>

<file path=ppt/tags/tag18.xml><?xml version="1.0" encoding="utf-8"?>
<p:tagLst xmlns:p="http://schemas.openxmlformats.org/presentationml/2006/main">
  <p:tag name="AS_UNIQUEID" val="2420"/>
</p:tagLst>
</file>

<file path=ppt/tags/tag19.xml><?xml version="1.0" encoding="utf-8"?>
<p:tagLst xmlns:p="http://schemas.openxmlformats.org/presentationml/2006/main">
  <p:tag name="AS_UNIQUEID" val="2421"/>
</p:tagLst>
</file>

<file path=ppt/tags/tag20.xml><?xml version="1.0" encoding="utf-8"?>
<p:tagLst xmlns:p="http://schemas.openxmlformats.org/presentationml/2006/main">
  <p:tag name="AS_UNIQUEID" val="2422"/>
</p:tagLst>
</file>

<file path=ppt/tags/tag21.xml><?xml version="1.0" encoding="utf-8"?>
<p:tagLst xmlns:p="http://schemas.openxmlformats.org/presentationml/2006/main">
  <p:tag name="AS_UNIQUEID" val="2423"/>
</p:tagLst>
</file>

<file path=ppt/tags/tag22.xml><?xml version="1.0" encoding="utf-8"?>
<p:tagLst xmlns:p="http://schemas.openxmlformats.org/presentationml/2006/main">
  <p:tag name="AS_UNIQUEID" val="2424"/>
</p:tagLst>
</file>

<file path=ppt/tags/tag23.xml><?xml version="1.0" encoding="utf-8"?>
<p:tagLst xmlns:p="http://schemas.openxmlformats.org/presentationml/2006/main">
  <p:tag name="AS_UNIQUEID" val="2425"/>
</p:tagLst>
</file>

<file path=ppt/tags/tag24.xml><?xml version="1.0" encoding="utf-8"?>
<p:tagLst xmlns:p="http://schemas.openxmlformats.org/presentationml/2006/main">
  <p:tag name="AS_UNIQUEID" val="2426"/>
</p:tagLst>
</file>

<file path=ppt/tags/tag25.xml><?xml version="1.0" encoding="utf-8"?>
<p:tagLst xmlns:p="http://schemas.openxmlformats.org/presentationml/2006/main">
  <p:tag name="AS_UNIQUEID" val="2427"/>
</p:tagLst>
</file>

<file path=ppt/tags/tag26.xml><?xml version="1.0" encoding="utf-8"?>
<p:tagLst xmlns:p="http://schemas.openxmlformats.org/presentationml/2006/main">
  <p:tag name="AS_UNIQUEID" val="2428"/>
</p:tagLst>
</file>

<file path=ppt/tags/tag27.xml><?xml version="1.0" encoding="utf-8"?>
<p:tagLst xmlns:p="http://schemas.openxmlformats.org/presentationml/2006/main">
  <p:tag name="AS_UNIQUEID" val="2429"/>
</p:tagLst>
</file>

<file path=ppt/tags/tag28.xml><?xml version="1.0" encoding="utf-8"?>
<p:tagLst xmlns:p="http://schemas.openxmlformats.org/presentationml/2006/main">
  <p:tag name="AS_UNIQUEID" val="2430"/>
</p:tagLst>
</file>

<file path=ppt/tags/tag29.xml><?xml version="1.0" encoding="utf-8"?>
<p:tagLst xmlns:p="http://schemas.openxmlformats.org/presentationml/2006/main">
  <p:tag name="AS_UNIQUEID" val="2431"/>
</p:tagLst>
</file>

<file path=ppt/tags/tag30.xml><?xml version="1.0" encoding="utf-8"?>
<p:tagLst xmlns:p="http://schemas.openxmlformats.org/presentationml/2006/main">
  <p:tag name="AS_UNIQUEID" val="2432"/>
</p:tagLst>
</file>

<file path=ppt/tags/tag31.xml><?xml version="1.0" encoding="utf-8"?>
<p:tagLst xmlns:p="http://schemas.openxmlformats.org/presentationml/2006/main">
  <p:tag name="AS_UNIQUEID" val="2433"/>
</p:tagLst>
</file>

<file path=ppt/tags/tag32.xml><?xml version="1.0" encoding="utf-8"?>
<p:tagLst xmlns:p="http://schemas.openxmlformats.org/presentationml/2006/main">
  <p:tag name="AS_UNIQUEID" val="2434"/>
</p:tagLst>
</file>

<file path=ppt/tags/tag33.xml><?xml version="1.0" encoding="utf-8"?>
<p:tagLst xmlns:p="http://schemas.openxmlformats.org/presentationml/2006/main">
  <p:tag name="AS_UNIQUEID" val="2435"/>
</p:tagLst>
</file>

<file path=ppt/tags/tag34.xml><?xml version="1.0" encoding="utf-8"?>
<p:tagLst xmlns:p="http://schemas.openxmlformats.org/presentationml/2006/main">
  <p:tag name="AS_UNIQUEID" val="2436"/>
</p:tagLst>
</file>

<file path=ppt/tags/tag35.xml><?xml version="1.0" encoding="utf-8"?>
<p:tagLst xmlns:p="http://schemas.openxmlformats.org/presentationml/2006/main">
  <p:tag name="AS_UNIQUEID" val="912"/>
</p:tagLst>
</file>

<file path=ppt/tags/tag36.xml><?xml version="1.0" encoding="utf-8"?>
<p:tagLst xmlns:p="http://schemas.openxmlformats.org/presentationml/2006/main">
  <p:tag name="AS_UNIQUEID" val="913"/>
</p:tagLst>
</file>

<file path=ppt/tags/tag37.xml><?xml version="1.0" encoding="utf-8"?>
<p:tagLst xmlns:p="http://schemas.openxmlformats.org/presentationml/2006/main">
  <p:tag name="AS_UNIQUEID" val="914"/>
</p:tagLst>
</file>

<file path=ppt/tags/tag38.xml><?xml version="1.0" encoding="utf-8"?>
<p:tagLst xmlns:p="http://schemas.openxmlformats.org/presentationml/2006/main">
  <p:tag name="AS_UNIQUEID" val="915"/>
</p:tagLst>
</file>

<file path=ppt/tags/tag39.xml><?xml version="1.0" encoding="utf-8"?>
<p:tagLst xmlns:p="http://schemas.openxmlformats.org/presentationml/2006/main">
  <p:tag name="AS_UNIQUEID" val="916"/>
</p:tagLst>
</file>

<file path=ppt/tags/tag40.xml><?xml version="1.0" encoding="utf-8"?>
<p:tagLst xmlns:p="http://schemas.openxmlformats.org/presentationml/2006/main">
  <p:tag name="AS_UNIQUEID" val="2437"/>
</p:tagLst>
</file>

<file path=ppt/tags/tag41.xml><?xml version="1.0" encoding="utf-8"?>
<p:tagLst xmlns:p="http://schemas.openxmlformats.org/presentationml/2006/main">
  <p:tag name="AS_UNIQUEID" val="928"/>
</p:tagLst>
</file>

<file path=ppt/tags/tag42.xml><?xml version="1.0" encoding="utf-8"?>
<p:tagLst xmlns:p="http://schemas.openxmlformats.org/presentationml/2006/main">
  <p:tag name="AS_UNIQUEID" val="929"/>
</p:tagLst>
</file>

<file path=ppt/tags/tag43.xml><?xml version="1.0" encoding="utf-8"?>
<p:tagLst xmlns:p="http://schemas.openxmlformats.org/presentationml/2006/main">
  <p:tag name="AS_UNIQUEID" val="930"/>
</p:tagLst>
</file>

<file path=ppt/tags/tag44.xml><?xml version="1.0" encoding="utf-8"?>
<p:tagLst xmlns:p="http://schemas.openxmlformats.org/presentationml/2006/main">
  <p:tag name="AS_UNIQUEID" val="931"/>
</p:tagLst>
</file>

<file path=ppt/tags/tag45.xml><?xml version="1.0" encoding="utf-8"?>
<p:tagLst xmlns:p="http://schemas.openxmlformats.org/presentationml/2006/main">
  <p:tag name="AS_UNIQUEID" val="2438"/>
</p:tagLst>
</file>

<file path=ppt/tags/tag46.xml><?xml version="1.0" encoding="utf-8"?>
<p:tagLst xmlns:p="http://schemas.openxmlformats.org/presentationml/2006/main">
  <p:tag name="AS_UNIQUEID" val="933"/>
</p:tagLst>
</file>

<file path=ppt/tags/tag47.xml><?xml version="1.0" encoding="utf-8"?>
<p:tagLst xmlns:p="http://schemas.openxmlformats.org/presentationml/2006/main">
  <p:tag name="AS_UNIQUEID" val="2439"/>
</p:tagLst>
</file>

<file path=ppt/tags/tag48.xml><?xml version="1.0" encoding="utf-8"?>
<p:tagLst xmlns:p="http://schemas.openxmlformats.org/presentationml/2006/main">
  <p:tag name="AS_UNIQUEID" val="2440"/>
</p:tagLst>
</file>

<file path=ppt/tags/tag49.xml><?xml version="1.0" encoding="utf-8"?>
<p:tagLst xmlns:p="http://schemas.openxmlformats.org/presentationml/2006/main">
  <p:tag name="AS_UNIQUEID" val="2441"/>
</p:tagLst>
</file>

<file path=ppt/tags/tag50.xml><?xml version="1.0" encoding="utf-8"?>
<p:tagLst xmlns:p="http://schemas.openxmlformats.org/presentationml/2006/main">
  <p:tag name="AS_UNIQUEID" val="2442"/>
</p:tagLst>
</file>

<file path=ppt/tags/tag51.xml><?xml version="1.0" encoding="utf-8"?>
<p:tagLst xmlns:p="http://schemas.openxmlformats.org/presentationml/2006/main">
  <p:tag name="AS_UNIQUEID" val="2443"/>
</p:tagLst>
</file>

<file path=ppt/tags/tag52.xml><?xml version="1.0" encoding="utf-8"?>
<p:tagLst xmlns:p="http://schemas.openxmlformats.org/presentationml/2006/main">
  <p:tag name="AS_UNIQUEID" val="2444"/>
</p:tagLst>
</file>

<file path=ppt/tags/tag53.xml><?xml version="1.0" encoding="utf-8"?>
<p:tagLst xmlns:p="http://schemas.openxmlformats.org/presentationml/2006/main">
  <p:tag name="AS_UNIQUEID" val="2445"/>
</p:tagLst>
</file>

<file path=ppt/tags/tag54.xml><?xml version="1.0" encoding="utf-8"?>
<p:tagLst xmlns:p="http://schemas.openxmlformats.org/presentationml/2006/main">
  <p:tag name="AS_UNIQUEID" val="2446"/>
</p:tagLst>
</file>

<file path=ppt/tags/tag55.xml><?xml version="1.0" encoding="utf-8"?>
<p:tagLst xmlns:p="http://schemas.openxmlformats.org/presentationml/2006/main">
  <p:tag name="AS_UNIQUEID" val="2447"/>
</p:tagLst>
</file>

<file path=ppt/tags/tag56.xml><?xml version="1.0" encoding="utf-8"?>
<p:tagLst xmlns:p="http://schemas.openxmlformats.org/presentationml/2006/main">
  <p:tag name="AS_UNIQUEID" val="2448"/>
</p:tagLst>
</file>

<file path=ppt/tags/tag57.xml><?xml version="1.0" encoding="utf-8"?>
<p:tagLst xmlns:p="http://schemas.openxmlformats.org/presentationml/2006/main">
  <p:tag name="AS_UNIQUEID" val="2449"/>
</p:tagLst>
</file>

<file path=ppt/tags/tag58.xml><?xml version="1.0" encoding="utf-8"?>
<p:tagLst xmlns:p="http://schemas.openxmlformats.org/presentationml/2006/main">
  <p:tag name="AS_UNIQUEID" val="2450"/>
</p:tagLst>
</file>

<file path=ppt/tags/tag59.xml><?xml version="1.0" encoding="utf-8"?>
<p:tagLst xmlns:p="http://schemas.openxmlformats.org/presentationml/2006/main">
  <p:tag name="AS_UNIQUEID" val="2451"/>
  <p:tag name="MH" val="20160202082519"/>
  <p:tag name="MH_LIBRARY" val="GRAPHIC"/>
  <p:tag name="MH_ORDER" val="4"/>
  <p:tag name="MH_TYPE" val="Other"/>
</p:tagLst>
</file>

<file path=ppt/tags/tag60.xml><?xml version="1.0" encoding="utf-8"?>
<p:tagLst xmlns:p="http://schemas.openxmlformats.org/presentationml/2006/main">
  <p:tag name="AS_UNIQUEID" val="2452"/>
  <p:tag name="MH" val="20160202082519"/>
  <p:tag name="MH_LIBRARY" val="GRAPHIC"/>
  <p:tag name="MH_ORDER" val="4"/>
  <p:tag name="MH_TYPE" val="Other"/>
</p:tagLst>
</file>

<file path=ppt/tags/tag61.xml><?xml version="1.0" encoding="utf-8"?>
<p:tagLst xmlns:p="http://schemas.openxmlformats.org/presentationml/2006/main">
  <p:tag name="AS_UNIQUEID" val="2453"/>
</p:tagLst>
</file>

<file path=ppt/tags/tag62.xml><?xml version="1.0" encoding="utf-8"?>
<p:tagLst xmlns:p="http://schemas.openxmlformats.org/presentationml/2006/main">
  <p:tag name="AS_UNIQUEID" val="2454"/>
  <p:tag name="MH" val="20160202082519"/>
  <p:tag name="MH_LIBRARY" val="GRAPHIC"/>
  <p:tag name="MH_ORDER" val="4"/>
  <p:tag name="MH_TYPE" val="Other"/>
</p:tagLst>
</file>

<file path=ppt/tags/tag63.xml><?xml version="1.0" encoding="utf-8"?>
<p:tagLst xmlns:p="http://schemas.openxmlformats.org/presentationml/2006/main">
  <p:tag name="AS_UNIQUEID" val="2455"/>
</p:tagLst>
</file>

<file path=ppt/tags/tag64.xml><?xml version="1.0" encoding="utf-8"?>
<p:tagLst xmlns:p="http://schemas.openxmlformats.org/presentationml/2006/main">
  <p:tag name="AS_UNIQUEID" val="2456"/>
</p:tagLst>
</file>

<file path=ppt/tags/tag65.xml><?xml version="1.0" encoding="utf-8"?>
<p:tagLst xmlns:p="http://schemas.openxmlformats.org/presentationml/2006/main">
  <p:tag name="AS_UNIQUEID" val="2457"/>
</p:tagLst>
</file>

<file path=ppt/tags/tag66.xml><?xml version="1.0" encoding="utf-8"?>
<p:tagLst xmlns:p="http://schemas.openxmlformats.org/presentationml/2006/main">
  <p:tag name="AS_UNIQUEID" val="2458"/>
</p:tagLst>
</file>

<file path=ppt/tags/tag67.xml><?xml version="1.0" encoding="utf-8"?>
<p:tagLst xmlns:p="http://schemas.openxmlformats.org/presentationml/2006/main">
  <p:tag name="AS_UNIQUEID" val="1222"/>
</p:tagLst>
</file>

<file path=ppt/tags/tag68.xml><?xml version="1.0" encoding="utf-8"?>
<p:tagLst xmlns:p="http://schemas.openxmlformats.org/presentationml/2006/main">
  <p:tag name="AS_UNIQUEID" val="1223"/>
</p:tagLst>
</file>

<file path=ppt/tags/tag69.xml><?xml version="1.0" encoding="utf-8"?>
<p:tagLst xmlns:p="http://schemas.openxmlformats.org/presentationml/2006/main">
  <p:tag name="AS_UNIQUEID" val="1224"/>
</p:tagLst>
</file>

<file path=ppt/tags/tag70.xml><?xml version="1.0" encoding="utf-8"?>
<p:tagLst xmlns:p="http://schemas.openxmlformats.org/presentationml/2006/main">
  <p:tag name="AS_UNIQUEID" val="2459"/>
</p:tagLst>
</file>

<file path=ppt/tags/tag71.xml><?xml version="1.0" encoding="utf-8"?>
<p:tagLst xmlns:p="http://schemas.openxmlformats.org/presentationml/2006/main">
  <p:tag name="AS_UNIQUEID" val="2460"/>
</p:tagLst>
</file>

<file path=ppt/tags/tag72.xml><?xml version="1.0" encoding="utf-8"?>
<p:tagLst xmlns:p="http://schemas.openxmlformats.org/presentationml/2006/main">
  <p:tag name="AS_UNIQUEID" val="2461"/>
</p:tagLst>
</file>

<file path=ppt/tags/tag73.xml><?xml version="1.0" encoding="utf-8"?>
<p:tagLst xmlns:p="http://schemas.openxmlformats.org/presentationml/2006/main">
  <p:tag name="AS_UNIQUEID" val="2462"/>
</p:tagLst>
</file>

<file path=ppt/tags/tag74.xml><?xml version="1.0" encoding="utf-8"?>
<p:tagLst xmlns:p="http://schemas.openxmlformats.org/presentationml/2006/main">
  <p:tag name="AS_UNIQUEID" val="2463"/>
</p:tagLst>
</file>

<file path=ppt/tags/tag75.xml><?xml version="1.0" encoding="utf-8"?>
<p:tagLst xmlns:p="http://schemas.openxmlformats.org/presentationml/2006/main">
  <p:tag name="AS_UNIQUEID" val="2464"/>
</p:tagLst>
</file>

<file path=ppt/tags/tag76.xml><?xml version="1.0" encoding="utf-8"?>
<p:tagLst xmlns:p="http://schemas.openxmlformats.org/presentationml/2006/main">
  <p:tag name="AS_UNIQUEID" val="2465"/>
</p:tagLst>
</file>

<file path=ppt/tags/tag77.xml><?xml version="1.0" encoding="utf-8"?>
<p:tagLst xmlns:p="http://schemas.openxmlformats.org/presentationml/2006/main">
  <p:tag name="AS_UNIQUEID" val="2466"/>
</p:tagLst>
</file>

<file path=ppt/tags/tag78.xml><?xml version="1.0" encoding="utf-8"?>
<p:tagLst xmlns:p="http://schemas.openxmlformats.org/presentationml/2006/main">
  <p:tag name="AS_UNIQUEID" val="2467"/>
</p:tagLst>
</file>

<file path=ppt/tags/tag79.xml><?xml version="1.0" encoding="utf-8"?>
<p:tagLst xmlns:p="http://schemas.openxmlformats.org/presentationml/2006/main">
  <p:tag name="AS_UNIQUEID" val="2468"/>
</p:tagLst>
</file>

<file path=ppt/tags/tag80.xml><?xml version="1.0" encoding="utf-8"?>
<p:tagLst xmlns:p="http://schemas.openxmlformats.org/presentationml/2006/main">
  <p:tag name="AS_UNIQUEID" val="2469"/>
</p:tagLst>
</file>

<file path=ppt/tags/tag81.xml><?xml version="1.0" encoding="utf-8"?>
<p:tagLst xmlns:p="http://schemas.openxmlformats.org/presentationml/2006/main">
  <p:tag name="AS_UNIQUEID" val="2470"/>
</p:tagLst>
</file>

<file path=ppt/tags/tag82.xml><?xml version="1.0" encoding="utf-8"?>
<p:tagLst xmlns:p="http://schemas.openxmlformats.org/presentationml/2006/main">
  <p:tag name="AS_UNIQUEID" val="2471"/>
</p:tagLst>
</file>

<file path=ppt/tags/tag83.xml><?xml version="1.0" encoding="utf-8"?>
<p:tagLst xmlns:p="http://schemas.openxmlformats.org/presentationml/2006/main">
  <p:tag name="AS_UNIQUEID" val="231"/>
</p:tagLst>
</file>

<file path=ppt/tags/tag84.xml><?xml version="1.0" encoding="utf-8"?>
<p:tagLst xmlns:p="http://schemas.openxmlformats.org/presentationml/2006/main">
  <p:tag name="AS_UNIQUEID" val="232"/>
</p:tagLst>
</file>

<file path=ppt/tags/tag85.xml><?xml version="1.0" encoding="utf-8"?>
<p:tagLst xmlns:p="http://schemas.openxmlformats.org/presentationml/2006/main">
  <p:tag name="AS_UNIQUEID" val="233"/>
</p:tagLst>
</file>

<file path=ppt/tags/tag86.xml><?xml version="1.0" encoding="utf-8"?>
<p:tagLst xmlns:p="http://schemas.openxmlformats.org/presentationml/2006/main">
  <p:tag name="AS_UNIQUEID" val="234"/>
</p:tagLst>
</file>

<file path=ppt/tags/tag87.xml><?xml version="1.0" encoding="utf-8"?>
<p:tagLst xmlns:p="http://schemas.openxmlformats.org/presentationml/2006/main">
  <p:tag name="AS_UNIQUEID" val="235"/>
</p:tagLst>
</file>

<file path=ppt/tags/tag88.xml><?xml version="1.0" encoding="utf-8"?>
<p:tagLst xmlns:p="http://schemas.openxmlformats.org/presentationml/2006/main">
  <p:tag name="AS_UNIQUEID" val="236"/>
</p:tagLst>
</file>

<file path=ppt/tags/tag89.xml><?xml version="1.0" encoding="utf-8"?>
<p:tagLst xmlns:p="http://schemas.openxmlformats.org/presentationml/2006/main">
  <p:tag name="AS_UNIQUEID" val="237"/>
</p:tagLst>
</file>

<file path=ppt/tags/tag90.xml><?xml version="1.0" encoding="utf-8"?>
<p:tagLst xmlns:p="http://schemas.openxmlformats.org/presentationml/2006/main">
  <p:tag name="AS_UNIQUEID" val="2472"/>
</p:tagLst>
</file>

<file path=ppt/tags/tag91.xml><?xml version="1.0" encoding="utf-8"?>
<p:tagLst xmlns:p="http://schemas.openxmlformats.org/presentationml/2006/main">
  <p:tag name="AS_UNIQUEID" val="255"/>
</p:tagLst>
</file>

<file path=ppt/tags/tag92.xml><?xml version="1.0" encoding="utf-8"?>
<p:tagLst xmlns:p="http://schemas.openxmlformats.org/presentationml/2006/main">
  <p:tag name="AS_UNIQUEID" val="256"/>
</p:tagLst>
</file>

<file path=ppt/tags/tag93.xml><?xml version="1.0" encoding="utf-8"?>
<p:tagLst xmlns:p="http://schemas.openxmlformats.org/presentationml/2006/main">
  <p:tag name="AS_UNIQUEID" val="257"/>
</p:tagLst>
</file>

<file path=ppt/tags/tag94.xml><?xml version="1.0" encoding="utf-8"?>
<p:tagLst xmlns:p="http://schemas.openxmlformats.org/presentationml/2006/main">
  <p:tag name="AS_UNIQUEID" val="258"/>
</p:tagLst>
</file>

<file path=ppt/tags/tag95.xml><?xml version="1.0" encoding="utf-8"?>
<p:tagLst xmlns:p="http://schemas.openxmlformats.org/presentationml/2006/main">
  <p:tag name="AS_UNIQUEID" val="2473"/>
</p:tagLst>
</file>

<file path=ppt/tags/tag96.xml><?xml version="1.0" encoding="utf-8"?>
<p:tagLst xmlns:p="http://schemas.openxmlformats.org/presentationml/2006/main">
  <p:tag name="AS_UNIQUEID" val="2474"/>
  <p:tag name="KSO_WM_BEAUTIFY_FLAG" val="#wm#"/>
  <p:tag name="KSO_WM_TAG_VERSION" val="1.0"/>
  <p:tag name="KSO_WM_UNIT_COMPATIBLE" val="0"/>
  <p:tag name="KSO_WM_UNIT_DIAGRAM_ISNUMVISUAL" val="0"/>
  <p:tag name="KSO_WM_UNIT_DIAGRAM_ISREFERUNIT" val="0"/>
  <p:tag name="KSO_WM_UNIT_HIGHLIGHT" val="0"/>
  <p:tag name="KSO_WM_UNIT_ID" val="_6*i*1"/>
  <p:tag name="KSO_WM_UNIT_INDEX" val="1"/>
  <p:tag name="KSO_WM_UNIT_LAYERLEVEL" val="1"/>
  <p:tag name="KSO_WM_UNIT_TYPE" val="i"/>
</p:tagLst>
</file>

<file path=ppt/tags/tag97.xml><?xml version="1.0" encoding="utf-8"?>
<p:tagLst xmlns:p="http://schemas.openxmlformats.org/presentationml/2006/main">
  <p:tag name="AS_UNIQUEID" val="2475"/>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i*2"/>
  <p:tag name="KSO_WM_UNIT_INDEX" val="2"/>
  <p:tag name="KSO_WM_UNIT_LAYERLEVEL" val="1"/>
  <p:tag name="KSO_WM_UNIT_TYPE" val="i"/>
</p:tagLst>
</file>

<file path=ppt/tags/tag98.xml><?xml version="1.0" encoding="utf-8"?>
<p:tagLst xmlns:p="http://schemas.openxmlformats.org/presentationml/2006/main">
  <p:tag name="AS_UNIQUEID" val="2476"/>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i*6"/>
  <p:tag name="KSO_WM_UNIT_INDEX" val="6"/>
  <p:tag name="KSO_WM_UNIT_LAYERLEVEL" val="1"/>
  <p:tag name="KSO_WM_UNIT_TYPE" val="i"/>
</p:tagLst>
</file>

<file path=ppt/tags/tag99.xml><?xml version="1.0" encoding="utf-8"?>
<p:tagLst xmlns:p="http://schemas.openxmlformats.org/presentationml/2006/main">
  <p:tag name="AS_UNIQUEID" val="2477"/>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i*5"/>
  <p:tag name="KSO_WM_UNIT_INDEX" val="5"/>
  <p:tag name="KSO_WM_UNIT_LAYERLEVEL" val="1"/>
  <p:tag name="KSO_WM_UNIT_TYPE" val="i"/>
</p:tagLst>
</file>

<file path=ppt/tags/tag100.xml><?xml version="1.0" encoding="utf-8"?>
<p:tagLst xmlns:p="http://schemas.openxmlformats.org/presentationml/2006/main">
  <p:tag name="AS_UNIQUEID" val="2478"/>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i*4"/>
  <p:tag name="KSO_WM_UNIT_INDEX" val="4"/>
  <p:tag name="KSO_WM_UNIT_LAYERLEVEL" val="1"/>
  <p:tag name="KSO_WM_UNIT_TYPE" val="i"/>
</p:tagLst>
</file>

<file path=ppt/tags/tag101.xml><?xml version="1.0" encoding="utf-8"?>
<p:tagLst xmlns:p="http://schemas.openxmlformats.org/presentationml/2006/main">
  <p:tag name="AS_UNIQUEID" val="2479"/>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
  <p:tag name="KSO_WM_UNIT_LAYERLEVEL" val="1"/>
</p:tagLst>
</file>

<file path=ppt/tags/tag102.xml><?xml version="1.0" encoding="utf-8"?>
<p:tagLst xmlns:p="http://schemas.openxmlformats.org/presentationml/2006/main">
  <p:tag name="AS_UNIQUEID" val="2480"/>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
  <p:tag name="KSO_WM_UNIT_LAYERLEVEL" val="1"/>
</p:tagLst>
</file>

<file path=ppt/tags/tag103.xml><?xml version="1.0" encoding="utf-8"?>
<p:tagLst xmlns:p="http://schemas.openxmlformats.org/presentationml/2006/main">
  <p:tag name="AS_UNIQUEID" val="2481"/>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
  <p:tag name="KSO_WM_UNIT_LAYERLEVEL" val="1"/>
</p:tagLst>
</file>

<file path=ppt/tags/tag104.xml><?xml version="1.0" encoding="utf-8"?>
<p:tagLst xmlns:p="http://schemas.openxmlformats.org/presentationml/2006/main">
  <p:tag name="AS_UNIQUEID" val="2482"/>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
  <p:tag name="KSO_WM_UNIT_LAYERLEVEL" val="1"/>
</p:tagLst>
</file>

<file path=ppt/tags/tag105.xml><?xml version="1.0" encoding="utf-8"?>
<p:tagLst xmlns:p="http://schemas.openxmlformats.org/presentationml/2006/main">
  <p:tag name="AS_UNIQUEID" val="2483"/>
</p:tagLst>
</file>

<file path=ppt/tags/tag106.xml><?xml version="1.0" encoding="utf-8"?>
<p:tagLst xmlns:p="http://schemas.openxmlformats.org/presentationml/2006/main">
  <p:tag name="AS_UNIQUEID" val="2484"/>
</p:tagLst>
</file>

<file path=ppt/tags/tag107.xml><?xml version="1.0" encoding="utf-8"?>
<p:tagLst xmlns:p="http://schemas.openxmlformats.org/presentationml/2006/main">
  <p:tag name="AS_UNIQUEID" val="2485"/>
</p:tagLst>
</file>

<file path=ppt/tags/tag108.xml><?xml version="1.0" encoding="utf-8"?>
<p:tagLst xmlns:p="http://schemas.openxmlformats.org/presentationml/2006/main">
  <p:tag name="AS_UNIQUEID" val="2486"/>
</p:tagLst>
</file>

<file path=ppt/tags/tag109.xml><?xml version="1.0" encoding="utf-8"?>
<p:tagLst xmlns:p="http://schemas.openxmlformats.org/presentationml/2006/main">
  <p:tag name="AS_UNIQUEID" val="2487"/>
</p:tagLst>
</file>

<file path=ppt/tags/tag110.xml><?xml version="1.0" encoding="utf-8"?>
<p:tagLst xmlns:p="http://schemas.openxmlformats.org/presentationml/2006/main">
  <p:tag name="AS_UNIQUEID" val="2488"/>
</p:tagLst>
</file>

<file path=ppt/tags/tag111.xml><?xml version="1.0" encoding="utf-8"?>
<p:tagLst xmlns:p="http://schemas.openxmlformats.org/presentationml/2006/main">
  <p:tag name="AS_UNIQUEID" val="2489"/>
</p:tagLst>
</file>

<file path=ppt/tags/tag112.xml><?xml version="1.0" encoding="utf-8"?>
<p:tagLst xmlns:p="http://schemas.openxmlformats.org/presentationml/2006/main">
  <p:tag name="AS_UNIQUEID" val="2490"/>
</p:tagLst>
</file>

<file path=ppt/tags/tag113.xml><?xml version="1.0" encoding="utf-8"?>
<p:tagLst xmlns:p="http://schemas.openxmlformats.org/presentationml/2006/main">
  <p:tag name="AS_UNIQUEID" val="2491"/>
</p:tagLst>
</file>

<file path=ppt/tags/tag114.xml><?xml version="1.0" encoding="utf-8"?>
<p:tagLst xmlns:p="http://schemas.openxmlformats.org/presentationml/2006/main">
  <p:tag name="AS_UNIQUEID" val="2492"/>
</p:tagLst>
</file>

<file path=ppt/tags/tag115.xml><?xml version="1.0" encoding="utf-8"?>
<p:tagLst xmlns:p="http://schemas.openxmlformats.org/presentationml/2006/main">
  <p:tag name="AS_UNIQUEID" val="2493"/>
</p:tagLst>
</file>

<file path=ppt/tags/tag116.xml><?xml version="1.0" encoding="utf-8"?>
<p:tagLst xmlns:p="http://schemas.openxmlformats.org/presentationml/2006/main">
  <p:tag name="AS_UNIQUEID" val="2494"/>
</p:tagLst>
</file>

<file path=ppt/tags/tag117.xml><?xml version="1.0" encoding="utf-8"?>
<p:tagLst xmlns:p="http://schemas.openxmlformats.org/presentationml/2006/main">
  <p:tag name="AS_UNIQUEID" val="2495"/>
</p:tagLst>
</file>

<file path=ppt/tags/tag118.xml><?xml version="1.0" encoding="utf-8"?>
<p:tagLst xmlns:p="http://schemas.openxmlformats.org/presentationml/2006/main">
  <p:tag name="AS_UNIQUEID" val="2496"/>
</p:tagLst>
</file>

<file path=ppt/tags/tag119.xml><?xml version="1.0" encoding="utf-8"?>
<p:tagLst xmlns:p="http://schemas.openxmlformats.org/presentationml/2006/main">
  <p:tag name="AS_UNIQUEID" val="2497"/>
</p:tagLst>
</file>

<file path=ppt/tags/tag120.xml><?xml version="1.0" encoding="utf-8"?>
<p:tagLst xmlns:p="http://schemas.openxmlformats.org/presentationml/2006/main">
  <p:tag name="AS_UNIQUEID" val="2498"/>
</p:tagLst>
</file>

<file path=ppt/tags/tag121.xml><?xml version="1.0" encoding="utf-8"?>
<p:tagLst xmlns:p="http://schemas.openxmlformats.org/presentationml/2006/main">
  <p:tag name="AS_UNIQUEID" val="2499"/>
</p:tagLst>
</file>

<file path=ppt/tags/tag122.xml><?xml version="1.0" encoding="utf-8"?>
<p:tagLst xmlns:p="http://schemas.openxmlformats.org/presentationml/2006/main">
  <p:tag name="AS_UNIQUEID" val="2500"/>
</p:tagLst>
</file>

<file path=ppt/tags/tag123.xml><?xml version="1.0" encoding="utf-8"?>
<p:tagLst xmlns:p="http://schemas.openxmlformats.org/presentationml/2006/main">
  <p:tag name="AS_UNIQUEID" val="2501"/>
</p:tagLst>
</file>

<file path=ppt/tags/tag124.xml><?xml version="1.0" encoding="utf-8"?>
<p:tagLst xmlns:p="http://schemas.openxmlformats.org/presentationml/2006/main">
  <p:tag name="AS_UNIQUEID" val="2502"/>
</p:tagLst>
</file>

<file path=ppt/tags/tag125.xml><?xml version="1.0" encoding="utf-8"?>
<p:tagLst xmlns:p="http://schemas.openxmlformats.org/presentationml/2006/main">
  <p:tag name="AS_UNIQUEID" val="2503"/>
</p:tagLst>
</file>

<file path=ppt/tags/tag126.xml><?xml version="1.0" encoding="utf-8"?>
<p:tagLst xmlns:p="http://schemas.openxmlformats.org/presentationml/2006/main">
  <p:tag name="AS_UNIQUEID" val="2504"/>
</p:tagLst>
</file>

<file path=ppt/tags/tag127.xml><?xml version="1.0" encoding="utf-8"?>
<p:tagLst xmlns:p="http://schemas.openxmlformats.org/presentationml/2006/main">
  <p:tag name="AS_UNIQUEID" val="2505"/>
</p:tagLst>
</file>

<file path=ppt/tags/tag128.xml><?xml version="1.0" encoding="utf-8"?>
<p:tagLst xmlns:p="http://schemas.openxmlformats.org/presentationml/2006/main">
  <p:tag name="AS_UNIQUEID" val="2506"/>
</p:tagLst>
</file>

<file path=ppt/tags/tag129.xml><?xml version="1.0" encoding="utf-8"?>
<p:tagLst xmlns:p="http://schemas.openxmlformats.org/presentationml/2006/main">
  <p:tag name="AS_UNIQUEID" val="2507"/>
</p:tagLst>
</file>

<file path=ppt/tags/tag130.xml><?xml version="1.0" encoding="utf-8"?>
<p:tagLst xmlns:p="http://schemas.openxmlformats.org/presentationml/2006/main">
  <p:tag name="AS_UNIQUEID" val="2508"/>
</p:tagLst>
</file>

<file path=ppt/tags/tag131.xml><?xml version="1.0" encoding="utf-8"?>
<p:tagLst xmlns:p="http://schemas.openxmlformats.org/presentationml/2006/main">
  <p:tag name="AS_UNIQUEID" val="2509"/>
</p:tagLst>
</file>

<file path=ppt/tags/tag132.xml><?xml version="1.0" encoding="utf-8"?>
<p:tagLst xmlns:p="http://schemas.openxmlformats.org/presentationml/2006/main">
  <p:tag name="AS_UNIQUEID" val="2510"/>
</p:tagLst>
</file>

<file path=ppt/tags/tag133.xml><?xml version="1.0" encoding="utf-8"?>
<p:tagLst xmlns:p="http://schemas.openxmlformats.org/presentationml/2006/main">
  <p:tag name="AS_UNIQUEID" val="2511"/>
</p:tagLst>
</file>

<file path=ppt/tags/tag134.xml><?xml version="1.0" encoding="utf-8"?>
<p:tagLst xmlns:p="http://schemas.openxmlformats.org/presentationml/2006/main">
  <p:tag name="AS_UNIQUEID" val="2512"/>
</p:tagLst>
</file>

<file path=ppt/tags/tag135.xml><?xml version="1.0" encoding="utf-8"?>
<p:tagLst xmlns:p="http://schemas.openxmlformats.org/presentationml/2006/main">
  <p:tag name="AS_UNIQUEID" val="2513"/>
</p:tagLst>
</file>

<file path=ppt/tags/tag136.xml><?xml version="1.0" encoding="utf-8"?>
<p:tagLst xmlns:p="http://schemas.openxmlformats.org/presentationml/2006/main">
  <p:tag name="AS_UNIQUEID" val="2514"/>
</p:tagLst>
</file>

<file path=ppt/tags/tag137.xml><?xml version="1.0" encoding="utf-8"?>
<p:tagLst xmlns:p="http://schemas.openxmlformats.org/presentationml/2006/main">
  <p:tag name="AS_UNIQUEID" val="2515"/>
</p:tagLst>
</file>

<file path=ppt/tags/tag138.xml><?xml version="1.0" encoding="utf-8"?>
<p:tagLst xmlns:p="http://schemas.openxmlformats.org/presentationml/2006/main">
  <p:tag name="AS_UNIQUEID" val="2516"/>
</p:tagLst>
</file>

<file path=ppt/tags/tag139.xml><?xml version="1.0" encoding="utf-8"?>
<p:tagLst xmlns:p="http://schemas.openxmlformats.org/presentationml/2006/main">
  <p:tag name="AS_UNIQUEID" val="2517"/>
</p:tagLst>
</file>

<file path=ppt/tags/tag140.xml><?xml version="1.0" encoding="utf-8"?>
<p:tagLst xmlns:p="http://schemas.openxmlformats.org/presentationml/2006/main">
  <p:tag name="AS_UNIQUEID" val="2518"/>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141.xml><?xml version="1.0" encoding="utf-8"?>
<p:tagLst xmlns:p="http://schemas.openxmlformats.org/presentationml/2006/main">
  <p:tag name="AS_UNIQUEID" val="2519"/>
  <p:tag name="KSO_WM_BEAUTIFY_FLAG" val="#wm#"/>
  <p:tag name="KSO_WM_SLIDE_BACKGROUND_TYPE" val="frame"/>
  <p:tag name="KSO_WM_SLIDE_BK_DARK_LIGHT" val="2"/>
  <p:tag name="KSO_WM_TAG_VERSION" val="1.0"/>
  <p:tag name="KSO_WM_UNIT_BK_DARK_LIGHT" val="2"/>
  <p:tag name="KSO_WM_UNIT_COMPATIBLE" val="0"/>
  <p:tag name="KSO_WM_UNIT_DIAGRAM_IS_NEED_ADD_PATH_ANIM" val="0"/>
  <p:tag name="KSO_WM_UNIT_DIAGRAM_ISNUMVISUAL" val="0"/>
  <p:tag name="KSO_WM_UNIT_DIAGRAM_ISREFERUNIT" val="0"/>
  <p:tag name="KSO_WM_UNIT_HIGHLIGHT" val="0"/>
  <p:tag name="KSO_WM_UNIT_ID" val="_13*i*1"/>
  <p:tag name="KSO_WM_UNIT_INDEX" val="1"/>
  <p:tag name="KSO_WM_UNIT_LAYERLEVEL" val="1"/>
  <p:tag name="KSO_WM_UNIT_SUBTYPE" val="h"/>
  <p:tag name="KSO_WM_UNIT_TYPE" val="i"/>
</p:tagLst>
</file>

<file path=ppt/tags/tag142.xml><?xml version="1.0" encoding="utf-8"?>
<p:tagLst xmlns:p="http://schemas.openxmlformats.org/presentationml/2006/main">
  <p:tag name="AS_UNIQUEID" val="2520"/>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i*1"/>
  <p:tag name="KSO_WM_UNIT_INDEX" val="1"/>
  <p:tag name="KSO_WM_UNIT_LAYERLEVEL" val="1"/>
  <p:tag name="KSO_WM_UNIT_TYPE" val="i"/>
</p:tagLst>
</file>

<file path=ppt/tags/tag143.xml><?xml version="1.0" encoding="utf-8"?>
<p:tagLst xmlns:p="http://schemas.openxmlformats.org/presentationml/2006/main">
  <p:tag name="AS_UNIQUEID" val="2521"/>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i*2"/>
  <p:tag name="KSO_WM_UNIT_INDEX" val="2"/>
  <p:tag name="KSO_WM_UNIT_LAYERLEVEL" val="1"/>
  <p:tag name="KSO_WM_UNIT_TYPE" val="i"/>
</p:tagLst>
</file>

<file path=ppt/tags/tag144.xml><?xml version="1.0" encoding="utf-8"?>
<p:tagLst xmlns:p="http://schemas.openxmlformats.org/presentationml/2006/main">
  <p:tag name="AS_UNIQUEID" val="2522"/>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i*3"/>
  <p:tag name="KSO_WM_UNIT_INDEX" val="3"/>
  <p:tag name="KSO_WM_UNIT_LAYERLEVEL" val="1"/>
  <p:tag name="KSO_WM_UNIT_TYPE" val="i"/>
</p:tagLst>
</file>

<file path=ppt/tags/tag145.xml><?xml version="1.0" encoding="utf-8"?>
<p:tagLst xmlns:p="http://schemas.openxmlformats.org/presentationml/2006/main">
  <p:tag name="AS_UNIQUEID" val="2523"/>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i*4"/>
  <p:tag name="KSO_WM_UNIT_INDEX" val="4"/>
  <p:tag name="KSO_WM_UNIT_LAYERLEVEL" val="1"/>
  <p:tag name="KSO_WM_UNIT_TYPE" val="i"/>
</p:tagLst>
</file>

<file path=ppt/tags/tag146.xml><?xml version="1.0" encoding="utf-8"?>
<p:tagLst xmlns:p="http://schemas.openxmlformats.org/presentationml/2006/main">
  <p:tag name="AS_UNIQUEID" val="2524"/>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147.xml><?xml version="1.0" encoding="utf-8"?>
<p:tagLst xmlns:p="http://schemas.openxmlformats.org/presentationml/2006/main">
  <p:tag name="AS_UNIQUEID" val="2525"/>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148.xml><?xml version="1.0" encoding="utf-8"?>
<p:tagLst xmlns:p="http://schemas.openxmlformats.org/presentationml/2006/main">
  <p:tag name="AS_UNIQUEID" val="2526"/>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149.xml><?xml version="1.0" encoding="utf-8"?>
<p:tagLst xmlns:p="http://schemas.openxmlformats.org/presentationml/2006/main">
  <p:tag name="AS_UNIQUEID" val="2527"/>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150.xml><?xml version="1.0" encoding="utf-8"?>
<p:tagLst xmlns:p="http://schemas.openxmlformats.org/presentationml/2006/main">
  <p:tag name="AS_UNIQUEID" val="2528"/>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151.xml><?xml version="1.0" encoding="utf-8"?>
<p:tagLst xmlns:p="http://schemas.openxmlformats.org/presentationml/2006/main">
  <p:tag name="AS_UNIQUEID" val="2529"/>
</p:tagLst>
</file>

<file path=ppt/tags/tag152.xml><?xml version="1.0" encoding="utf-8"?>
<p:tagLst xmlns:p="http://schemas.openxmlformats.org/presentationml/2006/main">
  <p:tag name="AS_UNIQUEID" val="2530"/>
</p:tagLst>
</file>

<file path=ppt/tags/tag153.xml><?xml version="1.0" encoding="utf-8"?>
<p:tagLst xmlns:p="http://schemas.openxmlformats.org/presentationml/2006/main">
  <p:tag name="AS_UNIQUEID" val="2531"/>
</p:tagLst>
</file>

<file path=ppt/tags/tag154.xml><?xml version="1.0" encoding="utf-8"?>
<p:tagLst xmlns:p="http://schemas.openxmlformats.org/presentationml/2006/main">
  <p:tag name="AS_UNIQUEID" val="2532"/>
</p:tagLst>
</file>

<file path=ppt/tags/tag155.xml><?xml version="1.0" encoding="utf-8"?>
<p:tagLst xmlns:p="http://schemas.openxmlformats.org/presentationml/2006/main">
  <p:tag name="AS_UNIQUEID" val="2533"/>
</p:tagLst>
</file>

<file path=ppt/tags/tag156.xml><?xml version="1.0" encoding="utf-8"?>
<p:tagLst xmlns:p="http://schemas.openxmlformats.org/presentationml/2006/main">
  <p:tag name="AS_UNIQUEID" val="2534"/>
</p:tagLst>
</file>

<file path=ppt/tags/tag157.xml><?xml version="1.0" encoding="utf-8"?>
<p:tagLst xmlns:p="http://schemas.openxmlformats.org/presentationml/2006/main">
  <p:tag name="AS_UNIQUEID" val="2535"/>
</p:tagLst>
</file>

<file path=ppt/tags/tag158.xml><?xml version="1.0" encoding="utf-8"?>
<p:tagLst xmlns:p="http://schemas.openxmlformats.org/presentationml/2006/main">
  <p:tag name="AS_UNIQUEID" val="2536"/>
</p:tagLst>
</file>

<file path=ppt/tags/tag159.xml><?xml version="1.0" encoding="utf-8"?>
<p:tagLst xmlns:p="http://schemas.openxmlformats.org/presentationml/2006/main">
  <p:tag name="AS_UNIQUEID" val="2537"/>
</p:tagLst>
</file>

<file path=ppt/tags/tag160.xml><?xml version="1.0" encoding="utf-8"?>
<p:tagLst xmlns:p="http://schemas.openxmlformats.org/presentationml/2006/main">
  <p:tag name="AS_UNIQUEID" val="2538"/>
</p:tagLst>
</file>

<file path=ppt/tags/tag161.xml><?xml version="1.0" encoding="utf-8"?>
<p:tagLst xmlns:p="http://schemas.openxmlformats.org/presentationml/2006/main">
  <p:tag name="AS_UNIQUEID" val="2539"/>
</p:tagLst>
</file>

<file path=ppt/tags/tag162.xml><?xml version="1.0" encoding="utf-8"?>
<p:tagLst xmlns:p="http://schemas.openxmlformats.org/presentationml/2006/main">
  <p:tag name="AS_UNIQUEID" val="2540"/>
</p:tagLst>
</file>

<file path=ppt/tags/tag163.xml><?xml version="1.0" encoding="utf-8"?>
<p:tagLst xmlns:p="http://schemas.openxmlformats.org/presentationml/2006/main">
  <p:tag name="AS_UNIQUEID" val="2541"/>
</p:tagLst>
</file>

<file path=ppt/tags/tag164.xml><?xml version="1.0" encoding="utf-8"?>
<p:tagLst xmlns:p="http://schemas.openxmlformats.org/presentationml/2006/main">
  <p:tag name="AS_UNIQUEID" val="2542"/>
</p:tagLst>
</file>

<file path=ppt/tags/tag165.xml><?xml version="1.0" encoding="utf-8"?>
<p:tagLst xmlns:p="http://schemas.openxmlformats.org/presentationml/2006/main">
  <p:tag name="AS_UNIQUEID" val="2543"/>
</p:tagLst>
</file>

<file path=ppt/tags/tag166.xml><?xml version="1.0" encoding="utf-8"?>
<p:tagLst xmlns:p="http://schemas.openxmlformats.org/presentationml/2006/main">
  <p:tag name="AS_UNIQUEID" val="2544"/>
</p:tagLst>
</file>

<file path=ppt/tags/tag167.xml><?xml version="1.0" encoding="utf-8"?>
<p:tagLst xmlns:p="http://schemas.openxmlformats.org/presentationml/2006/main">
  <p:tag name="AS_UNIQUEID" val="2545"/>
</p:tagLst>
</file>

<file path=ppt/tags/tag168.xml><?xml version="1.0" encoding="utf-8"?>
<p:tagLst xmlns:p="http://schemas.openxmlformats.org/presentationml/2006/main">
  <p:tag name="AS_UNIQUEID" val="2546"/>
</p:tagLst>
</file>

<file path=ppt/tags/tag169.xml><?xml version="1.0" encoding="utf-8"?>
<p:tagLst xmlns:p="http://schemas.openxmlformats.org/presentationml/2006/main">
  <p:tag name="AS_UNIQUEID" val="2547"/>
</p:tagLst>
</file>

<file path=ppt/tags/tag170.xml><?xml version="1.0" encoding="utf-8"?>
<p:tagLst xmlns:p="http://schemas.openxmlformats.org/presentationml/2006/main">
  <p:tag name="AS_UNIQUEID" val="2548"/>
</p:tagLst>
</file>

<file path=ppt/tags/tag171.xml><?xml version="1.0" encoding="utf-8"?>
<p:tagLst xmlns:p="http://schemas.openxmlformats.org/presentationml/2006/main">
  <p:tag name="AS_UNIQUEID" val="2549"/>
  <p:tag name="KSO_WM_UNIT_PLACING_PICTURE_USER_VIEWPORT" val="{&quot;height&quot;:2948.9259842519687,&quot;width&quot;:2948.9259842519687}"/>
</p:tagLst>
</file>

<file path=ppt/tags/tag172.xml><?xml version="1.0" encoding="utf-8"?>
<p:tagLst xmlns:p="http://schemas.openxmlformats.org/presentationml/2006/main">
  <p:tag name="AS_UNIQUEID" val="2550"/>
</p:tagLst>
</file>

<file path=ppt/tags/tag173.xml><?xml version="1.0" encoding="utf-8"?>
<p:tagLst xmlns:p="http://schemas.openxmlformats.org/presentationml/2006/main">
  <p:tag name="AS_UNIQUEID" val="2551"/>
</p:tagLst>
</file>

<file path=ppt/tags/tag174.xml><?xml version="1.0" encoding="utf-8"?>
<p:tagLst xmlns:p="http://schemas.openxmlformats.org/presentationml/2006/main">
  <p:tag name="AS_UNIQUEID" val="2552"/>
</p:tagLst>
</file>

<file path=ppt/tags/tag175.xml><?xml version="1.0" encoding="utf-8"?>
<p:tagLst xmlns:p="http://schemas.openxmlformats.org/presentationml/2006/main">
  <p:tag name="AS_UNIQUEID" val="2553"/>
</p:tagLst>
</file>

<file path=ppt/tags/tag176.xml><?xml version="1.0" encoding="utf-8"?>
<p:tagLst xmlns:p="http://schemas.openxmlformats.org/presentationml/2006/main">
  <p:tag name="AS_UNIQUEID" val="2554"/>
</p:tagLst>
</file>

<file path=ppt/tags/tag177.xml><?xml version="1.0" encoding="utf-8"?>
<p:tagLst xmlns:p="http://schemas.openxmlformats.org/presentationml/2006/main">
  <p:tag name="AS_UNIQUEID" val="2555"/>
</p:tagLst>
</file>

<file path=ppt/tags/tag178.xml><?xml version="1.0" encoding="utf-8"?>
<p:tagLst xmlns:p="http://schemas.openxmlformats.org/presentationml/2006/main">
  <p:tag name="AS_UNIQUEID" val="2556"/>
</p:tagLst>
</file>

<file path=ppt/tags/tag179.xml><?xml version="1.0" encoding="utf-8"?>
<p:tagLst xmlns:p="http://schemas.openxmlformats.org/presentationml/2006/main">
  <p:tag name="AS_UNIQUEID" val="1156"/>
</p:tagLst>
</file>

<file path=ppt/tags/tag180.xml><?xml version="1.0" encoding="utf-8"?>
<p:tagLst xmlns:p="http://schemas.openxmlformats.org/presentationml/2006/main">
  <p:tag name="AS_UNIQUEID" val="1157"/>
</p:tagLst>
</file>

<file path=ppt/tags/tag181.xml><?xml version="1.0" encoding="utf-8"?>
<p:tagLst xmlns:p="http://schemas.openxmlformats.org/presentationml/2006/main">
  <p:tag name="AS_UNIQUEID" val="2557"/>
</p:tagLst>
</file>

<file path=ppt/tags/tag182.xml><?xml version="1.0" encoding="utf-8"?>
<p:tagLst xmlns:p="http://schemas.openxmlformats.org/presentationml/2006/main">
  <p:tag name="AS_UNIQUEID" val="2402"/>
  <p:tag name="KSO_WM_UNIT_PLACING_PICTURE_USER_VIEWPORT" val="{&quot;height&quot;:4748,&quot;width&quot;:8042}"/>
</p:tagLst>
</file>

<file path=ppt/tags/tag183.xml><?xml version="1.0" encoding="utf-8"?>
<p:tagLst xmlns:p="http://schemas.openxmlformats.org/presentationml/2006/main">
  <p:tag name="AS_UNIQUEID" val="2558"/>
</p:tagLst>
</file>

<file path=ppt/tags/tag184.xml><?xml version="1.0" encoding="utf-8"?>
<p:tagLst xmlns:p="http://schemas.openxmlformats.org/presentationml/2006/main">
  <p:tag name="AS_UNIQUEID" val="2559"/>
</p:tagLst>
</file>

<file path=ppt/tags/tag185.xml><?xml version="1.0" encoding="utf-8"?>
<p:tagLst xmlns:p="http://schemas.openxmlformats.org/presentationml/2006/main">
  <p:tag name="AS_UNIQUEID" val="235"/>
</p:tagLst>
</file>

<file path=ppt/tags/tag186.xml><?xml version="1.0" encoding="utf-8"?>
<p:tagLst xmlns:p="http://schemas.openxmlformats.org/presentationml/2006/main">
  <p:tag name="AS_UNIQUEID" val="236"/>
</p:tagLst>
</file>

<file path=ppt/tags/tag187.xml><?xml version="1.0" encoding="utf-8"?>
<p:tagLst xmlns:p="http://schemas.openxmlformats.org/presentationml/2006/main">
  <p:tag name="AS_UNIQUEID" val="237"/>
</p:tagLst>
</file>

<file path=ppt/tags/tag188.xml><?xml version="1.0" encoding="utf-8"?>
<p:tagLst xmlns:p="http://schemas.openxmlformats.org/presentationml/2006/main">
  <p:tag name="AS_UNIQUEID" val="238"/>
</p:tagLst>
</file>

<file path=ppt/tags/tag189.xml><?xml version="1.0" encoding="utf-8"?>
<p:tagLst xmlns:p="http://schemas.openxmlformats.org/presentationml/2006/main">
  <p:tag name="AS_UNIQUEID" val="240"/>
</p:tagLst>
</file>

<file path=ppt/tags/tag190.xml><?xml version="1.0" encoding="utf-8"?>
<p:tagLst xmlns:p="http://schemas.openxmlformats.org/presentationml/2006/main">
  <p:tag name="AS_UNIQUEID" val="1156"/>
</p:tagLst>
</file>

<file path=ppt/tags/tag191.xml><?xml version="1.0" encoding="utf-8"?>
<p:tagLst xmlns:p="http://schemas.openxmlformats.org/presentationml/2006/main">
  <p:tag name="AS_UNIQUEID" val="1157"/>
</p:tagLst>
</file>

<file path=ppt/tags/tag192.xml><?xml version="1.0" encoding="utf-8"?>
<p:tagLst xmlns:p="http://schemas.openxmlformats.org/presentationml/2006/main">
  <p:tag name="AS_UNIQUEID" val="2560"/>
</p:tagLst>
</file>

<file path=ppt/tags/tag193.xml><?xml version="1.0" encoding="utf-8"?>
<p:tagLst xmlns:p="http://schemas.openxmlformats.org/presentationml/2006/main">
  <p:tag name="AS_UNIQUEID" val="2561"/>
</p:tagLst>
</file>

<file path=ppt/tags/tag194.xml><?xml version="1.0" encoding="utf-8"?>
<p:tagLst xmlns:p="http://schemas.openxmlformats.org/presentationml/2006/main">
  <p:tag name="AS_UNIQUEID" val="249"/>
</p:tagLst>
</file>

<file path=ppt/tags/tag195.xml><?xml version="1.0" encoding="utf-8"?>
<p:tagLst xmlns:p="http://schemas.openxmlformats.org/presentationml/2006/main">
  <p:tag name="AS_UNIQUEID" val="250"/>
</p:tagLst>
</file>

<file path=ppt/tags/tag196.xml><?xml version="1.0" encoding="utf-8"?>
<p:tagLst xmlns:p="http://schemas.openxmlformats.org/presentationml/2006/main">
  <p:tag name="AS_UNIQUEID" val="251"/>
</p:tagLst>
</file>

<file path=ppt/tags/tag197.xml><?xml version="1.0" encoding="utf-8"?>
<p:tagLst xmlns:p="http://schemas.openxmlformats.org/presentationml/2006/main">
  <p:tag name="AS_UNIQUEID" val="1156"/>
</p:tagLst>
</file>

<file path=ppt/tags/tag198.xml><?xml version="1.0" encoding="utf-8"?>
<p:tagLst xmlns:p="http://schemas.openxmlformats.org/presentationml/2006/main">
  <p:tag name="AS_UNIQUEID" val="1157"/>
</p:tagLst>
</file>

<file path=ppt/tags/tag199.xml><?xml version="1.0" encoding="utf-8"?>
<p:tagLst xmlns:p="http://schemas.openxmlformats.org/presentationml/2006/main">
  <p:tag name="AS_UNIQUEID" val="2562"/>
</p:tagLst>
</file>

<file path=ppt/tags/tag200.xml><?xml version="1.0" encoding="utf-8"?>
<p:tagLst xmlns:p="http://schemas.openxmlformats.org/presentationml/2006/main">
  <p:tag name="AS_UNIQUEID" val="2"/>
</p:tagLst>
</file>

<file path=ppt/tags/tag201.xml><?xml version="1.0" encoding="utf-8"?>
<p:tagLst xmlns:p="http://schemas.openxmlformats.org/presentationml/2006/main">
  <p:tag name="AS_UNIQUEID" val="2563"/>
</p:tagLst>
</file>

<file path=ppt/tags/tag202.xml><?xml version="1.0" encoding="utf-8"?>
<p:tagLst xmlns:p="http://schemas.openxmlformats.org/presentationml/2006/main">
  <p:tag name="AS_UNIQUEID" val="2564"/>
</p:tagLst>
</file>

<file path=ppt/tags/tag203.xml><?xml version="1.0" encoding="utf-8"?>
<p:tagLst xmlns:p="http://schemas.openxmlformats.org/presentationml/2006/main">
  <p:tag name="AS_UNIQUEID" val="2565"/>
</p:tagLst>
</file>

<file path=ppt/tags/tag204.xml><?xml version="1.0" encoding="utf-8"?>
<p:tagLst xmlns:p="http://schemas.openxmlformats.org/presentationml/2006/main">
  <p:tag name="AS_UNIQUEID" val="658"/>
</p:tagLst>
</file>

<file path=ppt/tags/tag205.xml><?xml version="1.0" encoding="utf-8"?>
<p:tagLst xmlns:p="http://schemas.openxmlformats.org/presentationml/2006/main">
  <p:tag name="AS_UNIQUEID" val="659"/>
</p:tagLst>
</file>

<file path=ppt/tags/tag206.xml><?xml version="1.0" encoding="utf-8"?>
<p:tagLst xmlns:p="http://schemas.openxmlformats.org/presentationml/2006/main">
  <p:tag name="AS_UNIQUEID" val="661"/>
</p:tagLst>
</file>

<file path=ppt/tags/tag207.xml><?xml version="1.0" encoding="utf-8"?>
<p:tagLst xmlns:p="http://schemas.openxmlformats.org/presentationml/2006/main">
  <p:tag name="AS_UNIQUEID" val="663"/>
</p:tagLst>
</file>

<file path=ppt/tags/tag208.xml><?xml version="1.0" encoding="utf-8"?>
<p:tagLst xmlns:p="http://schemas.openxmlformats.org/presentationml/2006/main">
  <p:tag name="AS_UNIQUEID" val="249"/>
</p:tagLst>
</file>

<file path=ppt/tags/tag209.xml><?xml version="1.0" encoding="utf-8"?>
<p:tagLst xmlns:p="http://schemas.openxmlformats.org/presentationml/2006/main">
  <p:tag name="AS_UNIQUEID" val="2566"/>
</p:tagLst>
</file>

<file path=ppt/tags/tag210.xml><?xml version="1.0" encoding="utf-8"?>
<p:tagLst xmlns:p="http://schemas.openxmlformats.org/presentationml/2006/main">
  <p:tag name="AS_UNIQUEID" val="1156"/>
</p:tagLst>
</file>

<file path=ppt/tags/tag211.xml><?xml version="1.0" encoding="utf-8"?>
<p:tagLst xmlns:p="http://schemas.openxmlformats.org/presentationml/2006/main">
  <p:tag name="AS_UNIQUEID" val="1157"/>
</p:tagLst>
</file>

<file path=ppt/tags/tag212.xml><?xml version="1.0" encoding="utf-8"?>
<p:tagLst xmlns:p="http://schemas.openxmlformats.org/presentationml/2006/main">
  <p:tag name="AS_UNIQUEID" val="2567"/>
</p:tagLst>
</file>

<file path=ppt/tags/tag213.xml><?xml version="1.0" encoding="utf-8"?>
<p:tagLst xmlns:p="http://schemas.openxmlformats.org/presentationml/2006/main">
  <p:tag name="AS_UNIQUEID" val="2568"/>
</p:tagLst>
</file>

<file path=ppt/tags/tag214.xml><?xml version="1.0" encoding="utf-8"?>
<p:tagLst xmlns:p="http://schemas.openxmlformats.org/presentationml/2006/main">
  <p:tag name="AS_UNIQUEID" val="2569"/>
</p:tagLst>
</file>

<file path=ppt/tags/tag215.xml><?xml version="1.0" encoding="utf-8"?>
<p:tagLst xmlns:p="http://schemas.openxmlformats.org/presentationml/2006/main">
  <p:tag name="AS_UNIQUEID" val="784"/>
</p:tagLst>
</file>

<file path=ppt/tags/tag216.xml><?xml version="1.0" encoding="utf-8"?>
<p:tagLst xmlns:p="http://schemas.openxmlformats.org/presentationml/2006/main">
  <p:tag name="AS_UNIQUEID" val="785"/>
</p:tagLst>
</file>

<file path=ppt/tags/tag217.xml><?xml version="1.0" encoding="utf-8"?>
<p:tagLst xmlns:p="http://schemas.openxmlformats.org/presentationml/2006/main">
  <p:tag name="AS_UNIQUEID" val="786"/>
</p:tagLst>
</file>

<file path=ppt/tags/tag218.xml><?xml version="1.0" encoding="utf-8"?>
<p:tagLst xmlns:p="http://schemas.openxmlformats.org/presentationml/2006/main">
  <p:tag name="AS_UNIQUEID" val="787"/>
</p:tagLst>
</file>

<file path=ppt/tags/tag219.xml><?xml version="1.0" encoding="utf-8"?>
<p:tagLst xmlns:p="http://schemas.openxmlformats.org/presentationml/2006/main">
  <p:tag name="AS_UNIQUEID" val="788"/>
</p:tagLst>
</file>

<file path=ppt/tags/tag220.xml><?xml version="1.0" encoding="utf-8"?>
<p:tagLst xmlns:p="http://schemas.openxmlformats.org/presentationml/2006/main">
  <p:tag name="AS_UNIQUEID" val="790"/>
</p:tagLst>
</file>

<file path=ppt/tags/tag221.xml><?xml version="1.0" encoding="utf-8"?>
<p:tagLst xmlns:p="http://schemas.openxmlformats.org/presentationml/2006/main">
  <p:tag name="AS_UNIQUEID" val="1156"/>
</p:tagLst>
</file>

<file path=ppt/tags/tag222.xml><?xml version="1.0" encoding="utf-8"?>
<p:tagLst xmlns:p="http://schemas.openxmlformats.org/presentationml/2006/main">
  <p:tag name="AS_UNIQUEID" val="1157"/>
</p:tagLst>
</file>

<file path=ppt/tags/tag223.xml><?xml version="1.0" encoding="utf-8"?>
<p:tagLst xmlns:p="http://schemas.openxmlformats.org/presentationml/2006/main">
  <p:tag name="AS_UNIQUEID" val="2570"/>
</p:tagLst>
</file>

<file path=ppt/tags/tag224.xml><?xml version="1.0" encoding="utf-8"?>
<p:tagLst xmlns:p="http://schemas.openxmlformats.org/presentationml/2006/main">
  <p:tag name="AS_UNIQUEID" val="2571"/>
</p:tagLst>
</file>

<file path=ppt/tags/tag225.xml><?xml version="1.0" encoding="utf-8"?>
<p:tagLst xmlns:p="http://schemas.openxmlformats.org/presentationml/2006/main">
  <p:tag name="AS_UNIQUEID" val="2572"/>
</p:tagLst>
</file>

<file path=ppt/tags/tag226.xml><?xml version="1.0" encoding="utf-8"?>
<p:tagLst xmlns:p="http://schemas.openxmlformats.org/presentationml/2006/main">
  <p:tag name="AS_UNIQUEID" val="2573"/>
</p:tagLst>
</file>

<file path=ppt/tags/tag227.xml><?xml version="1.0" encoding="utf-8"?>
<p:tagLst xmlns:p="http://schemas.openxmlformats.org/presentationml/2006/main">
  <p:tag name="AS_UNIQUEID" val="2574"/>
</p:tagLst>
</file>

<file path=ppt/tags/tag228.xml><?xml version="1.0" encoding="utf-8"?>
<p:tagLst xmlns:p="http://schemas.openxmlformats.org/presentationml/2006/main">
  <p:tag name="AS_UNIQUEID" val="515"/>
</p:tagLst>
</file>

<file path=ppt/tags/tag229.xml><?xml version="1.0" encoding="utf-8"?>
<p:tagLst xmlns:p="http://schemas.openxmlformats.org/presentationml/2006/main">
  <p:tag name="AS_UNIQUEID" val="815"/>
</p:tagLst>
</file>

<file path=ppt/tags/tag230.xml><?xml version="1.0" encoding="utf-8"?>
<p:tagLst xmlns:p="http://schemas.openxmlformats.org/presentationml/2006/main">
  <p:tag name="AS_UNIQUEID" val="1156"/>
</p:tagLst>
</file>

<file path=ppt/tags/tag231.xml><?xml version="1.0" encoding="utf-8"?>
<p:tagLst xmlns:p="http://schemas.openxmlformats.org/presentationml/2006/main">
  <p:tag name="AS_UNIQUEID" val="1157"/>
</p:tagLst>
</file>

<file path=ppt/tags/tag232.xml><?xml version="1.0" encoding="utf-8"?>
<p:tagLst xmlns:p="http://schemas.openxmlformats.org/presentationml/2006/main">
  <p:tag name="AS_UNIQUEID" val="2575"/>
</p:tagLst>
</file>

<file path=ppt/tags/tag233.xml><?xml version="1.0" encoding="utf-8"?>
<p:tagLst xmlns:p="http://schemas.openxmlformats.org/presentationml/2006/main">
  <p:tag name="AS_UNIQUEID" val="2576"/>
</p:tagLst>
</file>

<file path=ppt/tags/tag234.xml><?xml version="1.0" encoding="utf-8"?>
<p:tagLst xmlns:p="http://schemas.openxmlformats.org/presentationml/2006/main">
  <p:tag name="AS_UNIQUEID" val="2577"/>
</p:tagLst>
</file>

<file path=ppt/tags/tag235.xml><?xml version="1.0" encoding="utf-8"?>
<p:tagLst xmlns:p="http://schemas.openxmlformats.org/presentationml/2006/main">
  <p:tag name="AS_UNIQUEID" val="2578"/>
</p:tagLst>
</file>

<file path=ppt/tags/tag236.xml><?xml version="1.0" encoding="utf-8"?>
<p:tagLst xmlns:p="http://schemas.openxmlformats.org/presentationml/2006/main">
  <p:tag name="AS_UNIQUEID" val="515"/>
</p:tagLst>
</file>

<file path=ppt/tags/tag237.xml><?xml version="1.0" encoding="utf-8"?>
<p:tagLst xmlns:p="http://schemas.openxmlformats.org/presentationml/2006/main">
  <p:tag name="AS_UNIQUEID" val="822"/>
</p:tagLst>
</file>

<file path=ppt/tags/tag238.xml><?xml version="1.0" encoding="utf-8"?>
<p:tagLst xmlns:p="http://schemas.openxmlformats.org/presentationml/2006/main">
  <p:tag name="AS_UNIQUEID" val="827"/>
</p:tagLst>
</file>

<file path=ppt/tags/tag239.xml><?xml version="1.0" encoding="utf-8"?>
<p:tagLst xmlns:p="http://schemas.openxmlformats.org/presentationml/2006/main">
  <p:tag name="AS_UNIQUEID" val="829"/>
</p:tagLst>
</file>

<file path=ppt/tags/tag240.xml><?xml version="1.0" encoding="utf-8"?>
<p:tagLst xmlns:p="http://schemas.openxmlformats.org/presentationml/2006/main">
  <p:tag name="AS_UNIQUEID" val="2132"/>
</p:tagLst>
</file>

<file path=ppt/tags/tag241.xml><?xml version="1.0" encoding="utf-8"?>
<p:tagLst xmlns:p="http://schemas.openxmlformats.org/presentationml/2006/main">
  <p:tag name="AS_UNIQUEID" val="1156"/>
</p:tagLst>
</file>

<file path=ppt/tags/tag242.xml><?xml version="1.0" encoding="utf-8"?>
<p:tagLst xmlns:p="http://schemas.openxmlformats.org/presentationml/2006/main">
  <p:tag name="AS_UNIQUEID" val="1157"/>
</p:tagLst>
</file>

<file path=ppt/tags/tag243.xml><?xml version="1.0" encoding="utf-8"?>
<p:tagLst xmlns:p="http://schemas.openxmlformats.org/presentationml/2006/main">
  <p:tag name="AS_UNIQUEID" val="2579"/>
</p:tagLst>
</file>

<file path=ppt/tags/tag244.xml><?xml version="1.0" encoding="utf-8"?>
<p:tagLst xmlns:p="http://schemas.openxmlformats.org/presentationml/2006/main">
  <p:tag name="AS_UNIQUEID" val="945"/>
</p:tagLst>
</file>

<file path=ppt/tags/tag245.xml><?xml version="1.0" encoding="utf-8"?>
<p:tagLst xmlns:p="http://schemas.openxmlformats.org/presentationml/2006/main">
  <p:tag name="AS_UNIQUEID" val="2580"/>
</p:tagLst>
</file>

<file path=ppt/tags/tag246.xml><?xml version="1.0" encoding="utf-8"?>
<p:tagLst xmlns:p="http://schemas.openxmlformats.org/presentationml/2006/main">
  <p:tag name="AS_UNIQUEID" val="2859"/>
</p:tagLst>
</file>

<file path=ppt/tags/tag247.xml><?xml version="1.0" encoding="utf-8"?>
<p:tagLst xmlns:p="http://schemas.openxmlformats.org/presentationml/2006/main">
  <p:tag name="AS_UNIQUEID" val="2581"/>
</p:tagLst>
</file>

<file path=ppt/tags/tag248.xml><?xml version="1.0" encoding="utf-8"?>
<p:tagLst xmlns:p="http://schemas.openxmlformats.org/presentationml/2006/main">
  <p:tag name="AS_UNIQUEID" val="837"/>
</p:tagLst>
</file>

<file path=ppt/tags/tag249.xml><?xml version="1.0" encoding="utf-8"?>
<p:tagLst xmlns:p="http://schemas.openxmlformats.org/presentationml/2006/main">
  <p:tag name="AS_UNIQUEID" val="844"/>
</p:tagLst>
</file>

<file path=ppt/tags/tag250.xml><?xml version="1.0" encoding="utf-8"?>
<p:tagLst xmlns:p="http://schemas.openxmlformats.org/presentationml/2006/main">
  <p:tag name="AS_UNIQUEID" val="2582"/>
</p:tagLst>
</file>

<file path=ppt/tags/tag251.xml><?xml version="1.0" encoding="utf-8"?>
<p:tagLst xmlns:p="http://schemas.openxmlformats.org/presentationml/2006/main">
  <p:tag name="AS_UNIQUEID" val="1156"/>
</p:tagLst>
</file>

<file path=ppt/tags/tag252.xml><?xml version="1.0" encoding="utf-8"?>
<p:tagLst xmlns:p="http://schemas.openxmlformats.org/presentationml/2006/main">
  <p:tag name="AS_UNIQUEID" val="1157"/>
</p:tagLst>
</file>

<file path=ppt/tags/tag253.xml><?xml version="1.0" encoding="utf-8"?>
<p:tagLst xmlns:p="http://schemas.openxmlformats.org/presentationml/2006/main">
  <p:tag name="AS_UNIQUEID" val="2583"/>
</p:tagLst>
</file>

<file path=ppt/tags/tag254.xml><?xml version="1.0" encoding="utf-8"?>
<p:tagLst xmlns:p="http://schemas.openxmlformats.org/presentationml/2006/main">
  <p:tag name="AS_UNIQUEID" val="461"/>
</p:tagLst>
</file>

<file path=ppt/tags/tag255.xml><?xml version="1.0" encoding="utf-8"?>
<p:tagLst xmlns:p="http://schemas.openxmlformats.org/presentationml/2006/main">
  <p:tag name="AS_UNIQUEID" val="2584"/>
</p:tagLst>
</file>

<file path=ppt/tags/tag256.xml><?xml version="1.0" encoding="utf-8"?>
<p:tagLst xmlns:p="http://schemas.openxmlformats.org/presentationml/2006/main">
  <p:tag name="AS_UNIQUEID" val="2585"/>
</p:tagLst>
</file>

<file path=ppt/tags/tag257.xml><?xml version="1.0" encoding="utf-8"?>
<p:tagLst xmlns:p="http://schemas.openxmlformats.org/presentationml/2006/main">
  <p:tag name="AS_UNIQUEID" val="2586"/>
</p:tagLst>
</file>

<file path=ppt/tags/tag258.xml><?xml version="1.0" encoding="utf-8"?>
<p:tagLst xmlns:p="http://schemas.openxmlformats.org/presentationml/2006/main">
  <p:tag name="AS_UNIQUEID" val="450"/>
</p:tagLst>
</file>

<file path=ppt/tags/tag259.xml><?xml version="1.0" encoding="utf-8"?>
<p:tagLst xmlns:p="http://schemas.openxmlformats.org/presentationml/2006/main">
  <p:tag name="AS_UNIQUEID" val="2587"/>
</p:tagLst>
</file>

<file path=ppt/tags/tag260.xml><?xml version="1.0" encoding="utf-8"?>
<p:tagLst xmlns:p="http://schemas.openxmlformats.org/presentationml/2006/main">
  <p:tag name="AS_UNIQUEID" val="2588"/>
</p:tagLst>
</file>

<file path=ppt/tags/tag261.xml><?xml version="1.0" encoding="utf-8"?>
<p:tagLst xmlns:p="http://schemas.openxmlformats.org/presentationml/2006/main">
  <p:tag name="AS_UNIQUEID" val="2589"/>
</p:tagLst>
</file>

<file path=ppt/tags/tag262.xml><?xml version="1.0" encoding="utf-8"?>
<p:tagLst xmlns:p="http://schemas.openxmlformats.org/presentationml/2006/main">
  <p:tag name="AS_UNIQUEID" val="2590"/>
</p:tagLst>
</file>

<file path=ppt/tags/tag263.xml><?xml version="1.0" encoding="utf-8"?>
<p:tagLst xmlns:p="http://schemas.openxmlformats.org/presentationml/2006/main">
  <p:tag name="AS_UNIQUEID" val="2591"/>
</p:tagLst>
</file>

<file path=ppt/tags/tag264.xml><?xml version="1.0" encoding="utf-8"?>
<p:tagLst xmlns:p="http://schemas.openxmlformats.org/presentationml/2006/main">
  <p:tag name="AS_UNIQUEID" val="837"/>
</p:tagLst>
</file>

<file path=ppt/tags/tag265.xml><?xml version="1.0" encoding="utf-8"?>
<p:tagLst xmlns:p="http://schemas.openxmlformats.org/presentationml/2006/main">
  <p:tag name="AS_UNIQUEID" val="1156"/>
</p:tagLst>
</file>

<file path=ppt/tags/tag266.xml><?xml version="1.0" encoding="utf-8"?>
<p:tagLst xmlns:p="http://schemas.openxmlformats.org/presentationml/2006/main">
  <p:tag name="AS_UNIQUEID" val="1157"/>
</p:tagLst>
</file>

<file path=ppt/tags/tag267.xml><?xml version="1.0" encoding="utf-8"?>
<p:tagLst xmlns:p="http://schemas.openxmlformats.org/presentationml/2006/main">
  <p:tag name="AS_UNIQUEID" val="2592"/>
</p:tagLst>
</file>

<file path=ppt/tags/tag268.xml><?xml version="1.0" encoding="utf-8"?>
<p:tagLst xmlns:p="http://schemas.openxmlformats.org/presentationml/2006/main">
  <p:tag name="AS_UNIQUEID" val="2593"/>
</p:tagLst>
</file>

<file path=ppt/tags/tag269.xml><?xml version="1.0" encoding="utf-8"?>
<p:tagLst xmlns:p="http://schemas.openxmlformats.org/presentationml/2006/main">
  <p:tag name="AS_UNIQUEID" val="2594"/>
</p:tagLst>
</file>

<file path=ppt/tags/tag270.xml><?xml version="1.0" encoding="utf-8"?>
<p:tagLst xmlns:p="http://schemas.openxmlformats.org/presentationml/2006/main">
  <p:tag name="AS_UNIQUEID" val="2595"/>
</p:tagLst>
</file>

<file path=ppt/tags/tag271.xml><?xml version="1.0" encoding="utf-8"?>
<p:tagLst xmlns:p="http://schemas.openxmlformats.org/presentationml/2006/main">
  <p:tag name="AS_UNIQUEID" val="2596"/>
</p:tagLst>
</file>

<file path=ppt/tags/tag272.xml><?xml version="1.0" encoding="utf-8"?>
<p:tagLst xmlns:p="http://schemas.openxmlformats.org/presentationml/2006/main">
  <p:tag name="AS_UNIQUEID" val="2597"/>
</p:tagLst>
</file>

<file path=ppt/tags/tag273.xml><?xml version="1.0" encoding="utf-8"?>
<p:tagLst xmlns:p="http://schemas.openxmlformats.org/presentationml/2006/main">
  <p:tag name="AS_UNIQUEID" val="2598"/>
</p:tagLst>
</file>

<file path=ppt/tags/tag274.xml><?xml version="1.0" encoding="utf-8"?>
<p:tagLst xmlns:p="http://schemas.openxmlformats.org/presentationml/2006/main">
  <p:tag name="AS_UNIQUEID" val="2599"/>
</p:tagLst>
</file>

<file path=ppt/tags/tag275.xml><?xml version="1.0" encoding="utf-8"?>
<p:tagLst xmlns:p="http://schemas.openxmlformats.org/presentationml/2006/main">
  <p:tag name="AS_UNIQUEID" val="2600"/>
</p:tagLst>
</file>

<file path=ppt/tags/tag276.xml><?xml version="1.0" encoding="utf-8"?>
<p:tagLst xmlns:p="http://schemas.openxmlformats.org/presentationml/2006/main">
  <p:tag name="AS_UNIQUEID" val="2601"/>
</p:tagLst>
</file>

<file path=ppt/tags/tag277.xml><?xml version="1.0" encoding="utf-8"?>
<p:tagLst xmlns:p="http://schemas.openxmlformats.org/presentationml/2006/main">
  <p:tag name="AS_UNIQUEID" val="2602"/>
</p:tagLst>
</file>

<file path=ppt/tags/tag278.xml><?xml version="1.0" encoding="utf-8"?>
<p:tagLst xmlns:p="http://schemas.openxmlformats.org/presentationml/2006/main">
  <p:tag name="AS_UNIQUEID" val="2603"/>
</p:tagLst>
</file>

<file path=ppt/tags/tag279.xml><?xml version="1.0" encoding="utf-8"?>
<p:tagLst xmlns:p="http://schemas.openxmlformats.org/presentationml/2006/main">
  <p:tag name="AS_UNIQUEID" val="2604"/>
</p:tagLst>
</file>

<file path=ppt/tags/tag280.xml><?xml version="1.0" encoding="utf-8"?>
<p:tagLst xmlns:p="http://schemas.openxmlformats.org/presentationml/2006/main">
  <p:tag name="AS_UNIQUEID" val="2605"/>
</p:tagLst>
</file>

<file path=ppt/tags/tag281.xml><?xml version="1.0" encoding="utf-8"?>
<p:tagLst xmlns:p="http://schemas.openxmlformats.org/presentationml/2006/main">
  <p:tag name="AS_UNIQUEID" val="2606"/>
</p:tagLst>
</file>

<file path=ppt/tags/tag282.xml><?xml version="1.0" encoding="utf-8"?>
<p:tagLst xmlns:p="http://schemas.openxmlformats.org/presentationml/2006/main">
  <p:tag name="AS_UNIQUEID" val="837"/>
</p:tagLst>
</file>

<file path=ppt/tags/tag283.xml><?xml version="1.0" encoding="utf-8"?>
<p:tagLst xmlns:p="http://schemas.openxmlformats.org/presentationml/2006/main">
  <p:tag name="AS_UNIQUEID" val="1156"/>
</p:tagLst>
</file>

<file path=ppt/tags/tag284.xml><?xml version="1.0" encoding="utf-8"?>
<p:tagLst xmlns:p="http://schemas.openxmlformats.org/presentationml/2006/main">
  <p:tag name="AS_UNIQUEID" val="1157"/>
</p:tagLst>
</file>

<file path=ppt/tags/tag285.xml><?xml version="1.0" encoding="utf-8"?>
<p:tagLst xmlns:p="http://schemas.openxmlformats.org/presentationml/2006/main">
  <p:tag name="AS_UNIQUEID" val="2607"/>
</p:tagLst>
</file>

<file path=ppt/tags/tag286.xml><?xml version="1.0" encoding="utf-8"?>
<p:tagLst xmlns:p="http://schemas.openxmlformats.org/presentationml/2006/main">
  <p:tag name="AS_UNIQUEID" val="2608"/>
</p:tagLst>
</file>

<file path=ppt/tags/tag287.xml><?xml version="1.0" encoding="utf-8"?>
<p:tagLst xmlns:p="http://schemas.openxmlformats.org/presentationml/2006/main">
  <p:tag name="AS_UNIQUEID" val="2609"/>
</p:tagLst>
</file>

<file path=ppt/tags/tag288.xml><?xml version="1.0" encoding="utf-8"?>
<p:tagLst xmlns:p="http://schemas.openxmlformats.org/presentationml/2006/main">
  <p:tag name="AS_UNIQUEID" val="2610"/>
</p:tagLst>
</file>

<file path=ppt/tags/tag289.xml><?xml version="1.0" encoding="utf-8"?>
<p:tagLst xmlns:p="http://schemas.openxmlformats.org/presentationml/2006/main">
  <p:tag name="AS_UNIQUEID" val="2611"/>
</p:tagLst>
</file>

<file path=ppt/tags/tag290.xml><?xml version="1.0" encoding="utf-8"?>
<p:tagLst xmlns:p="http://schemas.openxmlformats.org/presentationml/2006/main">
  <p:tag name="AS_UNIQUEID" val="2612"/>
</p:tagLst>
</file>

<file path=ppt/tags/tag291.xml><?xml version="1.0" encoding="utf-8"?>
<p:tagLst xmlns:p="http://schemas.openxmlformats.org/presentationml/2006/main">
  <p:tag name="AS_UNIQUEID" val="2613"/>
</p:tagLst>
</file>

<file path=ppt/tags/tag292.xml><?xml version="1.0" encoding="utf-8"?>
<p:tagLst xmlns:p="http://schemas.openxmlformats.org/presentationml/2006/main">
  <p:tag name="AS_UNIQUEID" val="2614"/>
</p:tagLst>
</file>

<file path=ppt/tags/tag293.xml><?xml version="1.0" encoding="utf-8"?>
<p:tagLst xmlns:p="http://schemas.openxmlformats.org/presentationml/2006/main">
  <p:tag name="AS_UNIQUEID" val="2615"/>
</p:tagLst>
</file>

<file path=ppt/tags/tag294.xml><?xml version="1.0" encoding="utf-8"?>
<p:tagLst xmlns:p="http://schemas.openxmlformats.org/presentationml/2006/main">
  <p:tag name="AS_UNIQUEID" val="2616"/>
</p:tagLst>
</file>

<file path=ppt/tags/tag295.xml><?xml version="1.0" encoding="utf-8"?>
<p:tagLst xmlns:p="http://schemas.openxmlformats.org/presentationml/2006/main">
  <p:tag name="AS_UNIQUEID" val="2240"/>
</p:tagLst>
</file>

<file path=ppt/tags/tag296.xml><?xml version="1.0" encoding="utf-8"?>
<p:tagLst xmlns:p="http://schemas.openxmlformats.org/presentationml/2006/main">
  <p:tag name="AS_UNIQUEID" val="2241"/>
</p:tagLst>
</file>

<file path=ppt/tags/tag297.xml><?xml version="1.0" encoding="utf-8"?>
<p:tagLst xmlns:p="http://schemas.openxmlformats.org/presentationml/2006/main">
  <p:tag name="AS_UNIQUEID" val="2242"/>
</p:tagLst>
</file>

<file path=ppt/tags/tag298.xml><?xml version="1.0" encoding="utf-8"?>
<p:tagLst xmlns:p="http://schemas.openxmlformats.org/presentationml/2006/main">
  <p:tag name="AS_UNIQUEID" val="2243"/>
</p:tagLst>
</file>

<file path=ppt/tags/tag299.xml><?xml version="1.0" encoding="utf-8"?>
<p:tagLst xmlns:p="http://schemas.openxmlformats.org/presentationml/2006/main">
  <p:tag name="AS_UNIQUEID" val="2244"/>
</p:tagLst>
</file>

<file path=ppt/tags/tag300.xml><?xml version="1.0" encoding="utf-8"?>
<p:tagLst xmlns:p="http://schemas.openxmlformats.org/presentationml/2006/main">
  <p:tag name="AS_UNIQUEID" val="2245"/>
</p:tagLst>
</file>

<file path=ppt/tags/tag301.xml><?xml version="1.0" encoding="utf-8"?>
<p:tagLst xmlns:p="http://schemas.openxmlformats.org/presentationml/2006/main">
  <p:tag name="AS_UNIQUEID" val="2246"/>
</p:tagLst>
</file>

<file path=ppt/tags/tag302.xml><?xml version="1.0" encoding="utf-8"?>
<p:tagLst xmlns:p="http://schemas.openxmlformats.org/presentationml/2006/main">
  <p:tag name="AS_UNIQUEID" val="2247"/>
</p:tagLst>
</file>

<file path=ppt/tags/tag303.xml><?xml version="1.0" encoding="utf-8"?>
<p:tagLst xmlns:p="http://schemas.openxmlformats.org/presentationml/2006/main">
  <p:tag name="AS_UNIQUEID" val="2248"/>
</p:tagLst>
</file>

<file path=ppt/tags/tag304.xml><?xml version="1.0" encoding="utf-8"?>
<p:tagLst xmlns:p="http://schemas.openxmlformats.org/presentationml/2006/main">
  <p:tag name="AS_UNIQUEID" val="2249"/>
</p:tagLst>
</file>

<file path=ppt/tags/tag305.xml><?xml version="1.0" encoding="utf-8"?>
<p:tagLst xmlns:p="http://schemas.openxmlformats.org/presentationml/2006/main">
  <p:tag name="AS_UNIQUEID" val="2250"/>
</p:tagLst>
</file>

<file path=ppt/tags/tag306.xml><?xml version="1.0" encoding="utf-8"?>
<p:tagLst xmlns:p="http://schemas.openxmlformats.org/presentationml/2006/main">
  <p:tag name="AS_UNIQUEID" val="2251"/>
</p:tagLst>
</file>

<file path=ppt/tags/tag307.xml><?xml version="1.0" encoding="utf-8"?>
<p:tagLst xmlns:p="http://schemas.openxmlformats.org/presentationml/2006/main">
  <p:tag name="AS_UNIQUEID" val="2252"/>
</p:tagLst>
</file>

<file path=ppt/tags/tag308.xml><?xml version="1.0" encoding="utf-8"?>
<p:tagLst xmlns:p="http://schemas.openxmlformats.org/presentationml/2006/main">
  <p:tag name="AS_UNIQUEID" val="2253"/>
</p:tagLst>
</file>

<file path=ppt/tags/tag309.xml><?xml version="1.0" encoding="utf-8"?>
<p:tagLst xmlns:p="http://schemas.openxmlformats.org/presentationml/2006/main">
  <p:tag name="AS_UNIQUEID" val="2254"/>
</p:tagLst>
</file>

<file path=ppt/tags/tag310.xml><?xml version="1.0" encoding="utf-8"?>
<p:tagLst xmlns:p="http://schemas.openxmlformats.org/presentationml/2006/main">
  <p:tag name="AS_UNIQUEID" val="2255"/>
</p:tagLst>
</file>

<file path=ppt/tags/tag311.xml><?xml version="1.0" encoding="utf-8"?>
<p:tagLst xmlns:p="http://schemas.openxmlformats.org/presentationml/2006/main">
  <p:tag name="AS_UNIQUEID" val="2256"/>
</p:tagLst>
</file>

<file path=ppt/tags/tag312.xml><?xml version="1.0" encoding="utf-8"?>
<p:tagLst xmlns:p="http://schemas.openxmlformats.org/presentationml/2006/main">
  <p:tag name="AS_UNIQUEID" val="2617"/>
</p:tagLst>
</file>

<file path=ppt/tags/tag313.xml><?xml version="1.0" encoding="utf-8"?>
<p:tagLst xmlns:p="http://schemas.openxmlformats.org/presentationml/2006/main">
  <p:tag name="AS_UNIQUEID" val="2618"/>
</p:tagLst>
</file>

<file path=ppt/tags/tag314.xml><?xml version="1.0" encoding="utf-8"?>
<p:tagLst xmlns:p="http://schemas.openxmlformats.org/presentationml/2006/main">
  <p:tag name="AS_UNIQUEID" val="2619"/>
</p:tagLst>
</file>

<file path=ppt/tags/tag315.xml><?xml version="1.0" encoding="utf-8"?>
<p:tagLst xmlns:p="http://schemas.openxmlformats.org/presentationml/2006/main">
  <p:tag name="AS_UNIQUEID" val="2620"/>
</p:tagLst>
</file>

<file path=ppt/tags/tag316.xml><?xml version="1.0" encoding="utf-8"?>
<p:tagLst xmlns:p="http://schemas.openxmlformats.org/presentationml/2006/main">
  <p:tag name="AS_UNIQUEID" val="2621"/>
</p:tagLst>
</file>

<file path=ppt/tags/tag317.xml><?xml version="1.0" encoding="utf-8"?>
<p:tagLst xmlns:p="http://schemas.openxmlformats.org/presentationml/2006/main">
  <p:tag name="AS_UNIQUEID" val="2622"/>
</p:tagLst>
</file>

<file path=ppt/tags/tag318.xml><?xml version="1.0" encoding="utf-8"?>
<p:tagLst xmlns:p="http://schemas.openxmlformats.org/presentationml/2006/main">
  <p:tag name="AS_UNIQUEID" val="2623"/>
</p:tagLst>
</file>

<file path=ppt/tags/tag319.xml><?xml version="1.0" encoding="utf-8"?>
<p:tagLst xmlns:p="http://schemas.openxmlformats.org/presentationml/2006/main">
  <p:tag name="AS_UNIQUEID" val="2624"/>
</p:tagLst>
</file>

<file path=ppt/tags/tag320.xml><?xml version="1.0" encoding="utf-8"?>
<p:tagLst xmlns:p="http://schemas.openxmlformats.org/presentationml/2006/main">
  <p:tag name="AS_UNIQUEID" val="2625"/>
</p:tagLst>
</file>

<file path=ppt/tags/tag321.xml><?xml version="1.0" encoding="utf-8"?>
<p:tagLst xmlns:p="http://schemas.openxmlformats.org/presentationml/2006/main">
  <p:tag name="AS_UNIQUEID" val="2626"/>
</p:tagLst>
</file>

<file path=ppt/tags/tag322.xml><?xml version="1.0" encoding="utf-8"?>
<p:tagLst xmlns:p="http://schemas.openxmlformats.org/presentationml/2006/main">
  <p:tag name="AS_UNIQUEID" val="2627"/>
</p:tagLst>
</file>

<file path=ppt/tags/tag323.xml><?xml version="1.0" encoding="utf-8"?>
<p:tagLst xmlns:p="http://schemas.openxmlformats.org/presentationml/2006/main">
  <p:tag name="AS_UNIQUEID" val="2628"/>
</p:tagLst>
</file>

<file path=ppt/tags/tag324.xml><?xml version="1.0" encoding="utf-8"?>
<p:tagLst xmlns:p="http://schemas.openxmlformats.org/presentationml/2006/main">
  <p:tag name="AS_UNIQUEID" val="2629"/>
</p:tagLst>
</file>

<file path=ppt/tags/tag325.xml><?xml version="1.0" encoding="utf-8"?>
<p:tagLst xmlns:p="http://schemas.openxmlformats.org/presentationml/2006/main">
  <p:tag name="AS_UNIQUEID" val="2630"/>
</p:tagLst>
</file>

<file path=ppt/tags/tag326.xml><?xml version="1.0" encoding="utf-8"?>
<p:tagLst xmlns:p="http://schemas.openxmlformats.org/presentationml/2006/main">
  <p:tag name="AS_UNIQUEID" val="1156"/>
</p:tagLst>
</file>

<file path=ppt/tags/tag327.xml><?xml version="1.0" encoding="utf-8"?>
<p:tagLst xmlns:p="http://schemas.openxmlformats.org/presentationml/2006/main">
  <p:tag name="AS_UNIQUEID" val="1157"/>
</p:tagLst>
</file>

<file path=ppt/tags/tag328.xml><?xml version="1.0" encoding="utf-8"?>
<p:tagLst xmlns:p="http://schemas.openxmlformats.org/presentationml/2006/main">
  <p:tag name="AS_UNIQUEID" val="2631"/>
</p:tagLst>
</file>

<file path=ppt/tags/tag329.xml><?xml version="1.0" encoding="utf-8"?>
<p:tagLst xmlns:p="http://schemas.openxmlformats.org/presentationml/2006/main">
  <p:tag name="AS_UNIQUEID" val="837"/>
</p:tagLst>
</file>

<file path=ppt/tags/tag330.xml><?xml version="1.0" encoding="utf-8"?>
<p:tagLst xmlns:p="http://schemas.openxmlformats.org/presentationml/2006/main">
  <p:tag name="AS_UNIQUEID" val="2632"/>
</p:tagLst>
</file>

<file path=ppt/tags/tag331.xml><?xml version="1.0" encoding="utf-8"?>
<p:tagLst xmlns:p="http://schemas.openxmlformats.org/presentationml/2006/main">
  <p:tag name="AS_UNIQUEID" val="993"/>
</p:tagLst>
</file>

<file path=ppt/tags/tag332.xml><?xml version="1.0" encoding="utf-8"?>
<p:tagLst xmlns:p="http://schemas.openxmlformats.org/presentationml/2006/main">
  <p:tag name="AS_UNIQUEID" val="54"/>
</p:tagLst>
</file>

<file path=ppt/tags/tag333.xml><?xml version="1.0" encoding="utf-8"?>
<p:tagLst xmlns:p="http://schemas.openxmlformats.org/presentationml/2006/main">
  <p:tag name="AS_UNIQUEID" val="56"/>
</p:tagLst>
</file>

<file path=ppt/tags/tag334.xml><?xml version="1.0" encoding="utf-8"?>
<p:tagLst xmlns:p="http://schemas.openxmlformats.org/presentationml/2006/main">
  <p:tag name="AS_UNIQUEID" val="57"/>
</p:tagLst>
</file>

<file path=ppt/tags/tag335.xml><?xml version="1.0" encoding="utf-8"?>
<p:tagLst xmlns:p="http://schemas.openxmlformats.org/presentationml/2006/main">
  <p:tag name="AS_UNIQUEID" val="397"/>
</p:tagLst>
</file>

<file path=ppt/tags/tag336.xml><?xml version="1.0" encoding="utf-8"?>
<p:tagLst xmlns:p="http://schemas.openxmlformats.org/presentationml/2006/main">
  <p:tag name="AS_UNIQUEID" val="2240"/>
</p:tagLst>
</file>

<file path=ppt/tags/tag337.xml><?xml version="1.0" encoding="utf-8"?>
<p:tagLst xmlns:p="http://schemas.openxmlformats.org/presentationml/2006/main">
  <p:tag name="AS_UNIQUEID" val="2241"/>
</p:tagLst>
</file>

<file path=ppt/tags/tag338.xml><?xml version="1.0" encoding="utf-8"?>
<p:tagLst xmlns:p="http://schemas.openxmlformats.org/presentationml/2006/main">
  <p:tag name="AS_UNIQUEID" val="2242"/>
</p:tagLst>
</file>

<file path=ppt/tags/tag339.xml><?xml version="1.0" encoding="utf-8"?>
<p:tagLst xmlns:p="http://schemas.openxmlformats.org/presentationml/2006/main">
  <p:tag name="AS_UNIQUEID" val="2243"/>
</p:tagLst>
</file>

<file path=ppt/tags/tag340.xml><?xml version="1.0" encoding="utf-8"?>
<p:tagLst xmlns:p="http://schemas.openxmlformats.org/presentationml/2006/main">
  <p:tag name="AS_UNIQUEID" val="2244"/>
</p:tagLst>
</file>

<file path=ppt/tags/tag341.xml><?xml version="1.0" encoding="utf-8"?>
<p:tagLst xmlns:p="http://schemas.openxmlformats.org/presentationml/2006/main">
  <p:tag name="AS_UNIQUEID" val="2245"/>
</p:tagLst>
</file>

<file path=ppt/tags/tag342.xml><?xml version="1.0" encoding="utf-8"?>
<p:tagLst xmlns:p="http://schemas.openxmlformats.org/presentationml/2006/main">
  <p:tag name="AS_UNIQUEID" val="2246"/>
</p:tagLst>
</file>

<file path=ppt/tags/tag343.xml><?xml version="1.0" encoding="utf-8"?>
<p:tagLst xmlns:p="http://schemas.openxmlformats.org/presentationml/2006/main">
  <p:tag name="AS_UNIQUEID" val="2247"/>
</p:tagLst>
</file>

<file path=ppt/tags/tag344.xml><?xml version="1.0" encoding="utf-8"?>
<p:tagLst xmlns:p="http://schemas.openxmlformats.org/presentationml/2006/main">
  <p:tag name="AS_UNIQUEID" val="2248"/>
</p:tagLst>
</file>

<file path=ppt/tags/tag345.xml><?xml version="1.0" encoding="utf-8"?>
<p:tagLst xmlns:p="http://schemas.openxmlformats.org/presentationml/2006/main">
  <p:tag name="AS_UNIQUEID" val="2249"/>
</p:tagLst>
</file>

<file path=ppt/tags/tag346.xml><?xml version="1.0" encoding="utf-8"?>
<p:tagLst xmlns:p="http://schemas.openxmlformats.org/presentationml/2006/main">
  <p:tag name="AS_UNIQUEID" val="2250"/>
</p:tagLst>
</file>

<file path=ppt/tags/tag347.xml><?xml version="1.0" encoding="utf-8"?>
<p:tagLst xmlns:p="http://schemas.openxmlformats.org/presentationml/2006/main">
  <p:tag name="AS_UNIQUEID" val="2251"/>
</p:tagLst>
</file>

<file path=ppt/tags/tag348.xml><?xml version="1.0" encoding="utf-8"?>
<p:tagLst xmlns:p="http://schemas.openxmlformats.org/presentationml/2006/main">
  <p:tag name="AS_UNIQUEID" val="2252"/>
</p:tagLst>
</file>

<file path=ppt/tags/tag349.xml><?xml version="1.0" encoding="utf-8"?>
<p:tagLst xmlns:p="http://schemas.openxmlformats.org/presentationml/2006/main">
  <p:tag name="AS_UNIQUEID" val="2253"/>
</p:tagLst>
</file>

<file path=ppt/tags/tag350.xml><?xml version="1.0" encoding="utf-8"?>
<p:tagLst xmlns:p="http://schemas.openxmlformats.org/presentationml/2006/main">
  <p:tag name="AS_UNIQUEID" val="2254"/>
</p:tagLst>
</file>

<file path=ppt/tags/tag351.xml><?xml version="1.0" encoding="utf-8"?>
<p:tagLst xmlns:p="http://schemas.openxmlformats.org/presentationml/2006/main">
  <p:tag name="AS_UNIQUEID" val="2255"/>
</p:tagLst>
</file>

<file path=ppt/tags/tag352.xml><?xml version="1.0" encoding="utf-8"?>
<p:tagLst xmlns:p="http://schemas.openxmlformats.org/presentationml/2006/main">
  <p:tag name="AS_UNIQUEID" val="2256"/>
</p:tagLst>
</file>

<file path=ppt/tags/tag353.xml><?xml version="1.0" encoding="utf-8"?>
<p:tagLst xmlns:p="http://schemas.openxmlformats.org/presentationml/2006/main">
  <p:tag name="AS_UNIQUEID" val="1156"/>
</p:tagLst>
</file>

<file path=ppt/tags/tag354.xml><?xml version="1.0" encoding="utf-8"?>
<p:tagLst xmlns:p="http://schemas.openxmlformats.org/presentationml/2006/main">
  <p:tag name="AS_UNIQUEID" val="1157"/>
</p:tagLst>
</file>

<file path=ppt/tags/tag355.xml><?xml version="1.0" encoding="utf-8"?>
<p:tagLst xmlns:p="http://schemas.openxmlformats.org/presentationml/2006/main">
  <p:tag name="AS_UNIQUEID" val="2633"/>
</p:tagLst>
</file>

<file path=ppt/tags/tag356.xml><?xml version="1.0" encoding="utf-8"?>
<p:tagLst xmlns:p="http://schemas.openxmlformats.org/presentationml/2006/main">
  <p:tag name="AS_UNIQUEID" val="2634"/>
</p:tagLst>
</file>

<file path=ppt/tags/tag357.xml><?xml version="1.0" encoding="utf-8"?>
<p:tagLst xmlns:p="http://schemas.openxmlformats.org/presentationml/2006/main">
  <p:tag name="AS_UNIQUEID" val="59"/>
</p:tagLst>
</file>

<file path=ppt/tags/tag358.xml><?xml version="1.0" encoding="utf-8"?>
<p:tagLst xmlns:p="http://schemas.openxmlformats.org/presentationml/2006/main">
  <p:tag name="AS_UNIQUEID" val="58"/>
</p:tagLst>
</file>

<file path=ppt/tags/tag359.xml><?xml version="1.0" encoding="utf-8"?>
<p:tagLst xmlns:p="http://schemas.openxmlformats.org/presentationml/2006/main">
  <p:tag name="AS_UNIQUEID" val="61"/>
</p:tagLst>
</file>

<file path=ppt/tags/tag360.xml><?xml version="1.0" encoding="utf-8"?>
<p:tagLst xmlns:p="http://schemas.openxmlformats.org/presentationml/2006/main">
  <p:tag name="AS_UNIQUEID" val="1156"/>
</p:tagLst>
</file>

<file path=ppt/tags/tag361.xml><?xml version="1.0" encoding="utf-8"?>
<p:tagLst xmlns:p="http://schemas.openxmlformats.org/presentationml/2006/main">
  <p:tag name="AS_UNIQUEID" val="1157"/>
</p:tagLst>
</file>

<file path=ppt/tags/tag362.xml><?xml version="1.0" encoding="utf-8"?>
<p:tagLst xmlns:p="http://schemas.openxmlformats.org/presentationml/2006/main">
  <p:tag name="AS_UNIQUEID" val="2635"/>
</p:tagLst>
</file>

<file path=ppt/tags/tag363.xml><?xml version="1.0" encoding="utf-8"?>
<p:tagLst xmlns:p="http://schemas.openxmlformats.org/presentationml/2006/main">
  <p:tag name="AS_UNIQUEID" val="1116"/>
</p:tagLst>
</file>

<file path=ppt/tags/tag364.xml><?xml version="1.0" encoding="utf-8"?>
<p:tagLst xmlns:p="http://schemas.openxmlformats.org/presentationml/2006/main">
  <p:tag name="AS_UNIQUEID" val="2636"/>
</p:tagLst>
</file>

<file path=ppt/tags/tag365.xml><?xml version="1.0" encoding="utf-8"?>
<p:tagLst xmlns:p="http://schemas.openxmlformats.org/presentationml/2006/main">
  <p:tag name="AS_UNIQUEID" val="2637"/>
</p:tagLst>
</file>

<file path=ppt/tags/tag366.xml><?xml version="1.0" encoding="utf-8"?>
<p:tagLst xmlns:p="http://schemas.openxmlformats.org/presentationml/2006/main">
  <p:tag name="AS_UNIQUEID" val="2638"/>
</p:tagLst>
</file>

<file path=ppt/tags/tag367.xml><?xml version="1.0" encoding="utf-8"?>
<p:tagLst xmlns:p="http://schemas.openxmlformats.org/presentationml/2006/main">
  <p:tag name="AS_UNIQUEID" val="2639"/>
</p:tagLst>
</file>

<file path=ppt/tags/tag368.xml><?xml version="1.0" encoding="utf-8"?>
<p:tagLst xmlns:p="http://schemas.openxmlformats.org/presentationml/2006/main">
  <p:tag name="AS_UNIQUEID" val="2261"/>
</p:tagLst>
</file>

<file path=ppt/tags/tag369.xml><?xml version="1.0" encoding="utf-8"?>
<p:tagLst xmlns:p="http://schemas.openxmlformats.org/presentationml/2006/main">
  <p:tag name="AS_UNIQUEID" val="1156"/>
</p:tagLst>
</file>

<file path=ppt/tags/tag370.xml><?xml version="1.0" encoding="utf-8"?>
<p:tagLst xmlns:p="http://schemas.openxmlformats.org/presentationml/2006/main">
  <p:tag name="AS_UNIQUEID" val="1157"/>
</p:tagLst>
</file>

<file path=ppt/tags/tag371.xml><?xml version="1.0" encoding="utf-8"?>
<p:tagLst xmlns:p="http://schemas.openxmlformats.org/presentationml/2006/main">
  <p:tag name="AS_UNIQUEID" val="2640"/>
</p:tagLst>
</file>

<file path=ppt/tags/tag372.xml><?xml version="1.0" encoding="utf-8"?>
<p:tagLst xmlns:p="http://schemas.openxmlformats.org/presentationml/2006/main">
  <p:tag name="AS_UNIQUEID" val="2641"/>
</p:tagLst>
</file>

<file path=ppt/tags/tag373.xml><?xml version="1.0" encoding="utf-8"?>
<p:tagLst xmlns:p="http://schemas.openxmlformats.org/presentationml/2006/main">
  <p:tag name="AS_UNIQUEID" val="1156"/>
</p:tagLst>
</file>

<file path=ppt/tags/tag374.xml><?xml version="1.0" encoding="utf-8"?>
<p:tagLst xmlns:p="http://schemas.openxmlformats.org/presentationml/2006/main">
  <p:tag name="AS_UNIQUEID" val="1157"/>
</p:tagLst>
</file>

<file path=ppt/tags/tag375.xml><?xml version="1.0" encoding="utf-8"?>
<p:tagLst xmlns:p="http://schemas.openxmlformats.org/presentationml/2006/main">
  <p:tag name="AS_UNIQUEID" val="2642"/>
</p:tagLst>
</file>

<file path=ppt/tags/tag376.xml><?xml version="1.0" encoding="utf-8"?>
<p:tagLst xmlns:p="http://schemas.openxmlformats.org/presentationml/2006/main">
  <p:tag name="AS_UNIQUEID" val="2643"/>
</p:tagLst>
</file>

<file path=ppt/tags/tag377.xml><?xml version="1.0" encoding="utf-8"?>
<p:tagLst xmlns:p="http://schemas.openxmlformats.org/presentationml/2006/main">
  <p:tag name="AS_UNIQUEID" val="2644"/>
</p:tagLst>
</file>

<file path=ppt/tags/tag378.xml><?xml version="1.0" encoding="utf-8"?>
<p:tagLst xmlns:p="http://schemas.openxmlformats.org/presentationml/2006/main">
  <p:tag name="AS_UNIQUEID" val="2645"/>
</p:tagLst>
</file>

<file path=ppt/tags/tag379.xml><?xml version="1.0" encoding="utf-8"?>
<p:tagLst xmlns:p="http://schemas.openxmlformats.org/presentationml/2006/main">
  <p:tag name="AS_UNIQUEID" val="844"/>
</p:tagLst>
</file>

<file path=ppt/tags/tag380.xml><?xml version="1.0" encoding="utf-8"?>
<p:tagLst xmlns:p="http://schemas.openxmlformats.org/presentationml/2006/main">
  <p:tag name="AS_UNIQUEID" val="2646"/>
</p:tagLst>
</file>

<file path=ppt/tags/tag381.xml><?xml version="1.0" encoding="utf-8"?>
<p:tagLst xmlns:p="http://schemas.openxmlformats.org/presentationml/2006/main">
  <p:tag name="AS_UNIQUEID" val="1156"/>
</p:tagLst>
</file>

<file path=ppt/tags/tag382.xml><?xml version="1.0" encoding="utf-8"?>
<p:tagLst xmlns:p="http://schemas.openxmlformats.org/presentationml/2006/main">
  <p:tag name="AS_UNIQUEID" val="1157"/>
</p:tagLst>
</file>

<file path=ppt/tags/tag383.xml><?xml version="1.0" encoding="utf-8"?>
<p:tagLst xmlns:p="http://schemas.openxmlformats.org/presentationml/2006/main">
  <p:tag name="AS_UNIQUEID" val="2647"/>
</p:tagLst>
</file>

<file path=ppt/tags/tag384.xml><?xml version="1.0" encoding="utf-8"?>
<p:tagLst xmlns:p="http://schemas.openxmlformats.org/presentationml/2006/main">
  <p:tag name="AS_UNIQUEID" val="2648"/>
</p:tagLst>
</file>

<file path=ppt/tags/tag385.xml><?xml version="1.0" encoding="utf-8"?>
<p:tagLst xmlns:p="http://schemas.openxmlformats.org/presentationml/2006/main">
  <p:tag name="AS_UNIQUEID" val="2649"/>
</p:tagLst>
</file>

<file path=ppt/tags/tag386.xml><?xml version="1.0" encoding="utf-8"?>
<p:tagLst xmlns:p="http://schemas.openxmlformats.org/presentationml/2006/main">
  <p:tag name="AS_UNIQUEID" val="2650"/>
</p:tagLst>
</file>

<file path=ppt/tags/tag387.xml><?xml version="1.0" encoding="utf-8"?>
<p:tagLst xmlns:p="http://schemas.openxmlformats.org/presentationml/2006/main">
  <p:tag name="AS_UNIQUEID" val="2651"/>
</p:tagLst>
</file>

<file path=ppt/tags/tag388.xml><?xml version="1.0" encoding="utf-8"?>
<p:tagLst xmlns:p="http://schemas.openxmlformats.org/presentationml/2006/main">
  <p:tag name="AS_UNIQUEID" val="1092"/>
</p:tagLst>
</file>

<file path=ppt/tags/tag389.xml><?xml version="1.0" encoding="utf-8"?>
<p:tagLst xmlns:p="http://schemas.openxmlformats.org/presentationml/2006/main">
  <p:tag name="AS_UNIQUEID" val="1096"/>
</p:tagLst>
</file>

<file path=ppt/tags/tag390.xml><?xml version="1.0" encoding="utf-8"?>
<p:tagLst xmlns:p="http://schemas.openxmlformats.org/presentationml/2006/main">
  <p:tag name="AS_UNIQUEID" val="536"/>
</p:tagLst>
</file>

<file path=ppt/tags/tag391.xml><?xml version="1.0" encoding="utf-8"?>
<p:tagLst xmlns:p="http://schemas.openxmlformats.org/presentationml/2006/main">
  <p:tag name="AS_UNIQUEID" val="2652"/>
</p:tagLst>
</file>

<file path=ppt/tags/tag392.xml><?xml version="1.0" encoding="utf-8"?>
<p:tagLst xmlns:p="http://schemas.openxmlformats.org/presentationml/2006/main">
  <p:tag name="AS_UNIQUEID" val="2653"/>
</p:tagLst>
</file>

<file path=ppt/tags/tag393.xml><?xml version="1.0" encoding="utf-8"?>
<p:tagLst xmlns:p="http://schemas.openxmlformats.org/presentationml/2006/main">
  <p:tag name="AS_UNIQUEID" val="2654"/>
</p:tagLst>
</file>

<file path=ppt/tags/tag394.xml><?xml version="1.0" encoding="utf-8"?>
<p:tagLst xmlns:p="http://schemas.openxmlformats.org/presentationml/2006/main">
  <p:tag name="AS_UNIQUEID" val="2655"/>
</p:tagLst>
</file>

<file path=ppt/tags/tag395.xml><?xml version="1.0" encoding="utf-8"?>
<p:tagLst xmlns:p="http://schemas.openxmlformats.org/presentationml/2006/main">
  <p:tag name="AS_UNIQUEID" val="2656"/>
</p:tagLst>
</file>

<file path=ppt/tags/tag396.xml><?xml version="1.0" encoding="utf-8"?>
<p:tagLst xmlns:p="http://schemas.openxmlformats.org/presentationml/2006/main">
  <p:tag name="AS_UNIQUEID" val="2657"/>
</p:tagLst>
</file>

<file path=ppt/tags/tag397.xml><?xml version="1.0" encoding="utf-8"?>
<p:tagLst xmlns:p="http://schemas.openxmlformats.org/presentationml/2006/main">
  <p:tag name="AS_UNIQUEID" val="2658"/>
</p:tagLst>
</file>

<file path=ppt/tags/tag398.xml><?xml version="1.0" encoding="utf-8"?>
<p:tagLst xmlns:p="http://schemas.openxmlformats.org/presentationml/2006/main">
  <p:tag name="AS_UNIQUEID" val="2659"/>
</p:tagLst>
</file>

<file path=ppt/tags/tag399.xml><?xml version="1.0" encoding="utf-8"?>
<p:tagLst xmlns:p="http://schemas.openxmlformats.org/presentationml/2006/main">
  <p:tag name="AS_UNIQUEID" val="2660"/>
</p:tagLst>
</file>

<file path=ppt/tags/tag400.xml><?xml version="1.0" encoding="utf-8"?>
<p:tagLst xmlns:p="http://schemas.openxmlformats.org/presentationml/2006/main">
  <p:tag name="AS_UNIQUEID" val="1156"/>
</p:tagLst>
</file>

<file path=ppt/tags/tag401.xml><?xml version="1.0" encoding="utf-8"?>
<p:tagLst xmlns:p="http://schemas.openxmlformats.org/presentationml/2006/main">
  <p:tag name="AS_UNIQUEID" val="1157"/>
</p:tagLst>
</file>

<file path=ppt/tags/tag402.xml><?xml version="1.0" encoding="utf-8"?>
<p:tagLst xmlns:p="http://schemas.openxmlformats.org/presentationml/2006/main">
  <p:tag name="AS_UNIQUEID" val="2661"/>
</p:tagLst>
</file>

<file path=ppt/tags/tag403.xml><?xml version="1.0" encoding="utf-8"?>
<p:tagLst xmlns:p="http://schemas.openxmlformats.org/presentationml/2006/main">
  <p:tag name="AS_UNIQUEID" val="2662"/>
</p:tagLst>
</file>

<file path=ppt/tags/tag404.xml><?xml version="1.0" encoding="utf-8"?>
<p:tagLst xmlns:p="http://schemas.openxmlformats.org/presentationml/2006/main">
  <p:tag name="AS_UNIQUEID" val="2663"/>
</p:tagLst>
</file>

<file path=ppt/tags/tag405.xml><?xml version="1.0" encoding="utf-8"?>
<p:tagLst xmlns:p="http://schemas.openxmlformats.org/presentationml/2006/main">
  <p:tag name="AS_UNIQUEID" val="2664"/>
</p:tagLst>
</file>

<file path=ppt/tags/tag406.xml><?xml version="1.0" encoding="utf-8"?>
<p:tagLst xmlns:p="http://schemas.openxmlformats.org/presentationml/2006/main">
  <p:tag name="AS_UNIQUEID" val="2665"/>
</p:tagLst>
</file>

<file path=ppt/tags/tag407.xml><?xml version="1.0" encoding="utf-8"?>
<p:tagLst xmlns:p="http://schemas.openxmlformats.org/presentationml/2006/main">
  <p:tag name="AS_UNIQUEID" val="2666"/>
</p:tagLst>
</file>

<file path=ppt/tags/tag408.xml><?xml version="1.0" encoding="utf-8"?>
<p:tagLst xmlns:p="http://schemas.openxmlformats.org/presentationml/2006/main">
  <p:tag name="AS_UNIQUEID" val="2667"/>
</p:tagLst>
</file>

<file path=ppt/tags/tag409.xml><?xml version="1.0" encoding="utf-8"?>
<p:tagLst xmlns:p="http://schemas.openxmlformats.org/presentationml/2006/main">
  <p:tag name="AS_UNIQUEID" val="2668"/>
</p:tagLst>
</file>

<file path=ppt/tags/tag410.xml><?xml version="1.0" encoding="utf-8"?>
<p:tagLst xmlns:p="http://schemas.openxmlformats.org/presentationml/2006/main">
  <p:tag name="AS_UNIQUEID" val="2669"/>
</p:tagLst>
</file>

<file path=ppt/tags/tag411.xml><?xml version="1.0" encoding="utf-8"?>
<p:tagLst xmlns:p="http://schemas.openxmlformats.org/presentationml/2006/main">
  <p:tag name="AS_UNIQUEID" val="2670"/>
</p:tagLst>
</file>

<file path=ppt/tags/tag412.xml><?xml version="1.0" encoding="utf-8"?>
<p:tagLst xmlns:p="http://schemas.openxmlformats.org/presentationml/2006/main">
  <p:tag name="AS_UNIQUEID" val="2671"/>
</p:tagLst>
</file>

<file path=ppt/tags/tag413.xml><?xml version="1.0" encoding="utf-8"?>
<p:tagLst xmlns:p="http://schemas.openxmlformats.org/presentationml/2006/main">
  <p:tag name="AS_UNIQUEID" val="2672"/>
</p:tagLst>
</file>

<file path=ppt/tags/tag414.xml><?xml version="1.0" encoding="utf-8"?>
<p:tagLst xmlns:p="http://schemas.openxmlformats.org/presentationml/2006/main">
  <p:tag name="AS_UNIQUEID" val="2673"/>
</p:tagLst>
</file>

<file path=ppt/tags/tag415.xml><?xml version="1.0" encoding="utf-8"?>
<p:tagLst xmlns:p="http://schemas.openxmlformats.org/presentationml/2006/main">
  <p:tag name="AS_UNIQUEID" val="2674"/>
</p:tagLst>
</file>

<file path=ppt/tags/tag416.xml><?xml version="1.0" encoding="utf-8"?>
<p:tagLst xmlns:p="http://schemas.openxmlformats.org/presentationml/2006/main">
  <p:tag name="AS_UNIQUEID" val="2675"/>
</p:tagLst>
</file>

<file path=ppt/tags/tag417.xml><?xml version="1.0" encoding="utf-8"?>
<p:tagLst xmlns:p="http://schemas.openxmlformats.org/presentationml/2006/main">
  <p:tag name="AS_UNIQUEID" val="2676"/>
</p:tagLst>
</file>

<file path=ppt/tags/tag418.xml><?xml version="1.0" encoding="utf-8"?>
<p:tagLst xmlns:p="http://schemas.openxmlformats.org/presentationml/2006/main">
  <p:tag name="AS_UNIQUEID" val="2677"/>
</p:tagLst>
</file>

<file path=ppt/tags/tag419.xml><?xml version="1.0" encoding="utf-8"?>
<p:tagLst xmlns:p="http://schemas.openxmlformats.org/presentationml/2006/main">
  <p:tag name="AS_UNIQUEID" val="2678"/>
</p:tagLst>
</file>

<file path=ppt/tags/tag420.xml><?xml version="1.0" encoding="utf-8"?>
<p:tagLst xmlns:p="http://schemas.openxmlformats.org/presentationml/2006/main">
  <p:tag name="AS_UNIQUEID" val="2679"/>
</p:tagLst>
</file>

<file path=ppt/tags/tag421.xml><?xml version="1.0" encoding="utf-8"?>
<p:tagLst xmlns:p="http://schemas.openxmlformats.org/presentationml/2006/main">
  <p:tag name="AS_UNIQUEID" val="1156"/>
</p:tagLst>
</file>

<file path=ppt/tags/tag422.xml><?xml version="1.0" encoding="utf-8"?>
<p:tagLst xmlns:p="http://schemas.openxmlformats.org/presentationml/2006/main">
  <p:tag name="AS_UNIQUEID" val="1157"/>
</p:tagLst>
</file>

<file path=ppt/tags/tag423.xml><?xml version="1.0" encoding="utf-8"?>
<p:tagLst xmlns:p="http://schemas.openxmlformats.org/presentationml/2006/main">
  <p:tag name="AS_UNIQUEID" val="2680"/>
</p:tagLst>
</file>

<file path=ppt/tags/tag424.xml><?xml version="1.0" encoding="utf-8"?>
<p:tagLst xmlns:p="http://schemas.openxmlformats.org/presentationml/2006/main">
  <p:tag name="AS_UNIQUEID" val="2681"/>
</p:tagLst>
</file>

<file path=ppt/tags/tag425.xml><?xml version="1.0" encoding="utf-8"?>
<p:tagLst xmlns:p="http://schemas.openxmlformats.org/presentationml/2006/main">
  <p:tag name="AS_UNIQUEID" val="2682"/>
</p:tagLst>
</file>

<file path=ppt/tags/tag426.xml><?xml version="1.0" encoding="utf-8"?>
<p:tagLst xmlns:p="http://schemas.openxmlformats.org/presentationml/2006/main">
  <p:tag name="AS_UNIQUEID" val="2683"/>
</p:tagLst>
</file>

<file path=ppt/tags/tag427.xml><?xml version="1.0" encoding="utf-8"?>
<p:tagLst xmlns:p="http://schemas.openxmlformats.org/presentationml/2006/main">
  <p:tag name="AS_UNIQUEID" val="2684"/>
</p:tagLst>
</file>

<file path=ppt/tags/tag428.xml><?xml version="1.0" encoding="utf-8"?>
<p:tagLst xmlns:p="http://schemas.openxmlformats.org/presentationml/2006/main">
  <p:tag name="AS_UNIQUEID" val="2685"/>
</p:tagLst>
</file>

<file path=ppt/tags/tag429.xml><?xml version="1.0" encoding="utf-8"?>
<p:tagLst xmlns:p="http://schemas.openxmlformats.org/presentationml/2006/main">
  <p:tag name="AS_UNIQUEID" val="2686"/>
</p:tagLst>
</file>

<file path=ppt/tags/tag430.xml><?xml version="1.0" encoding="utf-8"?>
<p:tagLst xmlns:p="http://schemas.openxmlformats.org/presentationml/2006/main">
  <p:tag name="AS_UNIQUEID" val="2687"/>
</p:tagLst>
</file>

<file path=ppt/tags/tag431.xml><?xml version="1.0" encoding="utf-8"?>
<p:tagLst xmlns:p="http://schemas.openxmlformats.org/presentationml/2006/main">
  <p:tag name="AS_UNIQUEID" val="2688"/>
</p:tagLst>
</file>

<file path=ppt/tags/tag432.xml><?xml version="1.0" encoding="utf-8"?>
<p:tagLst xmlns:p="http://schemas.openxmlformats.org/presentationml/2006/main">
  <p:tag name="AS_UNIQUEID" val="2689"/>
</p:tagLst>
</file>

<file path=ppt/tags/tag433.xml><?xml version="1.0" encoding="utf-8"?>
<p:tagLst xmlns:p="http://schemas.openxmlformats.org/presentationml/2006/main">
  <p:tag name="AS_UNIQUEID" val="2690"/>
</p:tagLst>
</file>

<file path=ppt/tags/tag434.xml><?xml version="1.0" encoding="utf-8"?>
<p:tagLst xmlns:p="http://schemas.openxmlformats.org/presentationml/2006/main">
  <p:tag name="AS_UNIQUEID" val="2691"/>
</p:tagLst>
</file>

<file path=ppt/tags/tag435.xml><?xml version="1.0" encoding="utf-8"?>
<p:tagLst xmlns:p="http://schemas.openxmlformats.org/presentationml/2006/main">
  <p:tag name="AS_UNIQUEID" val="2692"/>
</p:tagLst>
</file>

<file path=ppt/tags/tag436.xml><?xml version="1.0" encoding="utf-8"?>
<p:tagLst xmlns:p="http://schemas.openxmlformats.org/presentationml/2006/main">
  <p:tag name="AS_UNIQUEID" val="2693"/>
</p:tagLst>
</file>

<file path=ppt/tags/tag437.xml><?xml version="1.0" encoding="utf-8"?>
<p:tagLst xmlns:p="http://schemas.openxmlformats.org/presentationml/2006/main">
  <p:tag name="AS_UNIQUEID" val="2694"/>
</p:tagLst>
</file>

<file path=ppt/tags/tag438.xml><?xml version="1.0" encoding="utf-8"?>
<p:tagLst xmlns:p="http://schemas.openxmlformats.org/presentationml/2006/main">
  <p:tag name="AS_UNIQUEID" val="2695"/>
</p:tagLst>
</file>

<file path=ppt/tags/tag439.xml><?xml version="1.0" encoding="utf-8"?>
<p:tagLst xmlns:p="http://schemas.openxmlformats.org/presentationml/2006/main">
  <p:tag name="AS_UNIQUEID" val="2696"/>
</p:tagLst>
</file>

<file path=ppt/tags/tag440.xml><?xml version="1.0" encoding="utf-8"?>
<p:tagLst xmlns:p="http://schemas.openxmlformats.org/presentationml/2006/main">
  <p:tag name="AS_UNIQUEID" val="2697"/>
</p:tagLst>
</file>

<file path=ppt/tags/tag441.xml><?xml version="1.0" encoding="utf-8"?>
<p:tagLst xmlns:p="http://schemas.openxmlformats.org/presentationml/2006/main">
  <p:tag name="AS_UNIQUEID" val="2698"/>
</p:tagLst>
</file>

<file path=ppt/tags/tag442.xml><?xml version="1.0" encoding="utf-8"?>
<p:tagLst xmlns:p="http://schemas.openxmlformats.org/presentationml/2006/main">
  <p:tag name="AS_UNIQUEID" val="2699"/>
</p:tagLst>
</file>

<file path=ppt/tags/tag443.xml><?xml version="1.0" encoding="utf-8"?>
<p:tagLst xmlns:p="http://schemas.openxmlformats.org/presentationml/2006/main">
  <p:tag name="AS_UNIQUEID" val="2700"/>
</p:tagLst>
</file>

<file path=ppt/tags/tag444.xml><?xml version="1.0" encoding="utf-8"?>
<p:tagLst xmlns:p="http://schemas.openxmlformats.org/presentationml/2006/main">
  <p:tag name="AS_UNIQUEID" val="2701"/>
</p:tagLst>
</file>

<file path=ppt/tags/tag445.xml><?xml version="1.0" encoding="utf-8"?>
<p:tagLst xmlns:p="http://schemas.openxmlformats.org/presentationml/2006/main">
  <p:tag name="AS_UNIQUEID" val="2702"/>
</p:tagLst>
</file>

<file path=ppt/tags/tag446.xml><?xml version="1.0" encoding="utf-8"?>
<p:tagLst xmlns:p="http://schemas.openxmlformats.org/presentationml/2006/main">
  <p:tag name="AS_UNIQUEID" val="2703"/>
</p:tagLst>
</file>

<file path=ppt/tags/tag447.xml><?xml version="1.0" encoding="utf-8"?>
<p:tagLst xmlns:p="http://schemas.openxmlformats.org/presentationml/2006/main">
  <p:tag name="AS_UNIQUEID" val="2704"/>
</p:tagLst>
</file>

<file path=ppt/tags/tag448.xml><?xml version="1.0" encoding="utf-8"?>
<p:tagLst xmlns:p="http://schemas.openxmlformats.org/presentationml/2006/main">
  <p:tag name="AS_UNIQUEID" val="2705"/>
</p:tagLst>
</file>

<file path=ppt/tags/tag449.xml><?xml version="1.0" encoding="utf-8"?>
<p:tagLst xmlns:p="http://schemas.openxmlformats.org/presentationml/2006/main">
  <p:tag name="AS_UNIQUEID" val="2706"/>
</p:tagLst>
</file>

<file path=ppt/tags/tag450.xml><?xml version="1.0" encoding="utf-8"?>
<p:tagLst xmlns:p="http://schemas.openxmlformats.org/presentationml/2006/main">
  <p:tag name="AS_UNIQUEID" val="2707"/>
</p:tagLst>
</file>

<file path=ppt/tags/tag451.xml><?xml version="1.0" encoding="utf-8"?>
<p:tagLst xmlns:p="http://schemas.openxmlformats.org/presentationml/2006/main">
  <p:tag name="AS_UNIQUEID" val="2708"/>
</p:tagLst>
</file>

<file path=ppt/tags/tag452.xml><?xml version="1.0" encoding="utf-8"?>
<p:tagLst xmlns:p="http://schemas.openxmlformats.org/presentationml/2006/main">
  <p:tag name="AS_UNIQUEID" val="2709"/>
</p:tagLst>
</file>

<file path=ppt/tags/tag453.xml><?xml version="1.0" encoding="utf-8"?>
<p:tagLst xmlns:p="http://schemas.openxmlformats.org/presentationml/2006/main">
  <p:tag name="AS_UNIQUEID" val="2710"/>
</p:tagLst>
</file>

<file path=ppt/tags/tag454.xml><?xml version="1.0" encoding="utf-8"?>
<p:tagLst xmlns:p="http://schemas.openxmlformats.org/presentationml/2006/main">
  <p:tag name="AS_UNIQUEID" val="2711"/>
</p:tagLst>
</file>

<file path=ppt/tags/tag455.xml><?xml version="1.0" encoding="utf-8"?>
<p:tagLst xmlns:p="http://schemas.openxmlformats.org/presentationml/2006/main">
  <p:tag name="AS_UNIQUEID" val="2712"/>
</p:tagLst>
</file>

<file path=ppt/tags/tag456.xml><?xml version="1.0" encoding="utf-8"?>
<p:tagLst xmlns:p="http://schemas.openxmlformats.org/presentationml/2006/main">
  <p:tag name="AS_UNIQUEID" val="2713"/>
</p:tagLst>
</file>

<file path=ppt/tags/tag457.xml><?xml version="1.0" encoding="utf-8"?>
<p:tagLst xmlns:p="http://schemas.openxmlformats.org/presentationml/2006/main">
  <p:tag name="AS_UNIQUEID" val="2714"/>
</p:tagLst>
</file>

<file path=ppt/tags/tag458.xml><?xml version="1.0" encoding="utf-8"?>
<p:tagLst xmlns:p="http://schemas.openxmlformats.org/presentationml/2006/main">
  <p:tag name="AS_UNIQUEID" val="2715"/>
</p:tagLst>
</file>

<file path=ppt/tags/tag459.xml><?xml version="1.0" encoding="utf-8"?>
<p:tagLst xmlns:p="http://schemas.openxmlformats.org/presentationml/2006/main">
  <p:tag name="AS_UNIQUEID" val="2716"/>
</p:tagLst>
</file>

<file path=ppt/tags/tag460.xml><?xml version="1.0" encoding="utf-8"?>
<p:tagLst xmlns:p="http://schemas.openxmlformats.org/presentationml/2006/main">
  <p:tag name="AS_UNIQUEID" val="2717"/>
</p:tagLst>
</file>

<file path=ppt/tags/tag461.xml><?xml version="1.0" encoding="utf-8"?>
<p:tagLst xmlns:p="http://schemas.openxmlformats.org/presentationml/2006/main">
  <p:tag name="AS_UNIQUEID" val="2718"/>
</p:tagLst>
</file>

<file path=ppt/tags/tag462.xml><?xml version="1.0" encoding="utf-8"?>
<p:tagLst xmlns:p="http://schemas.openxmlformats.org/presentationml/2006/main">
  <p:tag name="AS_UNIQUEID" val="2719"/>
</p:tagLst>
</file>

<file path=ppt/tags/tag463.xml><?xml version="1.0" encoding="utf-8"?>
<p:tagLst xmlns:p="http://schemas.openxmlformats.org/presentationml/2006/main">
  <p:tag name="AS_UNIQUEID" val="2720"/>
</p:tagLst>
</file>

<file path=ppt/tags/tag464.xml><?xml version="1.0" encoding="utf-8"?>
<p:tagLst xmlns:p="http://schemas.openxmlformats.org/presentationml/2006/main">
  <p:tag name="AS_UNIQUEID" val="2721"/>
</p:tagLst>
</file>

<file path=ppt/tags/tag465.xml><?xml version="1.0" encoding="utf-8"?>
<p:tagLst xmlns:p="http://schemas.openxmlformats.org/presentationml/2006/main">
  <p:tag name="AS_UNIQUEID" val="2722"/>
</p:tagLst>
</file>

<file path=ppt/tags/tag466.xml><?xml version="1.0" encoding="utf-8"?>
<p:tagLst xmlns:p="http://schemas.openxmlformats.org/presentationml/2006/main">
  <p:tag name="AS_UNIQUEID" val="2723"/>
</p:tagLst>
</file>

<file path=ppt/tags/tag467.xml><?xml version="1.0" encoding="utf-8"?>
<p:tagLst xmlns:p="http://schemas.openxmlformats.org/presentationml/2006/main">
  <p:tag name="AS_UNIQUEID" val="2724"/>
</p:tagLst>
</file>

<file path=ppt/tags/tag468.xml><?xml version="1.0" encoding="utf-8"?>
<p:tagLst xmlns:p="http://schemas.openxmlformats.org/presentationml/2006/main">
  <p:tag name="AS_UNIQUEID" val="2725"/>
</p:tagLst>
</file>

<file path=ppt/tags/tag469.xml><?xml version="1.0" encoding="utf-8"?>
<p:tagLst xmlns:p="http://schemas.openxmlformats.org/presentationml/2006/main">
  <p:tag name="AS_UNIQUEID" val="2726"/>
</p:tagLst>
</file>

<file path=ppt/tags/tag470.xml><?xml version="1.0" encoding="utf-8"?>
<p:tagLst xmlns:p="http://schemas.openxmlformats.org/presentationml/2006/main">
  <p:tag name="AS_UNIQUEID" val="2727"/>
</p:tagLst>
</file>

<file path=ppt/tags/tag471.xml><?xml version="1.0" encoding="utf-8"?>
<p:tagLst xmlns:p="http://schemas.openxmlformats.org/presentationml/2006/main">
  <p:tag name="AS_UNIQUEID" val="2728"/>
</p:tagLst>
</file>

<file path=ppt/tags/tag472.xml><?xml version="1.0" encoding="utf-8"?>
<p:tagLst xmlns:p="http://schemas.openxmlformats.org/presentationml/2006/main">
  <p:tag name="AS_UNIQUEID" val="2729"/>
</p:tagLst>
</file>

<file path=ppt/tags/tag473.xml><?xml version="1.0" encoding="utf-8"?>
<p:tagLst xmlns:p="http://schemas.openxmlformats.org/presentationml/2006/main">
  <p:tag name="AS_UNIQUEID" val="2730"/>
</p:tagLst>
</file>

<file path=ppt/tags/tag474.xml><?xml version="1.0" encoding="utf-8"?>
<p:tagLst xmlns:p="http://schemas.openxmlformats.org/presentationml/2006/main">
  <p:tag name="AS_UNIQUEID" val="2731"/>
</p:tagLst>
</file>

<file path=ppt/tags/tag475.xml><?xml version="1.0" encoding="utf-8"?>
<p:tagLst xmlns:p="http://schemas.openxmlformats.org/presentationml/2006/main">
  <p:tag name="AS_UNIQUEID" val="2732"/>
</p:tagLst>
</file>

<file path=ppt/tags/tag476.xml><?xml version="1.0" encoding="utf-8"?>
<p:tagLst xmlns:p="http://schemas.openxmlformats.org/presentationml/2006/main">
  <p:tag name="AS_UNIQUEID" val="1156"/>
</p:tagLst>
</file>

<file path=ppt/tags/tag477.xml><?xml version="1.0" encoding="utf-8"?>
<p:tagLst xmlns:p="http://schemas.openxmlformats.org/presentationml/2006/main">
  <p:tag name="AS_UNIQUEID" val="1157"/>
</p:tagLst>
</file>

<file path=ppt/tags/tag478.xml><?xml version="1.0" encoding="utf-8"?>
<p:tagLst xmlns:p="http://schemas.openxmlformats.org/presentationml/2006/main">
  <p:tag name="AS_UNIQUEID" val="2733"/>
</p:tagLst>
</file>

<file path=ppt/tags/tag479.xml><?xml version="1.0" encoding="utf-8"?>
<p:tagLst xmlns:p="http://schemas.openxmlformats.org/presentationml/2006/main">
  <p:tag name="AS_UNIQUEID" val="2734"/>
</p:tagLst>
</file>

<file path=ppt/tags/tag480.xml><?xml version="1.0" encoding="utf-8"?>
<p:tagLst xmlns:p="http://schemas.openxmlformats.org/presentationml/2006/main">
  <p:tag name="AS_UNIQUEID" val="2735"/>
</p:tagLst>
</file>

<file path=ppt/tags/tag481.xml><?xml version="1.0" encoding="utf-8"?>
<p:tagLst xmlns:p="http://schemas.openxmlformats.org/presentationml/2006/main">
  <p:tag name="AS_UNIQUEID" val="2736"/>
</p:tagLst>
</file>

<file path=ppt/tags/tag482.xml><?xml version="1.0" encoding="utf-8"?>
<p:tagLst xmlns:p="http://schemas.openxmlformats.org/presentationml/2006/main">
  <p:tag name="AS_UNIQUEID" val="2737"/>
</p:tagLst>
</file>

<file path=ppt/tags/tag483.xml><?xml version="1.0" encoding="utf-8"?>
<p:tagLst xmlns:p="http://schemas.openxmlformats.org/presentationml/2006/main">
  <p:tag name="AS_UNIQUEID" val="2738"/>
</p:tagLst>
</file>

<file path=ppt/tags/tag484.xml><?xml version="1.0" encoding="utf-8"?>
<p:tagLst xmlns:p="http://schemas.openxmlformats.org/presentationml/2006/main">
  <p:tag name="AS_UNIQUEID" val="2739"/>
</p:tagLst>
</file>

<file path=ppt/tags/tag485.xml><?xml version="1.0" encoding="utf-8"?>
<p:tagLst xmlns:p="http://schemas.openxmlformats.org/presentationml/2006/main">
  <p:tag name="AS_UNIQUEID" val="2740"/>
</p:tagLst>
</file>

<file path=ppt/tags/tag486.xml><?xml version="1.0" encoding="utf-8"?>
<p:tagLst xmlns:p="http://schemas.openxmlformats.org/presentationml/2006/main">
  <p:tag name="AS_UNIQUEID" val="2741"/>
</p:tagLst>
</file>

<file path=ppt/tags/tag487.xml><?xml version="1.0" encoding="utf-8"?>
<p:tagLst xmlns:p="http://schemas.openxmlformats.org/presentationml/2006/main">
  <p:tag name="AS_UNIQUEID" val="2742"/>
</p:tagLst>
</file>

<file path=ppt/tags/tag488.xml><?xml version="1.0" encoding="utf-8"?>
<p:tagLst xmlns:p="http://schemas.openxmlformats.org/presentationml/2006/main">
  <p:tag name="AS_UNIQUEID" val="2743"/>
</p:tagLst>
</file>

<file path=ppt/tags/tag489.xml><?xml version="1.0" encoding="utf-8"?>
<p:tagLst xmlns:p="http://schemas.openxmlformats.org/presentationml/2006/main">
  <p:tag name="AS_UNIQUEID" val="2744"/>
</p:tagLst>
</file>

<file path=ppt/tags/tag490.xml><?xml version="1.0" encoding="utf-8"?>
<p:tagLst xmlns:p="http://schemas.openxmlformats.org/presentationml/2006/main">
  <p:tag name="AS_UNIQUEID" val="2745"/>
</p:tagLst>
</file>

<file path=ppt/tags/tag491.xml><?xml version="1.0" encoding="utf-8"?>
<p:tagLst xmlns:p="http://schemas.openxmlformats.org/presentationml/2006/main">
  <p:tag name="AS_UNIQUEID" val="2746"/>
</p:tagLst>
</file>

<file path=ppt/tags/tag492.xml><?xml version="1.0" encoding="utf-8"?>
<p:tagLst xmlns:p="http://schemas.openxmlformats.org/presentationml/2006/main">
  <p:tag name="AS_UNIQUEID" val="2747"/>
</p:tagLst>
</file>

<file path=ppt/tags/tag493.xml><?xml version="1.0" encoding="utf-8"?>
<p:tagLst xmlns:p="http://schemas.openxmlformats.org/presentationml/2006/main">
  <p:tag name="AS_UNIQUEID" val="2748"/>
</p:tagLst>
</file>

<file path=ppt/tags/tag494.xml><?xml version="1.0" encoding="utf-8"?>
<p:tagLst xmlns:p="http://schemas.openxmlformats.org/presentationml/2006/main">
  <p:tag name="AS_UNIQUEID" val="2749"/>
</p:tagLst>
</file>

<file path=ppt/tags/tag495.xml><?xml version="1.0" encoding="utf-8"?>
<p:tagLst xmlns:p="http://schemas.openxmlformats.org/presentationml/2006/main">
  <p:tag name="AS_UNIQUEID" val="2750"/>
</p:tagLst>
</file>

<file path=ppt/tags/tag496.xml><?xml version="1.0" encoding="utf-8"?>
<p:tagLst xmlns:p="http://schemas.openxmlformats.org/presentationml/2006/main">
  <p:tag name="AS_UNIQUEID" val="2751"/>
</p:tagLst>
</file>

<file path=ppt/tags/tag497.xml><?xml version="1.0" encoding="utf-8"?>
<p:tagLst xmlns:p="http://schemas.openxmlformats.org/presentationml/2006/main">
  <p:tag name="AS_UNIQUEID" val="2752"/>
</p:tagLst>
</file>

<file path=ppt/tags/tag498.xml><?xml version="1.0" encoding="utf-8"?>
<p:tagLst xmlns:p="http://schemas.openxmlformats.org/presentationml/2006/main">
  <p:tag name="AS_UNIQUEID" val="2753"/>
</p:tagLst>
</file>

<file path=ppt/tags/tag499.xml><?xml version="1.0" encoding="utf-8"?>
<p:tagLst xmlns:p="http://schemas.openxmlformats.org/presentationml/2006/main">
  <p:tag name="AS_UNIQUEID" val="2754"/>
</p:tagLst>
</file>

<file path=ppt/tags/tag500.xml><?xml version="1.0" encoding="utf-8"?>
<p:tagLst xmlns:p="http://schemas.openxmlformats.org/presentationml/2006/main">
  <p:tag name="AS_UNIQUEID" val="2755"/>
</p:tagLst>
</file>

<file path=ppt/tags/tag501.xml><?xml version="1.0" encoding="utf-8"?>
<p:tagLst xmlns:p="http://schemas.openxmlformats.org/presentationml/2006/main">
  <p:tag name="AS_UNIQUEID" val="2756"/>
</p:tagLst>
</file>

<file path=ppt/tags/tag502.xml><?xml version="1.0" encoding="utf-8"?>
<p:tagLst xmlns:p="http://schemas.openxmlformats.org/presentationml/2006/main">
  <p:tag name="AS_UNIQUEID" val="2757"/>
</p:tagLst>
</file>

<file path=ppt/tags/tag503.xml><?xml version="1.0" encoding="utf-8"?>
<p:tagLst xmlns:p="http://schemas.openxmlformats.org/presentationml/2006/main">
  <p:tag name="AS_UNIQUEID" val="2758"/>
</p:tagLst>
</file>

<file path=ppt/tags/tag504.xml><?xml version="1.0" encoding="utf-8"?>
<p:tagLst xmlns:p="http://schemas.openxmlformats.org/presentationml/2006/main">
  <p:tag name="AS_UNIQUEID" val="2759"/>
</p:tagLst>
</file>

<file path=ppt/tags/tag505.xml><?xml version="1.0" encoding="utf-8"?>
<p:tagLst xmlns:p="http://schemas.openxmlformats.org/presentationml/2006/main">
  <p:tag name="AS_UNIQUEID" val="2760"/>
</p:tagLst>
</file>

<file path=ppt/tags/tag506.xml><?xml version="1.0" encoding="utf-8"?>
<p:tagLst xmlns:p="http://schemas.openxmlformats.org/presentationml/2006/main">
  <p:tag name="AS_UNIQUEID" val="2761"/>
</p:tagLst>
</file>

<file path=ppt/tags/tag507.xml><?xml version="1.0" encoding="utf-8"?>
<p:tagLst xmlns:p="http://schemas.openxmlformats.org/presentationml/2006/main">
  <p:tag name="AS_UNIQUEID" val="2762"/>
</p:tagLst>
</file>

<file path=ppt/tags/tag508.xml><?xml version="1.0" encoding="utf-8"?>
<p:tagLst xmlns:p="http://schemas.openxmlformats.org/presentationml/2006/main">
  <p:tag name="AS_UNIQUEID" val="2763"/>
</p:tagLst>
</file>

<file path=ppt/tags/tag509.xml><?xml version="1.0" encoding="utf-8"?>
<p:tagLst xmlns:p="http://schemas.openxmlformats.org/presentationml/2006/main">
  <p:tag name="AS_UNIQUEID" val="2764"/>
</p:tagLst>
</file>

<file path=ppt/tags/tag510.xml><?xml version="1.0" encoding="utf-8"?>
<p:tagLst xmlns:p="http://schemas.openxmlformats.org/presentationml/2006/main">
  <p:tag name="AS_UNIQUEID" val="2765"/>
</p:tagLst>
</file>

<file path=ppt/tags/tag511.xml><?xml version="1.0" encoding="utf-8"?>
<p:tagLst xmlns:p="http://schemas.openxmlformats.org/presentationml/2006/main">
  <p:tag name="AS_UNIQUEID" val="2766"/>
</p:tagLst>
</file>

<file path=ppt/tags/tag512.xml><?xml version="1.0" encoding="utf-8"?>
<p:tagLst xmlns:p="http://schemas.openxmlformats.org/presentationml/2006/main">
  <p:tag name="AS_UNIQUEID" val="2767"/>
</p:tagLst>
</file>

<file path=ppt/tags/tag513.xml><?xml version="1.0" encoding="utf-8"?>
<p:tagLst xmlns:p="http://schemas.openxmlformats.org/presentationml/2006/main">
  <p:tag name="AS_UNIQUEID" val="2768"/>
</p:tagLst>
</file>

<file path=ppt/tags/tag514.xml><?xml version="1.0" encoding="utf-8"?>
<p:tagLst xmlns:p="http://schemas.openxmlformats.org/presentationml/2006/main">
  <p:tag name="AS_UNIQUEID" val="2769"/>
</p:tagLst>
</file>

<file path=ppt/tags/tag515.xml><?xml version="1.0" encoding="utf-8"?>
<p:tagLst xmlns:p="http://schemas.openxmlformats.org/presentationml/2006/main">
  <p:tag name="AS_UNIQUEID" val="2770"/>
</p:tagLst>
</file>

<file path=ppt/tags/tag516.xml><?xml version="1.0" encoding="utf-8"?>
<p:tagLst xmlns:p="http://schemas.openxmlformats.org/presentationml/2006/main">
  <p:tag name="AS_UNIQUEID" val="2771"/>
</p:tagLst>
</file>

<file path=ppt/tags/tag517.xml><?xml version="1.0" encoding="utf-8"?>
<p:tagLst xmlns:p="http://schemas.openxmlformats.org/presentationml/2006/main">
  <p:tag name="AS_UNIQUEID" val="2772"/>
</p:tagLst>
</file>

<file path=ppt/tags/tag518.xml><?xml version="1.0" encoding="utf-8"?>
<p:tagLst xmlns:p="http://schemas.openxmlformats.org/presentationml/2006/main">
  <p:tag name="AS_UNIQUEID" val="2773"/>
</p:tagLst>
</file>

<file path=ppt/tags/tag519.xml><?xml version="1.0" encoding="utf-8"?>
<p:tagLst xmlns:p="http://schemas.openxmlformats.org/presentationml/2006/main">
  <p:tag name="AS_UNIQUEID" val="2774"/>
</p:tagLst>
</file>

<file path=ppt/tags/tag520.xml><?xml version="1.0" encoding="utf-8"?>
<p:tagLst xmlns:p="http://schemas.openxmlformats.org/presentationml/2006/main">
  <p:tag name="AS_UNIQUEID" val="2775"/>
</p:tagLst>
</file>

<file path=ppt/tags/tag521.xml><?xml version="1.0" encoding="utf-8"?>
<p:tagLst xmlns:p="http://schemas.openxmlformats.org/presentationml/2006/main">
  <p:tag name="AS_UNIQUEID" val="2776"/>
</p:tagLst>
</file>

<file path=ppt/tags/tag522.xml><?xml version="1.0" encoding="utf-8"?>
<p:tagLst xmlns:p="http://schemas.openxmlformats.org/presentationml/2006/main">
  <p:tag name="AS_UNIQUEID" val="2777"/>
</p:tagLst>
</file>

<file path=ppt/tags/tag523.xml><?xml version="1.0" encoding="utf-8"?>
<p:tagLst xmlns:p="http://schemas.openxmlformats.org/presentationml/2006/main">
  <p:tag name="AS_UNIQUEID" val="2778"/>
</p:tagLst>
</file>

<file path=ppt/tags/tag524.xml><?xml version="1.0" encoding="utf-8"?>
<p:tagLst xmlns:p="http://schemas.openxmlformats.org/presentationml/2006/main">
  <p:tag name="AS_UNIQUEID" val="2779"/>
</p:tagLst>
</file>

<file path=ppt/tags/tag525.xml><?xml version="1.0" encoding="utf-8"?>
<p:tagLst xmlns:p="http://schemas.openxmlformats.org/presentationml/2006/main">
  <p:tag name="AS_UNIQUEID" val="1156"/>
</p:tagLst>
</file>

<file path=ppt/tags/tag526.xml><?xml version="1.0" encoding="utf-8"?>
<p:tagLst xmlns:p="http://schemas.openxmlformats.org/presentationml/2006/main">
  <p:tag name="AS_UNIQUEID" val="1157"/>
</p:tagLst>
</file>

<file path=ppt/tags/tag527.xml><?xml version="1.0" encoding="utf-8"?>
<p:tagLst xmlns:p="http://schemas.openxmlformats.org/presentationml/2006/main">
  <p:tag name="AS_UNIQUEID" val="2780"/>
</p:tagLst>
</file>

<file path=ppt/tags/tag528.xml><?xml version="1.0" encoding="utf-8"?>
<p:tagLst xmlns:p="http://schemas.openxmlformats.org/presentationml/2006/main">
  <p:tag name="AS_UNIQUEID" val="2781"/>
</p:tagLst>
</file>

<file path=ppt/tags/tag529.xml><?xml version="1.0" encoding="utf-8"?>
<p:tagLst xmlns:p="http://schemas.openxmlformats.org/presentationml/2006/main">
  <p:tag name="AS_UNIQUEID" val="687"/>
</p:tagLst>
</file>

<file path=ppt/tags/tag530.xml><?xml version="1.0" encoding="utf-8"?>
<p:tagLst xmlns:p="http://schemas.openxmlformats.org/presentationml/2006/main">
  <p:tag name="AS_UNIQUEID" val="688"/>
</p:tagLst>
</file>

<file path=ppt/tags/tag531.xml><?xml version="1.0" encoding="utf-8"?>
<p:tagLst xmlns:p="http://schemas.openxmlformats.org/presentationml/2006/main">
  <p:tag name="AS_UNIQUEID" val="2782"/>
</p:tagLst>
</file>

<file path=ppt/tags/tag532.xml><?xml version="1.0" encoding="utf-8"?>
<p:tagLst xmlns:p="http://schemas.openxmlformats.org/presentationml/2006/main">
  <p:tag name="AS_UNIQUEID" val="2783"/>
  <p:tag name="KSO_WM_BEAUTIFY_FLAG" val="#wm#"/>
  <p:tag name="KSO_WM_DIAGRAM_GROUP_CODE" val="l1-1"/>
  <p:tag name="KSO_WM_TAG_VERSION" val="1.0"/>
  <p:tag name="KSO_WM_TEMPLATE_CATEGORY" val="diagram"/>
  <p:tag name="KSO_WM_TEMPLATE_INDEX" val="20181260"/>
  <p:tag name="KSO_WM_UNIT_FILL_FORE_SCHEMECOLOR_INDEX" val="6"/>
  <p:tag name="KSO_WM_UNIT_FILL_TYPE" val="1"/>
  <p:tag name="KSO_WM_UNIT_ID" val="diagram20181260_3*l_h_i*1_1_1"/>
  <p:tag name="KSO_WM_UNIT_INDEX" val="1_1_1"/>
  <p:tag name="KSO_WM_UNIT_LAYERLEVEL" val="1_1_1"/>
  <p:tag name="KSO_WM_UNIT_TEXT_FILL_FORE_SCHEMECOLOR_INDEX" val="2"/>
  <p:tag name="KSO_WM_UNIT_TEXT_FILL_TYPE" val="1"/>
  <p:tag name="KSO_WM_UNIT_TYPE" val="l_h_i"/>
</p:tagLst>
</file>

<file path=ppt/tags/tag533.xml><?xml version="1.0" encoding="utf-8"?>
<p:tagLst xmlns:p="http://schemas.openxmlformats.org/presentationml/2006/main">
  <p:tag name="AS_UNIQUEID" val="2784"/>
  <p:tag name="KSO_WM_BEAUTIFY_FLAG" val="#wm#"/>
  <p:tag name="KSO_WM_DIAGRAM_GROUP_CODE" val="l1-1"/>
  <p:tag name="KSO_WM_TAG_VERSION" val="1.0"/>
  <p:tag name="KSO_WM_TEMPLATE_CATEGORY" val="diagram"/>
  <p:tag name="KSO_WM_TEMPLATE_INDEX" val="20181260"/>
  <p:tag name="KSO_WM_UNIT_FILL_FORE_SCHEMECOLOR_INDEX" val="6"/>
  <p:tag name="KSO_WM_UNIT_FILL_TYPE" val="1"/>
  <p:tag name="KSO_WM_UNIT_ID" val="diagram20181260_3*l_h_i*1_2_1"/>
  <p:tag name="KSO_WM_UNIT_INDEX" val="1_2_1"/>
  <p:tag name="KSO_WM_UNIT_LAYERLEVEL" val="1_1_1"/>
  <p:tag name="KSO_WM_UNIT_TEXT_FILL_FORE_SCHEMECOLOR_INDEX" val="2"/>
  <p:tag name="KSO_WM_UNIT_TEXT_FILL_TYPE" val="1"/>
  <p:tag name="KSO_WM_UNIT_TYPE" val="l_h_i"/>
</p:tagLst>
</file>

<file path=ppt/tags/tag534.xml><?xml version="1.0" encoding="utf-8"?>
<p:tagLst xmlns:p="http://schemas.openxmlformats.org/presentationml/2006/main">
  <p:tag name="AS_UNIQUEID" val="2785"/>
  <p:tag name="KSO_WM_BEAUTIFY_FLAG" val="#wm#"/>
  <p:tag name="KSO_WM_DIAGRAM_GROUP_CODE" val="l1-1"/>
  <p:tag name="KSO_WM_TAG_VERSION" val="1.0"/>
  <p:tag name="KSO_WM_TEMPLATE_CATEGORY" val="diagram"/>
  <p:tag name="KSO_WM_TEMPLATE_INDEX" val="20181260"/>
  <p:tag name="KSO_WM_UNIT_FILL_FORE_SCHEMECOLOR_INDEX" val="5"/>
  <p:tag name="KSO_WM_UNIT_FILL_TYPE" val="1"/>
  <p:tag name="KSO_WM_UNIT_ID" val="diagram20181260_3*l_h_i*1_1_2"/>
  <p:tag name="KSO_WM_UNIT_INDEX" val="1_1_2"/>
  <p:tag name="KSO_WM_UNIT_LAYERLEVEL" val="1_1_1"/>
  <p:tag name="KSO_WM_UNIT_TEXT_FILL_FORE_SCHEMECOLOR_INDEX" val="13"/>
  <p:tag name="KSO_WM_UNIT_TEXT_FILL_TYPE" val="1"/>
  <p:tag name="KSO_WM_UNIT_TYPE" val="l_h_i"/>
</p:tagLst>
</file>

<file path=ppt/tags/tag535.xml><?xml version="1.0" encoding="utf-8"?>
<p:tagLst xmlns:p="http://schemas.openxmlformats.org/presentationml/2006/main">
  <p:tag name="AS_UNIQUEID" val="2786"/>
  <p:tag name="KSO_WM_BEAUTIFY_FLAG" val="#wm#"/>
  <p:tag name="KSO_WM_DIAGRAM_GROUP_CODE" val="l1-1"/>
  <p:tag name="KSO_WM_TAG_VERSION" val="1.0"/>
  <p:tag name="KSO_WM_TEMPLATE_CATEGORY" val="diagram"/>
  <p:tag name="KSO_WM_TEMPLATE_INDEX" val="20181260"/>
  <p:tag name="KSO_WM_UNIT_FILL_FORE_SCHEMECOLOR_INDEX" val="5"/>
  <p:tag name="KSO_WM_UNIT_FILL_TYPE" val="1"/>
  <p:tag name="KSO_WM_UNIT_ID" val="diagram20181260_3*l_h_i*1_1_3"/>
  <p:tag name="KSO_WM_UNIT_INDEX" val="1_1_3"/>
  <p:tag name="KSO_WM_UNIT_LAYERLEVEL" val="1_1_1"/>
  <p:tag name="KSO_WM_UNIT_TEXT_FILL_FORE_SCHEMECOLOR_INDEX" val="13"/>
  <p:tag name="KSO_WM_UNIT_TEXT_FILL_TYPE" val="1"/>
  <p:tag name="KSO_WM_UNIT_TYPE" val="l_h_i"/>
</p:tagLst>
</file>

<file path=ppt/tags/tag536.xml><?xml version="1.0" encoding="utf-8"?>
<p:tagLst xmlns:p="http://schemas.openxmlformats.org/presentationml/2006/main">
  <p:tag name="AS_UNIQUEID" val="2787"/>
  <p:tag name="KSO_WM_BEAUTIFY_FLAG" val="#wm#"/>
  <p:tag name="KSO_WM_DIAGRAM_GROUP_CODE" val="l1-1"/>
  <p:tag name="KSO_WM_TAG_VERSION" val="1.0"/>
  <p:tag name="KSO_WM_TEMPLATE_CATEGORY" val="diagram"/>
  <p:tag name="KSO_WM_TEMPLATE_INDEX" val="20181260"/>
  <p:tag name="KSO_WM_UNIT_FILL_FORE_SCHEMECOLOR_INDEX" val="5"/>
  <p:tag name="KSO_WM_UNIT_FILL_TYPE" val="1"/>
  <p:tag name="KSO_WM_UNIT_ID" val="diagram20181260_3*l_h_i*1_1_4"/>
  <p:tag name="KSO_WM_UNIT_INDEX" val="1_1_4"/>
  <p:tag name="KSO_WM_UNIT_LAYERLEVEL" val="1_1_1"/>
  <p:tag name="KSO_WM_UNIT_TEXT_FILL_FORE_SCHEMECOLOR_INDEX" val="13"/>
  <p:tag name="KSO_WM_UNIT_TEXT_FILL_TYPE" val="1"/>
  <p:tag name="KSO_WM_UNIT_TYPE" val="l_h_i"/>
</p:tagLst>
</file>

<file path=ppt/tags/tag537.xml><?xml version="1.0" encoding="utf-8"?>
<p:tagLst xmlns:p="http://schemas.openxmlformats.org/presentationml/2006/main">
  <p:tag name="AS_UNIQUEID" val="2788"/>
  <p:tag name="KSO_WM_BEAUTIFY_FLAG" val="#wm#"/>
  <p:tag name="KSO_WM_DIAGRAM_GROUP_CODE" val="l1-1"/>
  <p:tag name="KSO_WM_TAG_VERSION" val="1.0"/>
  <p:tag name="KSO_WM_TEMPLATE_CATEGORY" val="diagram"/>
  <p:tag name="KSO_WM_TEMPLATE_INDEX" val="20181260"/>
  <p:tag name="KSO_WM_UNIT_FILL_FORE_SCHEMECOLOR_INDEX" val="5"/>
  <p:tag name="KSO_WM_UNIT_FILL_TYPE" val="1"/>
  <p:tag name="KSO_WM_UNIT_ID" val="diagram20181260_3*l_h_i*1_1_5"/>
  <p:tag name="KSO_WM_UNIT_INDEX" val="1_1_5"/>
  <p:tag name="KSO_WM_UNIT_LAYERLEVEL" val="1_1_1"/>
  <p:tag name="KSO_WM_UNIT_TEXT_FILL_FORE_SCHEMECOLOR_INDEX" val="13"/>
  <p:tag name="KSO_WM_UNIT_TEXT_FILL_TYPE" val="1"/>
  <p:tag name="KSO_WM_UNIT_TYPE" val="l_h_i"/>
</p:tagLst>
</file>

<file path=ppt/tags/tag538.xml><?xml version="1.0" encoding="utf-8"?>
<p:tagLst xmlns:p="http://schemas.openxmlformats.org/presentationml/2006/main">
  <p:tag name="AS_UNIQUEID" val="2789"/>
  <p:tag name="KSO_WM_BEAUTIFY_FLAG" val="#wm#"/>
  <p:tag name="KSO_WM_DIAGRAM_GROUP_CODE" val="l1-1"/>
  <p:tag name="KSO_WM_TAG_VERSION" val="1.0"/>
  <p:tag name="KSO_WM_TEMPLATE_CATEGORY" val="diagram"/>
  <p:tag name="KSO_WM_TEMPLATE_INDEX" val="20181260"/>
  <p:tag name="KSO_WM_UNIT_FILL_FORE_SCHEMECOLOR_INDEX" val="5"/>
  <p:tag name="KSO_WM_UNIT_FILL_TYPE" val="1"/>
  <p:tag name="KSO_WM_UNIT_ID" val="diagram20181260_3*l_h_i*1_2_2"/>
  <p:tag name="KSO_WM_UNIT_INDEX" val="1_2_2"/>
  <p:tag name="KSO_WM_UNIT_LAYERLEVEL" val="1_1_1"/>
  <p:tag name="KSO_WM_UNIT_TEXT_FILL_FORE_SCHEMECOLOR_INDEX" val="13"/>
  <p:tag name="KSO_WM_UNIT_TEXT_FILL_TYPE" val="1"/>
  <p:tag name="KSO_WM_UNIT_TYPE" val="l_h_i"/>
</p:tagLst>
</file>

<file path=ppt/tags/tag539.xml><?xml version="1.0" encoding="utf-8"?>
<p:tagLst xmlns:p="http://schemas.openxmlformats.org/presentationml/2006/main">
  <p:tag name="AS_UNIQUEID" val="2790"/>
  <p:tag name="KSO_WM_BEAUTIFY_FLAG" val="#wm#"/>
  <p:tag name="KSO_WM_DIAGRAM_GROUP_CODE" val="l1-1"/>
  <p:tag name="KSO_WM_TAG_VERSION" val="1.0"/>
  <p:tag name="KSO_WM_TEMPLATE_CATEGORY" val="diagram"/>
  <p:tag name="KSO_WM_TEMPLATE_INDEX" val="20181260"/>
  <p:tag name="KSO_WM_UNIT_FILL_FORE_SCHEMECOLOR_INDEX" val="5"/>
  <p:tag name="KSO_WM_UNIT_FILL_TYPE" val="1"/>
  <p:tag name="KSO_WM_UNIT_ID" val="diagram20181260_3*l_h_i*1_2_3"/>
  <p:tag name="KSO_WM_UNIT_INDEX" val="1_2_3"/>
  <p:tag name="KSO_WM_UNIT_LAYERLEVEL" val="1_1_1"/>
  <p:tag name="KSO_WM_UNIT_TEXT_FILL_FORE_SCHEMECOLOR_INDEX" val="13"/>
  <p:tag name="KSO_WM_UNIT_TEXT_FILL_TYPE" val="1"/>
  <p:tag name="KSO_WM_UNIT_TYPE" val="l_h_i"/>
</p:tagLst>
</file>

<file path=ppt/tags/tag540.xml><?xml version="1.0" encoding="utf-8"?>
<p:tagLst xmlns:p="http://schemas.openxmlformats.org/presentationml/2006/main">
  <p:tag name="AS_UNIQUEID" val="2791"/>
  <p:tag name="KSO_WM_BEAUTIFY_FLAG" val="#wm#"/>
  <p:tag name="KSO_WM_DIAGRAM_GROUP_CODE" val="l1-1"/>
  <p:tag name="KSO_WM_TAG_VERSION" val="1.0"/>
  <p:tag name="KSO_WM_TEMPLATE_CATEGORY" val="diagram"/>
  <p:tag name="KSO_WM_TEMPLATE_INDEX" val="20181260"/>
  <p:tag name="KSO_WM_UNIT_FILL_FORE_SCHEMECOLOR_INDEX" val="5"/>
  <p:tag name="KSO_WM_UNIT_FILL_TYPE" val="1"/>
  <p:tag name="KSO_WM_UNIT_ID" val="diagram20181260_3*l_h_i*1_2_4"/>
  <p:tag name="KSO_WM_UNIT_INDEX" val="1_2_4"/>
  <p:tag name="KSO_WM_UNIT_LAYERLEVEL" val="1_1_1"/>
  <p:tag name="KSO_WM_UNIT_TEXT_FILL_FORE_SCHEMECOLOR_INDEX" val="13"/>
  <p:tag name="KSO_WM_UNIT_TEXT_FILL_TYPE" val="1"/>
  <p:tag name="KSO_WM_UNIT_TYPE" val="l_h_i"/>
</p:tagLst>
</file>

<file path=ppt/tags/tag541.xml><?xml version="1.0" encoding="utf-8"?>
<p:tagLst xmlns:p="http://schemas.openxmlformats.org/presentationml/2006/main">
  <p:tag name="AS_UNIQUEID" val="2792"/>
  <p:tag name="KSO_WM_BEAUTIFY_FLAG" val="#wm#"/>
  <p:tag name="KSO_WM_DIAGRAM_GROUP_CODE" val="l1-1"/>
  <p:tag name="KSO_WM_TAG_VERSION" val="1.0"/>
  <p:tag name="KSO_WM_TEMPLATE_CATEGORY" val="diagram"/>
  <p:tag name="KSO_WM_TEMPLATE_INDEX" val="20181260"/>
  <p:tag name="KSO_WM_UNIT_FILL_FORE_SCHEMECOLOR_INDEX" val="5"/>
  <p:tag name="KSO_WM_UNIT_FILL_TYPE" val="1"/>
  <p:tag name="KSO_WM_UNIT_ID" val="diagram20181260_3*l_h_i*1_2_5"/>
  <p:tag name="KSO_WM_UNIT_INDEX" val="1_2_5"/>
  <p:tag name="KSO_WM_UNIT_LAYERLEVEL" val="1_1_1"/>
  <p:tag name="KSO_WM_UNIT_TEXT_FILL_FORE_SCHEMECOLOR_INDEX" val="13"/>
  <p:tag name="KSO_WM_UNIT_TEXT_FILL_TYPE" val="1"/>
  <p:tag name="KSO_WM_UNIT_TYPE" val="l_h_i"/>
</p:tagLst>
</file>

<file path=ppt/tags/tag542.xml><?xml version="1.0" encoding="utf-8"?>
<p:tagLst xmlns:p="http://schemas.openxmlformats.org/presentationml/2006/main">
  <p:tag name="AS_UNIQUEID" val="2793"/>
  <p:tag name="KSO_WM_BEAUTIFY_FLAG" val="#wm#"/>
  <p:tag name="KSO_WM_DIAGRAM_GROUP_CODE" val="l1-1"/>
  <p:tag name="KSO_WM_TAG_VERSION" val="1.0"/>
  <p:tag name="KSO_WM_TEMPLATE_CATEGORY" val="diagram"/>
  <p:tag name="KSO_WM_TEMPLATE_INDEX" val="20181260"/>
  <p:tag name="KSO_WM_UNIT_CLEAR" val="0"/>
  <p:tag name="KSO_WM_UNIT_COMPATIBLE" val="0"/>
  <p:tag name="KSO_WM_UNIT_HIGHLIGHT" val="0"/>
  <p:tag name="KSO_WM_UNIT_ID" val="diagram20181260_3*l_h_a*1_2_1"/>
  <p:tag name="KSO_WM_UNIT_INDEX" val="1_2_1"/>
  <p:tag name="KSO_WM_UNIT_LAYERLEVEL" val="1_1_1"/>
  <p:tag name="KSO_WM_UNIT_PRESET_TEXT" val="输入标题内容"/>
  <p:tag name="KSO_WM_UNIT_TEXT_FILL_FORE_SCHEMECOLOR_INDEX" val="13"/>
  <p:tag name="KSO_WM_UNIT_TEXT_FILL_TYPE" val="1"/>
  <p:tag name="KSO_WM_UNIT_TYPE" val="l_h_a"/>
  <p:tag name="KSO_WM_UNIT_VALUE" val="6"/>
</p:tagLst>
</file>

<file path=ppt/tags/tag543.xml><?xml version="1.0" encoding="utf-8"?>
<p:tagLst xmlns:p="http://schemas.openxmlformats.org/presentationml/2006/main">
  <p:tag name="AS_UNIQUEID" val="2794"/>
  <p:tag name="KSO_WM_BEAUTIFY_FLAG" val="#wm#"/>
  <p:tag name="KSO_WM_DIAGRAM_GROUP_CODE" val="l1-1"/>
  <p:tag name="KSO_WM_TAG_VERSION" val="1.0"/>
  <p:tag name="KSO_WM_TEMPLATE_CATEGORY" val="diagram"/>
  <p:tag name="KSO_WM_TEMPLATE_INDEX" val="20181260"/>
  <p:tag name="KSO_WM_UNIT_CLEAR" val="0"/>
  <p:tag name="KSO_WM_UNIT_COMPATIBLE" val="0"/>
  <p:tag name="KSO_WM_UNIT_HIGHLIGHT" val="0"/>
  <p:tag name="KSO_WM_UNIT_ID" val="diagram20181260_3*l_h_a*1_1_1"/>
  <p:tag name="KSO_WM_UNIT_INDEX" val="1_1_1"/>
  <p:tag name="KSO_WM_UNIT_LAYERLEVEL" val="1_1_1"/>
  <p:tag name="KSO_WM_UNIT_PRESET_TEXT" val="输入标题内容"/>
  <p:tag name="KSO_WM_UNIT_TEXT_FILL_FORE_SCHEMECOLOR_INDEX" val="13"/>
  <p:tag name="KSO_WM_UNIT_TEXT_FILL_TYPE" val="1"/>
  <p:tag name="KSO_WM_UNIT_TYPE" val="l_h_a"/>
  <p:tag name="KSO_WM_UNIT_VALUE" val="6"/>
</p:tagLst>
</file>

<file path=ppt/tags/tag544.xml><?xml version="1.0" encoding="utf-8"?>
<p:tagLst xmlns:p="http://schemas.openxmlformats.org/presentationml/2006/main">
  <p:tag name="AS_UNIQUEID" val="2795"/>
  <p:tag name="KSO_WM_BEAUTIFY_FLAG" val="#wm#"/>
  <p:tag name="KSO_WM_DIAGRAM_GROUP_CODE" val="l1-1"/>
  <p:tag name="KSO_WM_TAG_VERSION" val="1.0"/>
  <p:tag name="KSO_WM_TEMPLATE_CATEGORY" val="diagram"/>
  <p:tag name="KSO_WM_TEMPLATE_INDEX" val="20181260"/>
  <p:tag name="KSO_WM_UNIT_FILL_FORE_SCHEMECOLOR_INDEX" val="6"/>
  <p:tag name="KSO_WM_UNIT_FILL_TYPE" val="1"/>
  <p:tag name="KSO_WM_UNIT_ID" val="diagram20181260_3*l_h_i*1_3_1"/>
  <p:tag name="KSO_WM_UNIT_INDEX" val="1_3_1"/>
  <p:tag name="KSO_WM_UNIT_LAYERLEVEL" val="1_1_1"/>
  <p:tag name="KSO_WM_UNIT_TEXT_FILL_FORE_SCHEMECOLOR_INDEX" val="2"/>
  <p:tag name="KSO_WM_UNIT_TEXT_FILL_TYPE" val="1"/>
  <p:tag name="KSO_WM_UNIT_TYPE" val="l_h_i"/>
</p:tagLst>
</file>

<file path=ppt/tags/tag545.xml><?xml version="1.0" encoding="utf-8"?>
<p:tagLst xmlns:p="http://schemas.openxmlformats.org/presentationml/2006/main">
  <p:tag name="AS_UNIQUEID" val="2796"/>
  <p:tag name="KSO_WM_BEAUTIFY_FLAG" val="#wm#"/>
  <p:tag name="KSO_WM_DIAGRAM_GROUP_CODE" val="l1-1"/>
  <p:tag name="KSO_WM_TAG_VERSION" val="1.0"/>
  <p:tag name="KSO_WM_TEMPLATE_CATEGORY" val="diagram"/>
  <p:tag name="KSO_WM_TEMPLATE_INDEX" val="20181260"/>
  <p:tag name="KSO_WM_UNIT_FILL_FORE_SCHEMECOLOR_INDEX" val="5"/>
  <p:tag name="KSO_WM_UNIT_FILL_TYPE" val="1"/>
  <p:tag name="KSO_WM_UNIT_ID" val="diagram20181260_3*l_h_i*1_3_2"/>
  <p:tag name="KSO_WM_UNIT_INDEX" val="1_3_2"/>
  <p:tag name="KSO_WM_UNIT_LAYERLEVEL" val="1_1_1"/>
  <p:tag name="KSO_WM_UNIT_TEXT_FILL_FORE_SCHEMECOLOR_INDEX" val="13"/>
  <p:tag name="KSO_WM_UNIT_TEXT_FILL_TYPE" val="1"/>
  <p:tag name="KSO_WM_UNIT_TYPE" val="l_h_i"/>
</p:tagLst>
</file>

<file path=ppt/tags/tag546.xml><?xml version="1.0" encoding="utf-8"?>
<p:tagLst xmlns:p="http://schemas.openxmlformats.org/presentationml/2006/main">
  <p:tag name="AS_UNIQUEID" val="2797"/>
  <p:tag name="KSO_WM_BEAUTIFY_FLAG" val="#wm#"/>
  <p:tag name="KSO_WM_DIAGRAM_GROUP_CODE" val="l1-1"/>
  <p:tag name="KSO_WM_TAG_VERSION" val="1.0"/>
  <p:tag name="KSO_WM_TEMPLATE_CATEGORY" val="diagram"/>
  <p:tag name="KSO_WM_TEMPLATE_INDEX" val="20181260"/>
  <p:tag name="KSO_WM_UNIT_FILL_FORE_SCHEMECOLOR_INDEX" val="5"/>
  <p:tag name="KSO_WM_UNIT_FILL_TYPE" val="1"/>
  <p:tag name="KSO_WM_UNIT_ID" val="diagram20181260_3*l_h_i*1_3_3"/>
  <p:tag name="KSO_WM_UNIT_INDEX" val="1_3_3"/>
  <p:tag name="KSO_WM_UNIT_LAYERLEVEL" val="1_1_1"/>
  <p:tag name="KSO_WM_UNIT_TEXT_FILL_FORE_SCHEMECOLOR_INDEX" val="13"/>
  <p:tag name="KSO_WM_UNIT_TEXT_FILL_TYPE" val="1"/>
  <p:tag name="KSO_WM_UNIT_TYPE" val="l_h_i"/>
</p:tagLst>
</file>

<file path=ppt/tags/tag547.xml><?xml version="1.0" encoding="utf-8"?>
<p:tagLst xmlns:p="http://schemas.openxmlformats.org/presentationml/2006/main">
  <p:tag name="AS_UNIQUEID" val="2798"/>
  <p:tag name="KSO_WM_BEAUTIFY_FLAG" val="#wm#"/>
  <p:tag name="KSO_WM_DIAGRAM_GROUP_CODE" val="l1-1"/>
  <p:tag name="KSO_WM_TAG_VERSION" val="1.0"/>
  <p:tag name="KSO_WM_TEMPLATE_CATEGORY" val="diagram"/>
  <p:tag name="KSO_WM_TEMPLATE_INDEX" val="20181260"/>
  <p:tag name="KSO_WM_UNIT_FILL_FORE_SCHEMECOLOR_INDEX" val="5"/>
  <p:tag name="KSO_WM_UNIT_FILL_TYPE" val="1"/>
  <p:tag name="KSO_WM_UNIT_ID" val="diagram20181260_3*l_h_i*1_3_4"/>
  <p:tag name="KSO_WM_UNIT_INDEX" val="1_3_4"/>
  <p:tag name="KSO_WM_UNIT_LAYERLEVEL" val="1_1_1"/>
  <p:tag name="KSO_WM_UNIT_TEXT_FILL_FORE_SCHEMECOLOR_INDEX" val="13"/>
  <p:tag name="KSO_WM_UNIT_TEXT_FILL_TYPE" val="1"/>
  <p:tag name="KSO_WM_UNIT_TYPE" val="l_h_i"/>
</p:tagLst>
</file>

<file path=ppt/tags/tag548.xml><?xml version="1.0" encoding="utf-8"?>
<p:tagLst xmlns:p="http://schemas.openxmlformats.org/presentationml/2006/main">
  <p:tag name="AS_UNIQUEID" val="2799"/>
  <p:tag name="KSO_WM_BEAUTIFY_FLAG" val="#wm#"/>
  <p:tag name="KSO_WM_DIAGRAM_GROUP_CODE" val="l1-1"/>
  <p:tag name="KSO_WM_TAG_VERSION" val="1.0"/>
  <p:tag name="KSO_WM_TEMPLATE_CATEGORY" val="diagram"/>
  <p:tag name="KSO_WM_TEMPLATE_INDEX" val="20181260"/>
  <p:tag name="KSO_WM_UNIT_FILL_FORE_SCHEMECOLOR_INDEX" val="5"/>
  <p:tag name="KSO_WM_UNIT_FILL_TYPE" val="1"/>
  <p:tag name="KSO_WM_UNIT_ID" val="diagram20181260_3*l_h_i*1_3_5"/>
  <p:tag name="KSO_WM_UNIT_INDEX" val="1_3_5"/>
  <p:tag name="KSO_WM_UNIT_LAYERLEVEL" val="1_1_1"/>
  <p:tag name="KSO_WM_UNIT_TEXT_FILL_FORE_SCHEMECOLOR_INDEX" val="13"/>
  <p:tag name="KSO_WM_UNIT_TEXT_FILL_TYPE" val="1"/>
  <p:tag name="KSO_WM_UNIT_TYPE" val="l_h_i"/>
</p:tagLst>
</file>

<file path=ppt/tags/tag549.xml><?xml version="1.0" encoding="utf-8"?>
<p:tagLst xmlns:p="http://schemas.openxmlformats.org/presentationml/2006/main">
  <p:tag name="AS_UNIQUEID" val="2800"/>
</p:tagLst>
</file>

<file path=ppt/tags/tag550.xml><?xml version="1.0" encoding="utf-8"?>
<p:tagLst xmlns:p="http://schemas.openxmlformats.org/presentationml/2006/main">
  <p:tag name="AS_UNIQUEID" val="2801"/>
</p:tagLst>
</file>

<file path=ppt/tags/tag551.xml><?xml version="1.0" encoding="utf-8"?>
<p:tagLst xmlns:p="http://schemas.openxmlformats.org/presentationml/2006/main">
  <p:tag name="AS_UNIQUEID" val="1207"/>
</p:tagLst>
</file>

<file path=ppt/tags/tag552.xml><?xml version="1.0" encoding="utf-8"?>
<p:tagLst xmlns:p="http://schemas.openxmlformats.org/presentationml/2006/main">
  <p:tag name="AS_UNIQUEID" val="2802"/>
</p:tagLst>
</file>

<file path=ppt/tags/tag553.xml><?xml version="1.0" encoding="utf-8"?>
<p:tagLst xmlns:p="http://schemas.openxmlformats.org/presentationml/2006/main">
  <p:tag name="AS_UNIQUEID" val="2803"/>
</p:tagLst>
</file>

<file path=ppt/tags/tag554.xml><?xml version="1.0" encoding="utf-8"?>
<p:tagLst xmlns:p="http://schemas.openxmlformats.org/presentationml/2006/main">
  <p:tag name="AS_UNIQUEID" val="2804"/>
</p:tagLst>
</file>

<file path=ppt/tags/tag555.xml><?xml version="1.0" encoding="utf-8"?>
<p:tagLst xmlns:p="http://schemas.openxmlformats.org/presentationml/2006/main">
  <p:tag name="AS_UNIQUEID" val="2805"/>
</p:tagLst>
</file>

<file path=ppt/tags/tag556.xml><?xml version="1.0" encoding="utf-8"?>
<p:tagLst xmlns:p="http://schemas.openxmlformats.org/presentationml/2006/main">
  <p:tag name="AS_UNIQUEID" val="2806"/>
</p:tagLst>
</file>

<file path=ppt/tags/tag557.xml><?xml version="1.0" encoding="utf-8"?>
<p:tagLst xmlns:p="http://schemas.openxmlformats.org/presentationml/2006/main">
  <p:tag name="AS_UNIQUEID" val="2240"/>
</p:tagLst>
</file>

<file path=ppt/tags/tag558.xml><?xml version="1.0" encoding="utf-8"?>
<p:tagLst xmlns:p="http://schemas.openxmlformats.org/presentationml/2006/main">
  <p:tag name="AS_UNIQUEID" val="2241"/>
</p:tagLst>
</file>

<file path=ppt/tags/tag559.xml><?xml version="1.0" encoding="utf-8"?>
<p:tagLst xmlns:p="http://schemas.openxmlformats.org/presentationml/2006/main">
  <p:tag name="AS_UNIQUEID" val="2242"/>
</p:tagLst>
</file>

<file path=ppt/tags/tag560.xml><?xml version="1.0" encoding="utf-8"?>
<p:tagLst xmlns:p="http://schemas.openxmlformats.org/presentationml/2006/main">
  <p:tag name="AS_UNIQUEID" val="2243"/>
</p:tagLst>
</file>

<file path=ppt/tags/tag561.xml><?xml version="1.0" encoding="utf-8"?>
<p:tagLst xmlns:p="http://schemas.openxmlformats.org/presentationml/2006/main">
  <p:tag name="AS_UNIQUEID" val="2244"/>
</p:tagLst>
</file>

<file path=ppt/tags/tag562.xml><?xml version="1.0" encoding="utf-8"?>
<p:tagLst xmlns:p="http://schemas.openxmlformats.org/presentationml/2006/main">
  <p:tag name="AS_UNIQUEID" val="2245"/>
</p:tagLst>
</file>

<file path=ppt/tags/tag563.xml><?xml version="1.0" encoding="utf-8"?>
<p:tagLst xmlns:p="http://schemas.openxmlformats.org/presentationml/2006/main">
  <p:tag name="AS_UNIQUEID" val="2246"/>
</p:tagLst>
</file>

<file path=ppt/tags/tag564.xml><?xml version="1.0" encoding="utf-8"?>
<p:tagLst xmlns:p="http://schemas.openxmlformats.org/presentationml/2006/main">
  <p:tag name="AS_UNIQUEID" val="2247"/>
</p:tagLst>
</file>

<file path=ppt/tags/tag565.xml><?xml version="1.0" encoding="utf-8"?>
<p:tagLst xmlns:p="http://schemas.openxmlformats.org/presentationml/2006/main">
  <p:tag name="AS_UNIQUEID" val="2248"/>
</p:tagLst>
</file>

<file path=ppt/tags/tag566.xml><?xml version="1.0" encoding="utf-8"?>
<p:tagLst xmlns:p="http://schemas.openxmlformats.org/presentationml/2006/main">
  <p:tag name="AS_UNIQUEID" val="2249"/>
</p:tagLst>
</file>

<file path=ppt/tags/tag567.xml><?xml version="1.0" encoding="utf-8"?>
<p:tagLst xmlns:p="http://schemas.openxmlformats.org/presentationml/2006/main">
  <p:tag name="AS_UNIQUEID" val="2250"/>
</p:tagLst>
</file>

<file path=ppt/tags/tag568.xml><?xml version="1.0" encoding="utf-8"?>
<p:tagLst xmlns:p="http://schemas.openxmlformats.org/presentationml/2006/main">
  <p:tag name="AS_UNIQUEID" val="2251"/>
</p:tagLst>
</file>

<file path=ppt/tags/tag569.xml><?xml version="1.0" encoding="utf-8"?>
<p:tagLst xmlns:p="http://schemas.openxmlformats.org/presentationml/2006/main">
  <p:tag name="AS_UNIQUEID" val="2252"/>
</p:tagLst>
</file>

<file path=ppt/tags/tag570.xml><?xml version="1.0" encoding="utf-8"?>
<p:tagLst xmlns:p="http://schemas.openxmlformats.org/presentationml/2006/main">
  <p:tag name="AS_UNIQUEID" val="2253"/>
</p:tagLst>
</file>

<file path=ppt/tags/tag571.xml><?xml version="1.0" encoding="utf-8"?>
<p:tagLst xmlns:p="http://schemas.openxmlformats.org/presentationml/2006/main">
  <p:tag name="AS_UNIQUEID" val="2254"/>
</p:tagLst>
</file>

<file path=ppt/tags/tag572.xml><?xml version="1.0" encoding="utf-8"?>
<p:tagLst xmlns:p="http://schemas.openxmlformats.org/presentationml/2006/main">
  <p:tag name="AS_UNIQUEID" val="2255"/>
</p:tagLst>
</file>

<file path=ppt/tags/tag573.xml><?xml version="1.0" encoding="utf-8"?>
<p:tagLst xmlns:p="http://schemas.openxmlformats.org/presentationml/2006/main">
  <p:tag name="AS_UNIQUEID" val="2256"/>
</p:tagLst>
</file>

<file path=ppt/tags/tag574.xml><?xml version="1.0" encoding="utf-8"?>
<p:tagLst xmlns:p="http://schemas.openxmlformats.org/presentationml/2006/main">
  <p:tag name="AS_UNIQUEID" val="2807"/>
</p:tagLst>
</file>

<file path=ppt/tags/tag575.xml><?xml version="1.0" encoding="utf-8"?>
<p:tagLst xmlns:p="http://schemas.openxmlformats.org/presentationml/2006/main">
  <p:tag name="AS_UNIQUEID" val="1222"/>
</p:tagLst>
</file>

<file path=ppt/tags/tag576.xml><?xml version="1.0" encoding="utf-8"?>
<p:tagLst xmlns:p="http://schemas.openxmlformats.org/presentationml/2006/main">
  <p:tag name="AS_UNIQUEID" val="2808"/>
</p:tagLst>
</file>

<file path=ppt/tags/tag577.xml><?xml version="1.0" encoding="utf-8"?>
<p:tagLst xmlns:p="http://schemas.openxmlformats.org/presentationml/2006/main">
  <p:tag name="AS_UNIQUEID" val="2809"/>
</p:tagLst>
</file>

<file path=ppt/tags/tag578.xml><?xml version="1.0" encoding="utf-8"?>
<p:tagLst xmlns:p="http://schemas.openxmlformats.org/presentationml/2006/main">
  <p:tag name="AS_UNIQUEID" val="2810"/>
</p:tagLst>
</file>

<file path=ppt/tags/tag579.xml><?xml version="1.0" encoding="utf-8"?>
<p:tagLst xmlns:p="http://schemas.openxmlformats.org/presentationml/2006/main">
  <p:tag name="AS_UNIQUEID" val="2811"/>
</p:tagLst>
</file>

<file path=ppt/tags/tag580.xml><?xml version="1.0" encoding="utf-8"?>
<p:tagLst xmlns:p="http://schemas.openxmlformats.org/presentationml/2006/main">
  <p:tag name="AS_UNIQUEID" val="2812"/>
</p:tagLst>
</file>

<file path=ppt/tags/tag581.xml><?xml version="1.0" encoding="utf-8"?>
<p:tagLst xmlns:p="http://schemas.openxmlformats.org/presentationml/2006/main">
  <p:tag name="AS_UNIQUEID" val="2813"/>
</p:tagLst>
</file>

<file path=ppt/tags/tag582.xml><?xml version="1.0" encoding="utf-8"?>
<p:tagLst xmlns:p="http://schemas.openxmlformats.org/presentationml/2006/main">
  <p:tag name="AS_UNIQUEID" val="2814"/>
</p:tagLst>
</file>

<file path=ppt/tags/tag583.xml><?xml version="1.0" encoding="utf-8"?>
<p:tagLst xmlns:p="http://schemas.openxmlformats.org/presentationml/2006/main">
  <p:tag name="AS_UNIQUEID" val="2815"/>
</p:tagLst>
</file>

<file path=ppt/tags/tag584.xml><?xml version="1.0" encoding="utf-8"?>
<p:tagLst xmlns:p="http://schemas.openxmlformats.org/presentationml/2006/main">
  <p:tag name="AS_UNIQUEID" val="2816"/>
</p:tagLst>
</file>

<file path=ppt/tags/tag585.xml><?xml version="1.0" encoding="utf-8"?>
<p:tagLst xmlns:p="http://schemas.openxmlformats.org/presentationml/2006/main">
  <p:tag name="AS_UNIQUEID" val="2817"/>
</p:tagLst>
</file>

<file path=ppt/tags/tag586.xml><?xml version="1.0" encoding="utf-8"?>
<p:tagLst xmlns:p="http://schemas.openxmlformats.org/presentationml/2006/main">
  <p:tag name="AS_UNIQUEID" val="2818"/>
</p:tagLst>
</file>

<file path=ppt/tags/tag587.xml><?xml version="1.0" encoding="utf-8"?>
<p:tagLst xmlns:p="http://schemas.openxmlformats.org/presentationml/2006/main">
  <p:tag name="AS_UNIQUEID" val="2819"/>
</p:tagLst>
</file>

<file path=ppt/tags/tag588.xml><?xml version="1.0" encoding="utf-8"?>
<p:tagLst xmlns:p="http://schemas.openxmlformats.org/presentationml/2006/main">
  <p:tag name="AS_UNIQUEID" val="2820"/>
</p:tagLst>
</file>

<file path=ppt/tags/tag589.xml><?xml version="1.0" encoding="utf-8"?>
<p:tagLst xmlns:p="http://schemas.openxmlformats.org/presentationml/2006/main">
  <p:tag name="AS_UNIQUEID" val="2821"/>
</p:tagLst>
</file>

<file path=ppt/tags/tag590.xml><?xml version="1.0" encoding="utf-8"?>
<p:tagLst xmlns:p="http://schemas.openxmlformats.org/presentationml/2006/main">
  <p:tag name="AS_UNIQUEID" val="2822"/>
</p:tagLst>
</file>

<file path=ppt/tags/tag591.xml><?xml version="1.0" encoding="utf-8"?>
<p:tagLst xmlns:p="http://schemas.openxmlformats.org/presentationml/2006/main">
  <p:tag name="AS_UNIQUEID" val="2823"/>
</p:tagLst>
</file>

<file path=ppt/tags/tag592.xml><?xml version="1.0" encoding="utf-8"?>
<p:tagLst xmlns:p="http://schemas.openxmlformats.org/presentationml/2006/main">
  <p:tag name="AS_UNIQUEID" val="2824"/>
</p:tagLst>
</file>

<file path=ppt/tags/tag593.xml><?xml version="1.0" encoding="utf-8"?>
<p:tagLst xmlns:p="http://schemas.openxmlformats.org/presentationml/2006/main">
  <p:tag name="AS_UNIQUEID" val="2825"/>
</p:tagLst>
</file>

<file path=ppt/tags/tag594.xml><?xml version="1.0" encoding="utf-8"?>
<p:tagLst xmlns:p="http://schemas.openxmlformats.org/presentationml/2006/main">
  <p:tag name="AS_UNIQUEID" val="2826"/>
</p:tagLst>
</file>

<file path=ppt/tags/tag595.xml><?xml version="1.0" encoding="utf-8"?>
<p:tagLst xmlns:p="http://schemas.openxmlformats.org/presentationml/2006/main">
  <p:tag name="AS_UNIQUEID" val="2827"/>
</p:tagLst>
</file>

<file path=ppt/tags/tag596.xml><?xml version="1.0" encoding="utf-8"?>
<p:tagLst xmlns:p="http://schemas.openxmlformats.org/presentationml/2006/main">
  <p:tag name="AS_UNIQUEID" val="2828"/>
</p:tagLst>
</file>

<file path=ppt/tags/tag597.xml><?xml version="1.0" encoding="utf-8"?>
<p:tagLst xmlns:p="http://schemas.openxmlformats.org/presentationml/2006/main">
  <p:tag name="AS_UNIQUEID" val="2829"/>
</p:tagLst>
</file>

<file path=ppt/tags/tag598.xml><?xml version="1.0" encoding="utf-8"?>
<p:tagLst xmlns:p="http://schemas.openxmlformats.org/presentationml/2006/main">
  <p:tag name="AS_UNIQUEID" val="2830"/>
</p:tagLst>
</file>

<file path=ppt/tags/tag599.xml><?xml version="1.0" encoding="utf-8"?>
<p:tagLst xmlns:p="http://schemas.openxmlformats.org/presentationml/2006/main">
  <p:tag name="AS_UNIQUEID" val="2831"/>
</p:tagLst>
</file>

<file path=ppt/tags/tag600.xml><?xml version="1.0" encoding="utf-8"?>
<p:tagLst xmlns:p="http://schemas.openxmlformats.org/presentationml/2006/main">
  <p:tag name="AS_UNIQUEID" val="2832"/>
</p:tagLst>
</file>

<file path=ppt/tags/tag601.xml><?xml version="1.0" encoding="utf-8"?>
<p:tagLst xmlns:p="http://schemas.openxmlformats.org/presentationml/2006/main">
  <p:tag name="AS_UNIQUEID" val="2833"/>
</p:tagLst>
</file>

<file path=ppt/tags/tag602.xml><?xml version="1.0" encoding="utf-8"?>
<p:tagLst xmlns:p="http://schemas.openxmlformats.org/presentationml/2006/main">
  <p:tag name="AS_UNIQUEID" val="2834"/>
</p:tagLst>
</file>

<file path=ppt/tags/tag603.xml><?xml version="1.0" encoding="utf-8"?>
<p:tagLst xmlns:p="http://schemas.openxmlformats.org/presentationml/2006/main">
  <p:tag name="AS_UNIQUEID" val="89"/>
</p:tagLst>
</file>

<file path=ppt/tags/tag604.xml><?xml version="1.0" encoding="utf-8"?>
<p:tagLst xmlns:p="http://schemas.openxmlformats.org/presentationml/2006/main">
  <p:tag name="AS_UNIQUEID" val="687"/>
</p:tagLst>
</file>

<file path=ppt/tags/tag605.xml><?xml version="1.0" encoding="utf-8"?>
<p:tagLst xmlns:p="http://schemas.openxmlformats.org/presentationml/2006/main">
  <p:tag name="AS_UNIQUEID" val="2835"/>
</p:tagLst>
</file>

<file path=ppt/tags/tag606.xml><?xml version="1.0" encoding="utf-8"?>
<p:tagLst xmlns:p="http://schemas.openxmlformats.org/presentationml/2006/main">
  <p:tag name="AS_UNIQUEID" val="688"/>
</p:tagLst>
</file>

<file path=ppt/tags/tag607.xml><?xml version="1.0" encoding="utf-8"?>
<p:tagLst xmlns:p="http://schemas.openxmlformats.org/presentationml/2006/main">
  <p:tag name="AS_UNIQUEID" val="2836"/>
</p:tagLst>
</file>

<file path=ppt/tags/tag608.xml><?xml version="1.0" encoding="utf-8"?>
<p:tagLst xmlns:p="http://schemas.openxmlformats.org/presentationml/2006/main">
  <p:tag name="AS_UNIQUEID" val="2837"/>
</p:tagLst>
</file>

<file path=ppt/tags/tag609.xml><?xml version="1.0" encoding="utf-8"?>
<p:tagLst xmlns:p="http://schemas.openxmlformats.org/presentationml/2006/main">
  <p:tag name="AS_UNIQUEID" val="89"/>
</p:tagLst>
</file>

<file path=ppt/tags/tag610.xml><?xml version="1.0" encoding="utf-8"?>
<p:tagLst xmlns:p="http://schemas.openxmlformats.org/presentationml/2006/main">
  <p:tag name="AS_UNIQUEID" val="687"/>
</p:tagLst>
</file>

<file path=ppt/tags/tag611.xml><?xml version="1.0" encoding="utf-8"?>
<p:tagLst xmlns:p="http://schemas.openxmlformats.org/presentationml/2006/main">
  <p:tag name="AS_UNIQUEID" val="2838"/>
</p:tagLst>
</file>

<file path=ppt/tags/tag612.xml><?xml version="1.0" encoding="utf-8"?>
<p:tagLst xmlns:p="http://schemas.openxmlformats.org/presentationml/2006/main">
  <p:tag name="AS_UNIQUEID" val="688"/>
</p:tagLst>
</file>

<file path=ppt/tags/tag613.xml><?xml version="1.0" encoding="utf-8"?>
<p:tagLst xmlns:p="http://schemas.openxmlformats.org/presentationml/2006/main">
  <p:tag name="AS_UNIQUEID" val="2839"/>
</p:tagLst>
</file>

<file path=ppt/tags/tag614.xml><?xml version="1.0" encoding="utf-8"?>
<p:tagLst xmlns:p="http://schemas.openxmlformats.org/presentationml/2006/main">
  <p:tag name="AS_UNIQUEID" val="2840"/>
</p:tagLst>
</file>

<file path=ppt/tags/tag615.xml><?xml version="1.0" encoding="utf-8"?>
<p:tagLst xmlns:p="http://schemas.openxmlformats.org/presentationml/2006/main">
  <p:tag name="AS_UNIQUEID" val="2841"/>
</p:tagLst>
</file>

<file path=ppt/tags/tag616.xml><?xml version="1.0" encoding="utf-8"?>
<p:tagLst xmlns:p="http://schemas.openxmlformats.org/presentationml/2006/main">
  <p:tag name="AS_UNIQUEID" val="89"/>
</p:tagLst>
</file>

<file path=ppt/tags/tag617.xml><?xml version="1.0" encoding="utf-8"?>
<p:tagLst xmlns:p="http://schemas.openxmlformats.org/presentationml/2006/main">
  <p:tag name="AS_UNIQUEID" val="687"/>
</p:tagLst>
</file>

<file path=ppt/tags/tag618.xml><?xml version="1.0" encoding="utf-8"?>
<p:tagLst xmlns:p="http://schemas.openxmlformats.org/presentationml/2006/main">
  <p:tag name="AS_UNIQUEID" val="2842"/>
</p:tagLst>
</file>

<file path=ppt/tags/tag619.xml><?xml version="1.0" encoding="utf-8"?>
<p:tagLst xmlns:p="http://schemas.openxmlformats.org/presentationml/2006/main">
  <p:tag name="AS_UNIQUEID" val="688"/>
</p:tagLst>
</file>

<file path=ppt/tags/tag620.xml><?xml version="1.0" encoding="utf-8"?>
<p:tagLst xmlns:p="http://schemas.openxmlformats.org/presentationml/2006/main">
  <p:tag name="AS_UNIQUEID" val="2843"/>
</p:tagLst>
</file>

<file path=ppt/tags/tag621.xml><?xml version="1.0" encoding="utf-8"?>
<p:tagLst xmlns:p="http://schemas.openxmlformats.org/presentationml/2006/main">
  <p:tag name="AS_UNIQUEID" val="2844"/>
</p:tagLst>
</file>

<file path=ppt/tags/tag622.xml><?xml version="1.0" encoding="utf-8"?>
<p:tagLst xmlns:p="http://schemas.openxmlformats.org/presentationml/2006/main">
  <p:tag name="AS_UNIQUEID" val="2845"/>
</p:tagLst>
</file>

<file path=ppt/tags/tag623.xml><?xml version="1.0" encoding="utf-8"?>
<p:tagLst xmlns:p="http://schemas.openxmlformats.org/presentationml/2006/main">
  <p:tag name="AS_UNIQUEID" val="89"/>
</p:tagLst>
</file>

<file path=ppt/tags/tag624.xml><?xml version="1.0" encoding="utf-8"?>
<p:tagLst xmlns:p="http://schemas.openxmlformats.org/presentationml/2006/main">
  <p:tag name="AS_UNIQUEID" val="687"/>
</p:tagLst>
</file>

<file path=ppt/tags/tag625.xml><?xml version="1.0" encoding="utf-8"?>
<p:tagLst xmlns:p="http://schemas.openxmlformats.org/presentationml/2006/main">
  <p:tag name="AS_UNIQUEID" val="2846"/>
</p:tagLst>
</file>

<file path=ppt/tags/tag626.xml><?xml version="1.0" encoding="utf-8"?>
<p:tagLst xmlns:p="http://schemas.openxmlformats.org/presentationml/2006/main">
  <p:tag name="AS_UNIQUEID" val="688"/>
</p:tagLst>
</file>

<file path=ppt/tags/tag627.xml><?xml version="1.0" encoding="utf-8"?>
<p:tagLst xmlns:p="http://schemas.openxmlformats.org/presentationml/2006/main">
  <p:tag name="AS_UNIQUEID" val="2847"/>
</p:tagLst>
</file>

<file path=ppt/tags/tag628.xml><?xml version="1.0" encoding="utf-8"?>
<p:tagLst xmlns:p="http://schemas.openxmlformats.org/presentationml/2006/main">
  <p:tag name="AS_UNIQUEID" val="2848"/>
</p:tagLst>
</file>

<file path=ppt/tags/tag629.xml><?xml version="1.0" encoding="utf-8"?>
<p:tagLst xmlns:p="http://schemas.openxmlformats.org/presentationml/2006/main">
  <p:tag name="AS_UNIQUEID" val="2849"/>
</p:tagLst>
</file>

<file path=ppt/tags/tag630.xml><?xml version="1.0" encoding="utf-8"?>
<p:tagLst xmlns:p="http://schemas.openxmlformats.org/presentationml/2006/main">
  <p:tag name="AS_UNIQUEID" val="89"/>
</p:tagLst>
</file>

<file path=ppt/tags/tag631.xml><?xml version="1.0" encoding="utf-8"?>
<p:tagLst xmlns:p="http://schemas.openxmlformats.org/presentationml/2006/main">
  <p:tag name="AS_UNIQUEID" val="687"/>
</p:tagLst>
</file>

<file path=ppt/tags/tag632.xml><?xml version="1.0" encoding="utf-8"?>
<p:tagLst xmlns:p="http://schemas.openxmlformats.org/presentationml/2006/main">
  <p:tag name="AS_UNIQUEID" val="2850"/>
</p:tagLst>
</file>

<file path=ppt/tags/tag633.xml><?xml version="1.0" encoding="utf-8"?>
<p:tagLst xmlns:p="http://schemas.openxmlformats.org/presentationml/2006/main">
  <p:tag name="AS_UNIQUEID" val="688"/>
</p:tagLst>
</file>

<file path=ppt/tags/tag634.xml><?xml version="1.0" encoding="utf-8"?>
<p:tagLst xmlns:p="http://schemas.openxmlformats.org/presentationml/2006/main">
  <p:tag name="AS_UNIQUEID" val="2851"/>
</p:tagLst>
</file>

<file path=ppt/tags/tag635.xml><?xml version="1.0" encoding="utf-8"?>
<p:tagLst xmlns:p="http://schemas.openxmlformats.org/presentationml/2006/main">
  <p:tag name="AS_UNIQUEID" val="2852"/>
</p:tagLst>
</file>

<file path=ppt/tags/tag636.xml><?xml version="1.0" encoding="utf-8"?>
<p:tagLst xmlns:p="http://schemas.openxmlformats.org/presentationml/2006/main">
  <p:tag name="AS_UNIQUEID" val="2853"/>
</p:tagLst>
</file>

<file path=ppt/tags/tag637.xml><?xml version="1.0" encoding="utf-8"?>
<p:tagLst xmlns:p="http://schemas.openxmlformats.org/presentationml/2006/main">
  <p:tag name="AS_UNIQUEID" val="2854"/>
</p:tagLst>
</file>

<file path=ppt/tags/tag638.xml><?xml version="1.0" encoding="utf-8"?>
<p:tagLst xmlns:p="http://schemas.openxmlformats.org/presentationml/2006/main">
  <p:tag name="AS_UNIQUEID" val="2855"/>
</p:tagLst>
</file>

<file path=ppt/tags/tag639.xml><?xml version="1.0" encoding="utf-8"?>
<p:tagLst xmlns:p="http://schemas.openxmlformats.org/presentationml/2006/main">
  <p:tag name="AS_UNIQUEID" val="2856"/>
</p:tagLst>
</file>

<file path=ppt/tags/tag640.xml><?xml version="1.0" encoding="utf-8"?>
<p:tagLst xmlns:p="http://schemas.openxmlformats.org/presentationml/2006/main">
  <p:tag name="AS_UNIQUEID" val="2857"/>
</p:tagLst>
</file>

<file path=ppt/tags/tag641.xml><?xml version="1.0" encoding="utf-8"?>
<p:tagLst xmlns:p="http://schemas.openxmlformats.org/presentationml/2006/main">
  <p:tag name="AS_UNIQUEID" val="2858"/>
</p:tagLst>
</file>

<file path=ppt/tags/tag642.xml><?xml version="1.0" encoding="utf-8"?>
<p:tagLst xmlns:p="http://schemas.openxmlformats.org/presentationml/2006/main">
  <p:tag name="AS_NET" val="4.0.30319.42000"/>
  <p:tag name="AS_OS" val="Unix 3.10 unknown"/>
  <p:tag name="AS_RELEASE_DATE" val="2020.11.30"/>
  <p:tag name="AS_TITLE" val="Aspose.Slides for Java"/>
  <p:tag name="AS_VERSION" val="20.11"/>
  <p:tag name="COMMONDATA" val="eyJoZGlkIjoiNWFiNTAwMzVmMzcwNzZlYzg1ZThjMDg1MDBiNTAzNzAifQ=="/>
  <p:tag name="KSO_WPP_MARK_KEY" val="f93aa54d-3c33-4b50-9553-f7082120a8ee"/>
</p:tagLst>
</file>

<file path=ppt/theme/theme1.xml><?xml version="1.0" encoding="utf-8"?>
<a:theme xmlns:r="http://schemas.openxmlformats.org/officeDocument/2006/relationships" xmlns:a="http://schemas.openxmlformats.org/drawingml/2006/main" name="Default">
  <a:themeElements>
    <a:clrScheme name="Default">
      <a:dk1>
        <a:srgbClr val="000000"/>
      </a:dk1>
      <a:lt1>
        <a:srgbClr val="F2F2F2"/>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Default">
      <a:majorFont>
        <a:latin typeface="Helvetica Neue"/>
        <a:ea typeface="Helvetica Neue"/>
        <a:cs typeface="Helvetica Neue"/>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rgbClr val="BBE0E3"/>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BBE0E3"/>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panose="020B0604020202020204"/>
            <a:ea typeface="Arial" panose="020B0604020202020204"/>
            <a:cs typeface="Arial" panose="020B0604020202020204"/>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Default">
  <a:themeElements>
    <a:clrScheme name="Default">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Default">
      <a:majorFont>
        <a:latin typeface="Helvetica Neue"/>
        <a:ea typeface="Helvetica Neue"/>
        <a:cs typeface="Helvetica Neue"/>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rgbClr val="BBE0E3"/>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BBE0E3"/>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panose="020B0604020202020204"/>
            <a:ea typeface="Arial" panose="020B0604020202020204"/>
            <a:cs typeface="Arial" panose="020B0604020202020204"/>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183</Paragraphs>
  <Slides>28</Slides>
  <Notes>2</Notes>
  <TotalTime>0</TotalTime>
  <HiddenSlides>0</HiddenSlides>
  <MMClips>1</MMClips>
  <ScaleCrop>0</ScaleCrop>
  <HeadingPairs>
    <vt:vector baseType="variant" size="6">
      <vt:variant>
        <vt:lpstr>Fonts used</vt:lpstr>
      </vt:variant>
      <vt:variant>
        <vt:i4>19</vt:i4>
      </vt:variant>
      <vt:variant>
        <vt:lpstr>Theme</vt:lpstr>
      </vt:variant>
      <vt:variant>
        <vt:i4>1</vt:i4>
      </vt:variant>
      <vt:variant>
        <vt:lpstr>Slide Titles</vt:lpstr>
      </vt:variant>
      <vt:variant>
        <vt:i4>28</vt:i4>
      </vt:variant>
    </vt:vector>
  </HeadingPairs>
  <TitlesOfParts>
    <vt:vector baseType="lpstr" size="48">
      <vt:lpstr>Arial</vt:lpstr>
      <vt:lpstr>Helvetica Neue</vt:lpstr>
      <vt:lpstr>Helvetica</vt:lpstr>
      <vt:lpstr>Wingdings</vt:lpstr>
      <vt:lpstr>黑体</vt:lpstr>
      <vt:lpstr>微软雅黑</vt:lpstr>
      <vt:lpstr>三极准柔宋</vt:lpstr>
      <vt:lpstr>宋体</vt:lpstr>
      <vt:lpstr>隶书</vt:lpstr>
      <vt:lpstr>Calibri Light</vt:lpstr>
      <vt:lpstr>Calibri</vt:lpstr>
      <vt:lpstr>等线</vt:lpstr>
      <vt:lpstr>华文楷体</vt:lpstr>
      <vt:lpstr>楷体</vt:lpstr>
      <vt:lpstr>腾祥范笑歌楷书简繁合集</vt:lpstr>
      <vt:lpstr>方正姚体</vt:lpstr>
      <vt:lpstr>Times New Roman</vt:lpstr>
      <vt:lpstr>华文新魏</vt:lpstr>
      <vt:lpstr>Tahoma</vt:lpstr>
      <vt:lpstr>Default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4.重力的方向</vt:lpstr>
      <vt:lpstr>4.重力的方向</vt:lpstr>
      <vt:lpstr>做一做：画出重力的方向</vt:lpstr>
      <vt:lpstr>等效思想</vt:lpstr>
      <vt:lpstr>5.重力的作用点——重心</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20.1100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2022-09-06T17:42:59.914</cp:lastPrinted>
  <dcterms:created xsi:type="dcterms:W3CDTF">2022-09-06T17:42:59Z</dcterms:created>
  <dcterms:modified xsi:type="dcterms:W3CDTF">2022-09-06T09:43:29Z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