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86" r:id="rId3"/>
    <p:sldId id="347" r:id="rId4"/>
    <p:sldId id="377" r:id="rId5"/>
    <p:sldId id="348" r:id="rId6"/>
    <p:sldId id="349" r:id="rId7"/>
    <p:sldId id="350" r:id="rId8"/>
    <p:sldId id="352" r:id="rId9"/>
    <p:sldId id="353" r:id="rId10"/>
    <p:sldId id="354" r:id="rId11"/>
    <p:sldId id="369" r:id="rId12"/>
    <p:sldId id="356" r:id="rId13"/>
    <p:sldId id="357" r:id="rId14"/>
    <p:sldId id="1567" r:id="rId15"/>
    <p:sldId id="355" r:id="rId16"/>
    <p:sldId id="358" r:id="rId17"/>
    <p:sldId id="361" r:id="rId18"/>
    <p:sldId id="360" r:id="rId19"/>
    <p:sldId id="378" r:id="rId20"/>
    <p:sldId id="362" r:id="rId21"/>
    <p:sldId id="381" r:id="rId22"/>
    <p:sldId id="384" r:id="rId23"/>
    <p:sldId id="385" r:id="rId24"/>
    <p:sldId id="364" r:id="rId25"/>
    <p:sldId id="365" r:id="rId26"/>
    <p:sldId id="379" r:id="rId27"/>
    <p:sldId id="359" r:id="rId28"/>
    <p:sldId id="366" r:id="rId29"/>
    <p:sldId id="1477" r:id="rId30"/>
    <p:sldId id="1478" r:id="rId31"/>
    <p:sldId id="1479" r:id="rId32"/>
    <p:sldId id="1553" r:id="rId33"/>
    <p:sldId id="1554" r:id="rId34"/>
    <p:sldId id="1566" r:id="rId35"/>
  </p:sldIdLst>
  <p:sldSz cx="9144000" cy="5143500" type="screen16x9"/>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77" autoAdjust="0"/>
    <p:restoredTop sz="94660"/>
  </p:normalViewPr>
  <p:slideViewPr>
    <p:cSldViewPr>
      <p:cViewPr varScale="1">
        <p:scale>
          <a:sx n="143" d="100"/>
          <a:sy n="143" d="100"/>
        </p:scale>
        <p:origin x="804" y="108"/>
      </p:cViewPr>
      <p:guideLst>
        <p:guide orient="horz" pos="1620"/>
        <p:guide pos="2880"/>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2.jpeg"/><Relationship Id="rId5" Type="http://schemas.openxmlformats.org/officeDocument/2006/relationships/tags" Target="../tags/tag12.xml"/><Relationship Id="rId10" Type="http://schemas.openxmlformats.org/officeDocument/2006/relationships/slideMaster" Target="../slideMasters/slideMaster1.xml"/><Relationship Id="rId4" Type="http://schemas.openxmlformats.org/officeDocument/2006/relationships/tags" Target="../tags/tag11.xml"/><Relationship Id="rId9" Type="http://schemas.openxmlformats.org/officeDocument/2006/relationships/tags" Target="../tags/tag16.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3.jpe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slideMaster" Target="../slideMasters/slideMaster1.xml"/><Relationship Id="rId4" Type="http://schemas.openxmlformats.org/officeDocument/2006/relationships/tags" Target="../tags/tag4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slideMaster" Target="../slideMasters/slideMaster1.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1.xml"/><Relationship Id="rId5" Type="http://schemas.openxmlformats.org/officeDocument/2006/relationships/tags" Target="../tags/tag64.xml"/><Relationship Id="rId4" Type="http://schemas.openxmlformats.org/officeDocument/2006/relationships/tags" Target="../tags/tag63.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Master" Target="../slideMasters/slideMaster1.xml"/><Relationship Id="rId5" Type="http://schemas.openxmlformats.org/officeDocument/2006/relationships/tags" Target="../tags/tag69.xml"/><Relationship Id="rId4" Type="http://schemas.openxmlformats.org/officeDocument/2006/relationships/tags" Target="../tags/tag68.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tags" Target="../tags/tag75.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tags" Target="../tags/tag7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1.xml"/><Relationship Id="rId1" Type="http://schemas.openxmlformats.org/officeDocument/2006/relationships/tags" Target="../tags/tag80.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slideMaster" Target="../slideMasters/slideMaster2.xml"/><Relationship Id="rId4" Type="http://schemas.openxmlformats.org/officeDocument/2006/relationships/tags" Target="../tags/tag9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slideMaster" Target="../slideMasters/slideMaster2.xml"/><Relationship Id="rId5" Type="http://schemas.openxmlformats.org/officeDocument/2006/relationships/tags" Target="../tags/tag96.xml"/><Relationship Id="rId4" Type="http://schemas.openxmlformats.org/officeDocument/2006/relationships/tags" Target="../tags/tag95.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slideMaster" Target="../slideMasters/slideMaster2.xml"/><Relationship Id="rId4" Type="http://schemas.openxmlformats.org/officeDocument/2006/relationships/tags" Target="../tags/tag100.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1.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Master" Target="../slideMasters/slideMaster2.xml"/><Relationship Id="rId5" Type="http://schemas.openxmlformats.org/officeDocument/2006/relationships/tags" Target="../tags/tag107.xml"/><Relationship Id="rId4" Type="http://schemas.openxmlformats.org/officeDocument/2006/relationships/tags" Target="../tags/tag106.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image" Target="../media/image5.png"/><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image" Target="../media/image4.jpe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slideMaster" Target="../slideMasters/slideMaster2.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6.png"/><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7.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8.xml"/></Relationships>
</file>

<file path=ppt/slideLayouts/_rels/slideLayout3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slideMaster" Target="../slideMasters/slideMaster2.xml"/><Relationship Id="rId4" Type="http://schemas.openxmlformats.org/officeDocument/2006/relationships/tags" Target="../tags/tag139.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147.xml"/><Relationship Id="rId3" Type="http://schemas.openxmlformats.org/officeDocument/2006/relationships/tags" Target="../tags/tag142.xml"/><Relationship Id="rId7" Type="http://schemas.openxmlformats.org/officeDocument/2006/relationships/tags" Target="../tags/tag146.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5" Type="http://schemas.openxmlformats.org/officeDocument/2006/relationships/tags" Target="../tags/tag144.xml"/><Relationship Id="rId10" Type="http://schemas.openxmlformats.org/officeDocument/2006/relationships/slideMaster" Target="../slideMasters/slideMaster2.xml"/><Relationship Id="rId4" Type="http://schemas.openxmlformats.org/officeDocument/2006/relationships/tags" Target="../tags/tag143.xml"/><Relationship Id="rId9" Type="http://schemas.openxmlformats.org/officeDocument/2006/relationships/tags" Target="../tags/tag148.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7.png"/><Relationship Id="rId4"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4"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Master" Target="../slideMasters/slideMaster2.xml"/><Relationship Id="rId4" Type="http://schemas.openxmlformats.org/officeDocument/2006/relationships/tags" Target="../tags/tag158.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166.xml"/><Relationship Id="rId3" Type="http://schemas.openxmlformats.org/officeDocument/2006/relationships/tags" Target="../tags/tag161.xml"/><Relationship Id="rId7" Type="http://schemas.openxmlformats.org/officeDocument/2006/relationships/tags" Target="../tags/tag165.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9"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172.xml"/><Relationship Id="rId7" Type="http://schemas.openxmlformats.org/officeDocument/2006/relationships/slideMaster" Target="../slideMasters/slideMaster2.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slideMaster" Target="../slideMasters/slideMaster2.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tags" Target="../tags/tag198.xml"/><Relationship Id="rId2" Type="http://schemas.openxmlformats.org/officeDocument/2006/relationships/tags" Target="../tags/tag188.xml"/><Relationship Id="rId16" Type="http://schemas.openxmlformats.org/officeDocument/2006/relationships/slideMaster" Target="../slideMasters/slideMaster2.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5" Type="http://schemas.openxmlformats.org/officeDocument/2006/relationships/tags" Target="../tags/tag191.xml"/><Relationship Id="rId15" Type="http://schemas.openxmlformats.org/officeDocument/2006/relationships/tags" Target="../tags/tag201.xml"/><Relationship Id="rId10" Type="http://schemas.openxmlformats.org/officeDocument/2006/relationships/tags" Target="../tags/tag196.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3316" name="Picture 4" descr="https://gimg2.baidu.com/image_search/src=http%3A%2F%2Ffile.xiazaii.com%2Ffile%2Fimg%2F202005110911%2F1_200508091249_1.jpg&amp;refer=http%3A%2F%2Ffile.xiazaii.com&amp;app=2002&amp;size=f9999,10000&amp;q=a80&amp;n=0&amp;g=0n&amp;fmt=auto?sec=1657969683&amp;t=f8f7f15dbf3a27ac625b4d51b40493f6"/>
          <p:cNvPicPr>
            <a:picLocks noChangeAspect="1" noChangeArrowheads="1"/>
          </p:cNvPicPr>
          <p:nvPr userDrawn="1">
            <p:custDataLst>
              <p:tags r:id="rId1"/>
            </p:custDataLst>
          </p:nvPr>
        </p:nvPicPr>
        <p:blipFill>
          <a:blip r:embed="rId11"/>
          <a:srcRect l="2388" t="4243" r="2070" b="4526"/>
          <a:stretch>
            <a:fillRect/>
          </a:stretch>
        </p:blipFill>
        <p:spPr bwMode="auto">
          <a:xfrm>
            <a:off x="0" y="-18"/>
            <a:ext cx="9144000" cy="5143500"/>
          </a:xfrm>
          <a:prstGeom prst="rect">
            <a:avLst/>
          </a:prstGeom>
          <a:noFill/>
        </p:spPr>
      </p:pic>
      <p:sp>
        <p:nvSpPr>
          <p:cNvPr id="2" name="标题 1"/>
          <p:cNvSpPr>
            <a:spLocks noGrp="1"/>
          </p:cNvSpPr>
          <p:nvPr>
            <p:ph type="ctrTitle"/>
            <p:custDataLst>
              <p:tags r:id="rId2"/>
            </p:custDataLst>
          </p:nvPr>
        </p:nvSpPr>
        <p:spPr>
          <a:xfrm>
            <a:off x="685800" y="1112041"/>
            <a:ext cx="7772400" cy="1102519"/>
          </a:xfrm>
        </p:spPr>
        <p:txBody>
          <a:bodyPr/>
          <a:lstStyle>
            <a:lvl1pPr>
              <a:defRPr>
                <a:solidFill>
                  <a:schemeClr val="bg1"/>
                </a:solidFill>
                <a:latin typeface="微软雅黑" pitchFamily="34" charset="-122"/>
                <a:ea typeface="微软雅黑" pitchFamily="34" charset="-122"/>
              </a:defRPr>
            </a:lvl1pPr>
          </a:lstStyle>
          <a:p>
            <a:r>
              <a:rPr lang="zh-CN" altLang="en-US"/>
              <a:t>单击此处编辑母版标题样式</a:t>
            </a:r>
          </a:p>
        </p:txBody>
      </p:sp>
      <p:sp>
        <p:nvSpPr>
          <p:cNvPr id="3" name="副标题 2"/>
          <p:cNvSpPr>
            <a:spLocks noGrp="1"/>
          </p:cNvSpPr>
          <p:nvPr>
            <p:ph type="subTitle" idx="1"/>
            <p:custDataLst>
              <p:tags r:id="rId3"/>
            </p:custDataLst>
          </p:nvPr>
        </p:nvSpPr>
        <p:spPr>
          <a:xfrm>
            <a:off x="1371600" y="2428874"/>
            <a:ext cx="6400800" cy="714380"/>
          </a:xfrm>
        </p:spPr>
        <p:txBody>
          <a:bodyPr/>
          <a:lstStyle>
            <a:lvl1pPr marL="0" indent="0" algn="ctr">
              <a:buNone/>
              <a:defRPr>
                <a:solidFill>
                  <a:schemeClr val="bg1">
                    <a:lumMod val="85000"/>
                  </a:schemeClr>
                </a:solidFill>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custDataLst>
              <p:tags r:id="rId4"/>
            </p:custDataLst>
          </p:nvPr>
        </p:nvSpPr>
        <p:spPr/>
        <p:txBody>
          <a:bodyPr/>
          <a:lstStyle/>
          <a:p>
            <a:fld id="{530820CF-B880-4189-942D-D702A7CBA730}" type="datetimeFigureOut">
              <a:rPr lang="zh-CN" altLang="en-US" smtClean="0"/>
              <a:t>2024/11/11</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0C913308-F349-4B6D-A68A-DD1791B4A57B}" type="slidenum">
              <a:rPr lang="zh-CN" altLang="en-US" smtClean="0"/>
              <a:t>‹#›</a:t>
            </a:fld>
            <a:endParaRPr lang="zh-CN" altLang="en-US"/>
          </a:p>
        </p:txBody>
      </p:sp>
      <p:sp>
        <p:nvSpPr>
          <p:cNvPr id="9" name="TextBox 8"/>
          <p:cNvSpPr txBox="1"/>
          <p:nvPr userDrawn="1">
            <p:custDataLst>
              <p:tags r:id="rId7"/>
            </p:custDataLst>
          </p:nvPr>
        </p:nvSpPr>
        <p:spPr>
          <a:xfrm>
            <a:off x="0" y="0"/>
            <a:ext cx="4418197" cy="400110"/>
          </a:xfrm>
          <a:prstGeom prst="rect">
            <a:avLst/>
          </a:prstGeom>
          <a:noFill/>
        </p:spPr>
        <p:txBody>
          <a:bodyPr wrap="none" rtlCol="0">
            <a:spAutoFit/>
          </a:bodyPr>
          <a:lstStyle/>
          <a:p>
            <a:pPr marL="0" marR="0" indent="0" algn="l" defTabSz="914400" rtl="0" eaLnBrk="1" fontAlgn="auto" latinLnBrk="0" hangingPunct="1">
              <a:lnSpc>
                <a:spcPct val="100000"/>
              </a:lnSpc>
              <a:spcBef>
                <a:spcPct val="0"/>
              </a:spcBef>
              <a:spcAft>
                <a:spcPct val="0"/>
              </a:spcAft>
              <a:buClrTx/>
              <a:buSzTx/>
              <a:buFontTx/>
              <a:buNone/>
              <a:defRPr/>
            </a:pPr>
            <a:r>
              <a:rPr lang="en-US" altLang="zh-CN" sz="2000">
                <a:solidFill>
                  <a:schemeClr val="bg1"/>
                </a:solidFill>
                <a:latin typeface="隶书" pitchFamily="49" charset="-122"/>
                <a:ea typeface="隶书" pitchFamily="49" charset="-122"/>
              </a:rPr>
              <a:t>《</a:t>
            </a:r>
            <a:r>
              <a:rPr lang="zh-CN" altLang="en-US" sz="2000">
                <a:solidFill>
                  <a:schemeClr val="bg1"/>
                </a:solidFill>
                <a:latin typeface="隶书" pitchFamily="49" charset="-122"/>
                <a:ea typeface="隶书" pitchFamily="49" charset="-122"/>
              </a:rPr>
              <a:t>新人教版高中物理必修</a:t>
            </a:r>
            <a:r>
              <a:rPr lang="en-US" altLang="zh-CN" sz="2000">
                <a:solidFill>
                  <a:schemeClr val="bg1"/>
                </a:solidFill>
                <a:latin typeface="隶书" pitchFamily="49" charset="-122"/>
                <a:ea typeface="隶书" pitchFamily="49" charset="-122"/>
              </a:rPr>
              <a:t>1》</a:t>
            </a:r>
            <a:r>
              <a:rPr lang="zh-CN" altLang="en-US" sz="2000">
                <a:solidFill>
                  <a:schemeClr val="bg1"/>
                </a:solidFill>
                <a:latin typeface="隶书" pitchFamily="49" charset="-122"/>
                <a:ea typeface="隶书" pitchFamily="49" charset="-122"/>
              </a:rPr>
              <a:t>同步课件</a:t>
            </a:r>
          </a:p>
        </p:txBody>
      </p:sp>
      <p:cxnSp>
        <p:nvCxnSpPr>
          <p:cNvPr id="11" name="直接连接符 10"/>
          <p:cNvCxnSpPr/>
          <p:nvPr userDrawn="1">
            <p:custDataLst>
              <p:tags r:id="rId8"/>
            </p:custDataLst>
          </p:nvPr>
        </p:nvCxnSpPr>
        <p:spPr>
          <a:xfrm>
            <a:off x="785786" y="2285998"/>
            <a:ext cx="7500990" cy="1588"/>
          </a:xfrm>
          <a:prstGeom prst="line">
            <a:avLst/>
          </a:prstGeom>
          <a:ln w="57150"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custDataLst>
              <p:tags r:id="rId9"/>
            </p:custDataLst>
          </p:nvPr>
        </p:nvSpPr>
        <p:spPr>
          <a:xfrm>
            <a:off x="2571736" y="3477290"/>
            <a:ext cx="1980029" cy="523220"/>
          </a:xfrm>
          <a:prstGeom prst="rect">
            <a:avLst/>
          </a:prstGeom>
          <a:noFill/>
        </p:spPr>
        <p:txBody>
          <a:bodyPr wrap="none" rtlCol="0">
            <a:spAutoFit/>
          </a:bodyPr>
          <a:lstStyle/>
          <a:p>
            <a:r>
              <a:rPr lang="zh-CN" altLang="en-US" sz="2800">
                <a:solidFill>
                  <a:schemeClr val="bg1"/>
                </a:solidFill>
                <a:latin typeface="楷体" pitchFamily="49" charset="-122"/>
                <a:ea typeface="楷体" pitchFamily="49" charset="-122"/>
              </a:rPr>
              <a:t>授课教师：</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0034" y="71420"/>
            <a:ext cx="8215370" cy="294069"/>
          </a:xfrm>
        </p:spPr>
        <p:txBody>
          <a:bodyPr>
            <a:noAutofit/>
          </a:bodyPr>
          <a:lstStyle>
            <a:lvl1pPr algn="l">
              <a:defRPr sz="2800">
                <a:latin typeface="微软雅黑" pitchFamily="34" charset="-122"/>
                <a:ea typeface="微软雅黑" pitchFamily="34"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57200" y="642924"/>
            <a:ext cx="8229600" cy="4286280"/>
          </a:xfrm>
        </p:spPr>
        <p:txBody>
          <a:bodyPr/>
          <a:lstStyle>
            <a:lvl1pPr>
              <a:defRPr>
                <a:latin typeface="仿宋" pitchFamily="49" charset="-122"/>
                <a:ea typeface="仿宋" pitchFamily="49" charset="-122"/>
              </a:defRPr>
            </a:lvl1pPr>
            <a:lvl2pPr>
              <a:defRPr>
                <a:latin typeface="仿宋" pitchFamily="49" charset="-122"/>
                <a:ea typeface="仿宋" pitchFamily="49" charset="-122"/>
              </a:defRPr>
            </a:lvl2pPr>
            <a:lvl3pPr>
              <a:defRPr>
                <a:latin typeface="仿宋" pitchFamily="49" charset="-122"/>
                <a:ea typeface="仿宋" pitchFamily="49" charset="-122"/>
              </a:defRPr>
            </a:lvl3pPr>
            <a:lvl4pPr>
              <a:defRPr>
                <a:latin typeface="仿宋" pitchFamily="49" charset="-122"/>
                <a:ea typeface="仿宋" pitchFamily="49" charset="-122"/>
              </a:defRPr>
            </a:lvl4pPr>
            <a:lvl5pPr>
              <a:defRPr>
                <a:latin typeface="仿宋" pitchFamily="49" charset="-122"/>
                <a:ea typeface="仿宋"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cxnSp>
        <p:nvCxnSpPr>
          <p:cNvPr id="9" name="直接连接符 8"/>
          <p:cNvCxnSpPr/>
          <p:nvPr userDrawn="1">
            <p:custDataLst>
              <p:tags r:id="rId3"/>
            </p:custDataLst>
          </p:nvPr>
        </p:nvCxnSpPr>
        <p:spPr>
          <a:xfrm>
            <a:off x="857224" y="500048"/>
            <a:ext cx="7858180"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12291" name="Picture 3" descr="d:\Users\X\Desktop\54501b215899751f8867d96bf165fe96.jpeg"/>
          <p:cNvPicPr>
            <a:picLocks noChangeAspect="1" noChangeArrowheads="1"/>
          </p:cNvPicPr>
          <p:nvPr userDrawn="1">
            <p:custDataLst>
              <p:tags r:id="rId4"/>
            </p:custDataLst>
          </p:nvPr>
        </p:nvPicPr>
        <p:blipFill>
          <a:blip r:embed="rId7"/>
          <a:stretch>
            <a:fillRect/>
          </a:stretch>
        </p:blipFill>
        <p:spPr bwMode="auto">
          <a:xfrm>
            <a:off x="0" y="0"/>
            <a:ext cx="500034" cy="500034"/>
          </a:xfrm>
          <a:prstGeom prst="rect">
            <a:avLst/>
          </a:prstGeom>
          <a:noFill/>
        </p:spPr>
      </p:pic>
      <p:cxnSp>
        <p:nvCxnSpPr>
          <p:cNvPr id="12" name="直接连接符 11"/>
          <p:cNvCxnSpPr/>
          <p:nvPr userDrawn="1">
            <p:custDataLst>
              <p:tags r:id="rId5"/>
            </p:custDataLst>
          </p:nvPr>
        </p:nvCxnSpPr>
        <p:spPr>
          <a:xfrm>
            <a:off x="571472" y="500048"/>
            <a:ext cx="35719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custDataLst>
              <p:tags r:id="rId2"/>
            </p:custDataLst>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custDataLst>
              <p:tags r:id="rId3"/>
            </p:custDataLst>
          </p:nvPr>
        </p:nvSpPr>
        <p:spPr/>
        <p:txBody>
          <a:bodyPr/>
          <a:lstStyle/>
          <a:p>
            <a:fld id="{530820CF-B880-4189-942D-D702A7CBA730}" type="datetimeFigureOut">
              <a:rPr lang="zh-CN" altLang="en-US" smtClean="0"/>
              <a:t>2024/11/11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custDataLst>
              <p:tags r:id="rId4"/>
            </p:custDataLst>
          </p:nvPr>
        </p:nvSpPr>
        <p:spPr/>
        <p:txBody>
          <a:bodyPr/>
          <a:lstStyle/>
          <a:p>
            <a:fld id="{530820CF-B880-4189-942D-D702A7CBA730}" type="datetimeFigureOut">
              <a:rPr lang="zh-CN" altLang="en-US" smtClean="0"/>
              <a:t>2024/11/11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lvl1pPr>
              <a:defRPr/>
            </a:lvl1pPr>
          </a:lstStyle>
          <a:p>
            <a:r>
              <a:rPr lang="zh-CN" altLang="en-US"/>
              <a:t>单击此处编辑母版标题样式</a:t>
            </a:r>
          </a:p>
        </p:txBody>
      </p:sp>
      <p:sp>
        <p:nvSpPr>
          <p:cNvPr id="3" name="文本占位符 2"/>
          <p:cNvSpPr>
            <a:spLocks noGrp="1"/>
          </p:cNvSpPr>
          <p:nvPr>
            <p:ph type="body" idx="1"/>
            <p:custDataLst>
              <p:tags r:id="rId2"/>
            </p:custDataLst>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custDataLst>
              <p:tags r:id="rId3"/>
            </p:custDataLst>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custDataLst>
              <p:tags r:id="rId4"/>
            </p:custDataLst>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custDataLst>
              <p:tags r:id="rId5"/>
            </p:custDataLst>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530820CF-B880-4189-942D-D702A7CBA730}" type="datetimeFigureOut">
              <a:rPr lang="zh-CN" altLang="en-US" smtClean="0"/>
              <a:t>2024/11/11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530820CF-B880-4189-942D-D702A7CBA730}" type="datetimeFigureOut">
              <a:rPr lang="zh-CN" altLang="en-US" smtClean="0"/>
              <a:t>2024/11/11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530820CF-B880-4189-942D-D702A7CBA730}" type="datetimeFigureOut">
              <a:rPr lang="zh-CN" altLang="en-US" smtClean="0"/>
              <a:t>2024/11/11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custDataLst>
              <p:tags r:id="rId2"/>
            </p:custDataLst>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custDataLst>
              <p:tags r:id="rId3"/>
            </p:custDataLst>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custDataLst>
              <p:tags r:id="rId4"/>
            </p:custDataLst>
          </p:nvPr>
        </p:nvSpPr>
        <p:spPr/>
        <p:txBody>
          <a:bodyPr/>
          <a:lstStyle/>
          <a:p>
            <a:fld id="{530820CF-B880-4189-942D-D702A7CBA730}" type="datetimeFigureOut">
              <a:rPr lang="zh-CN" altLang="en-US" smtClean="0"/>
              <a:t>2024/11/11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custDataLst>
              <p:tags r:id="rId2"/>
            </p:custDataLst>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custDataLst>
              <p:tags r:id="rId3"/>
            </p:custDataLst>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custDataLst>
              <p:tags r:id="rId4"/>
            </p:custDataLst>
          </p:nvPr>
        </p:nvSpPr>
        <p:spPr/>
        <p:txBody>
          <a:bodyPr/>
          <a:lstStyle/>
          <a:p>
            <a:fld id="{530820CF-B880-4189-942D-D702A7CBA730}" type="datetimeFigureOut">
              <a:rPr lang="zh-CN" altLang="en-US" smtClean="0"/>
              <a:t>2024/11/11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530820CF-B880-4189-942D-D702A7CBA730}" type="datetimeFigureOut">
              <a:rPr lang="zh-CN" altLang="en-US" smtClean="0"/>
              <a:t>2024/11/11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530820CF-B880-4189-942D-D702A7CBA730}" type="datetimeFigureOut">
              <a:rPr lang="zh-CN" altLang="en-US" smtClean="0"/>
              <a:t>2024/11/11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0C913308-F349-4B6D-A68A-DD1791B4A57B}" type="slidenum">
              <a:rPr lang="zh-CN" altLang="en-US" smtClean="0"/>
              <a:t>‹#›</a:t>
            </a:fld>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491178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11" name="Shape 11"/>
          <p:cNvSpPr>
            <a:spLocks noGrp="1"/>
          </p:cNvSpPr>
          <p:nvPr>
            <p:ph type="title" hasCustomPrompt="1"/>
            <p:custDataLst>
              <p:tags r:id="rId1"/>
            </p:custDataLst>
          </p:nvPr>
        </p:nvSpPr>
        <p:spPr>
          <a:xfrm>
            <a:off x="623888" y="0"/>
            <a:ext cx="7886701" cy="3429532"/>
          </a:xfrm>
          <a:prstGeom prst="rect">
            <a:avLst/>
          </a:prstGeom>
        </p:spPr>
        <p:txBody>
          <a:bodyPr anchor="b"/>
          <a:lstStyle>
            <a:defPPr/>
            <a:lvl1pPr>
              <a:defRPr sz="6000"/>
            </a:lvl1pPr>
          </a:lstStyle>
          <a:p>
            <a:pPr lvl="0">
              <a:defRPr sz="1800"/>
            </a:pPr>
            <a:r>
              <a:rPr sz="6000"/>
              <a:t>标题文本</a:t>
            </a:r>
          </a:p>
        </p:txBody>
      </p:sp>
      <p:sp>
        <p:nvSpPr>
          <p:cNvPr id="12" name="Shape 12"/>
          <p:cNvSpPr>
            <a:spLocks noGrp="1"/>
          </p:cNvSpPr>
          <p:nvPr>
            <p:ph type="body" idx="1" hasCustomPrompt="1"/>
            <p:custDataLst>
              <p:tags r:id="rId2"/>
            </p:custDataLst>
          </p:nvPr>
        </p:nvSpPr>
        <p:spPr>
          <a:xfrm>
            <a:off x="623888" y="3450219"/>
            <a:ext cx="7886701" cy="1693281"/>
          </a:xfrm>
          <a:prstGeom prst="rect">
            <a:avLst/>
          </a:prstGeom>
        </p:spPr>
        <p:txBody>
          <a:bodyPr/>
          <a:lstStyle>
            <a:defPPr/>
            <a:lvl1pPr marL="0" indent="0">
              <a:spcBef>
                <a:spcPts val="500"/>
              </a:spcBef>
              <a:buSzTx/>
              <a:buNone/>
              <a:defRPr sz="2400"/>
            </a:lvl1pPr>
            <a:lvl2pPr marL="0" indent="457200">
              <a:spcBef>
                <a:spcPts val="500"/>
              </a:spcBef>
              <a:buSzTx/>
              <a:buNone/>
              <a:defRPr sz="2400"/>
            </a:lvl2pPr>
            <a:lvl3pPr marL="0" indent="914400">
              <a:spcBef>
                <a:spcPts val="500"/>
              </a:spcBef>
              <a:buSzTx/>
              <a:buNone/>
              <a:defRPr sz="2400"/>
            </a:lvl3pPr>
            <a:lvl4pPr marL="0" indent="1371600">
              <a:spcBef>
                <a:spcPts val="500"/>
              </a:spcBef>
              <a:buSzTx/>
              <a:buNone/>
              <a:defRPr sz="2400"/>
            </a:lvl4pPr>
            <a:lvl5pPr marL="0" indent="1828800">
              <a:spcBef>
                <a:spcPts val="500"/>
              </a:spcBef>
              <a:buSzTx/>
              <a:buNone/>
              <a:defRPr sz="2400"/>
            </a:lvl5pPr>
          </a:lstStyle>
          <a:p>
            <a:pPr lvl="0">
              <a:defRPr sz="1800"/>
            </a:pPr>
            <a:r>
              <a:rPr sz="2400"/>
              <a:t>正文级别 1</a:t>
            </a:r>
          </a:p>
          <a:p>
            <a:pPr lvl="1">
              <a:defRPr sz="1800"/>
            </a:pPr>
            <a:r>
              <a:rPr sz="2400"/>
              <a:t>正文级别 2</a:t>
            </a:r>
          </a:p>
          <a:p>
            <a:pPr lvl="2">
              <a:defRPr sz="1800"/>
            </a:pPr>
            <a:r>
              <a:rPr sz="2400"/>
              <a:t>正文级别 3</a:t>
            </a:r>
          </a:p>
          <a:p>
            <a:pPr lvl="3">
              <a:defRPr sz="1800"/>
            </a:pPr>
            <a:r>
              <a:rPr sz="2400"/>
              <a:t>正文级别 4</a:t>
            </a:r>
          </a:p>
          <a:p>
            <a:pPr lvl="4">
              <a:defRPr sz="1800"/>
            </a:pPr>
            <a:r>
              <a:rPr sz="2400"/>
              <a:t>正文级别 5</a:t>
            </a:r>
          </a:p>
        </p:txBody>
      </p:sp>
    </p:spTree>
    <p:extLst>
      <p:ext uri="{BB962C8B-B14F-4D97-AF65-F5344CB8AC3E}">
        <p14:creationId xmlns:p14="http://schemas.microsoft.com/office/powerpoint/2010/main" val="183853002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14" name="Shape 14"/>
          <p:cNvSpPr>
            <a:spLocks noGrp="1"/>
          </p:cNvSpPr>
          <p:nvPr>
            <p:ph type="title" hasCustomPrompt="1"/>
            <p:custDataLst>
              <p:tags r:id="rId1"/>
            </p:custDataLst>
          </p:nvPr>
        </p:nvSpPr>
        <p:spPr>
          <a:prstGeom prst="rect">
            <a:avLst/>
          </a:prstGeom>
        </p:spPr>
        <p:txBody>
          <a:bodyPr/>
          <a:lstStyle>
            <a:defPPr/>
          </a:lstStyle>
          <a:p>
            <a:pPr lvl="0">
              <a:defRPr sz="1800"/>
            </a:pPr>
            <a:r>
              <a:rPr sz="4400"/>
              <a:t>标题文本</a:t>
            </a:r>
          </a:p>
        </p:txBody>
      </p:sp>
      <p:sp>
        <p:nvSpPr>
          <p:cNvPr id="15" name="Shape 15"/>
          <p:cNvSpPr>
            <a:spLocks noGrp="1"/>
          </p:cNvSpPr>
          <p:nvPr>
            <p:ph type="body" idx="1" hasCustomPrompt="1"/>
            <p:custDataLst>
              <p:tags r:id="rId2"/>
            </p:custDataLst>
          </p:nvPr>
        </p:nvSpPr>
        <p:spPr>
          <a:xfrm>
            <a:off x="628650" y="1371813"/>
            <a:ext cx="3867150" cy="3771688"/>
          </a:xfrm>
          <a:prstGeom prst="rect">
            <a:avLst/>
          </a:prstGeom>
        </p:spPr>
        <p:txBody>
          <a:bodyPr/>
          <a:lstStyle>
            <a:def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extLst>
      <p:ext uri="{BB962C8B-B14F-4D97-AF65-F5344CB8AC3E}">
        <p14:creationId xmlns:p14="http://schemas.microsoft.com/office/powerpoint/2010/main" val="373204394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17" name="Shape 17"/>
          <p:cNvSpPr>
            <a:spLocks noGrp="1"/>
          </p:cNvSpPr>
          <p:nvPr>
            <p:ph type="title" hasCustomPrompt="1"/>
            <p:custDataLst>
              <p:tags r:id="rId1"/>
            </p:custDataLst>
          </p:nvPr>
        </p:nvSpPr>
        <p:spPr>
          <a:xfrm>
            <a:off x="630238" y="273726"/>
            <a:ext cx="7886701" cy="997827"/>
          </a:xfrm>
          <a:prstGeom prst="rect">
            <a:avLst/>
          </a:prstGeom>
        </p:spPr>
        <p:txBody>
          <a:bodyPr/>
          <a:lstStyle>
            <a:defPPr/>
          </a:lstStyle>
          <a:p>
            <a:pPr lvl="0">
              <a:defRPr sz="1800"/>
            </a:pPr>
            <a:r>
              <a:rPr sz="4400"/>
              <a:t>标题文本</a:t>
            </a:r>
          </a:p>
        </p:txBody>
      </p:sp>
      <p:sp>
        <p:nvSpPr>
          <p:cNvPr id="18" name="Shape 18"/>
          <p:cNvSpPr>
            <a:spLocks noGrp="1"/>
          </p:cNvSpPr>
          <p:nvPr>
            <p:ph type="body" idx="1" hasCustomPrompt="1"/>
            <p:custDataLst>
              <p:tags r:id="rId2"/>
            </p:custDataLst>
          </p:nvPr>
        </p:nvSpPr>
        <p:spPr>
          <a:xfrm>
            <a:off x="630238" y="1263595"/>
            <a:ext cx="3868739" cy="619067"/>
          </a:xfrm>
          <a:prstGeom prst="rect">
            <a:avLst/>
          </a:prstGeom>
        </p:spPr>
        <p:txBody>
          <a:bodyPr anchor="b"/>
          <a:lstStyle>
            <a:defPPr/>
            <a:lvl1pPr marL="0" indent="0">
              <a:spcBef>
                <a:spcPts val="500"/>
              </a:spcBef>
              <a:buSzTx/>
              <a:buNone/>
              <a:defRPr sz="2400" b="1"/>
            </a:lvl1pPr>
            <a:lvl2pPr marL="0" indent="457200">
              <a:spcBef>
                <a:spcPts val="500"/>
              </a:spcBef>
              <a:buSzTx/>
              <a:buNone/>
              <a:defRPr sz="2400" b="1"/>
            </a:lvl2pPr>
            <a:lvl3pPr marL="0" indent="914400">
              <a:spcBef>
                <a:spcPts val="500"/>
              </a:spcBef>
              <a:buSzTx/>
              <a:buNone/>
              <a:defRPr sz="2400" b="1"/>
            </a:lvl3pPr>
            <a:lvl4pPr marL="0" indent="1371600">
              <a:spcBef>
                <a:spcPts val="500"/>
              </a:spcBef>
              <a:buSzTx/>
              <a:buNone/>
              <a:defRPr sz="2400" b="1"/>
            </a:lvl4pPr>
            <a:lvl5pPr marL="0" indent="1828800">
              <a:spcBef>
                <a:spcPts val="500"/>
              </a:spcBef>
              <a:buSzTx/>
              <a:buNone/>
              <a:defRPr sz="2400" b="1"/>
            </a:lvl5pPr>
          </a:lstStyle>
          <a:p>
            <a:pPr lvl="0">
              <a:defRPr sz="1800" b="0"/>
            </a:pPr>
            <a:r>
              <a:rPr sz="2400" b="1"/>
              <a:t>正文级别 1</a:t>
            </a:r>
          </a:p>
          <a:p>
            <a:pPr lvl="1">
              <a:defRPr sz="1800" b="0"/>
            </a:pPr>
            <a:r>
              <a:rPr sz="2400" b="1"/>
              <a:t>正文级别 2</a:t>
            </a:r>
          </a:p>
          <a:p>
            <a:pPr lvl="2">
              <a:defRPr sz="1800" b="0"/>
            </a:pPr>
            <a:r>
              <a:rPr sz="2400" b="1"/>
              <a:t>正文级别 3</a:t>
            </a:r>
          </a:p>
          <a:p>
            <a:pPr lvl="3">
              <a:defRPr sz="1800" b="0"/>
            </a:pPr>
            <a:r>
              <a:rPr sz="2400" b="1"/>
              <a:t>正文级别 4</a:t>
            </a:r>
          </a:p>
          <a:p>
            <a:pPr lvl="4">
              <a:defRPr sz="1800" b="0"/>
            </a:pPr>
            <a:r>
              <a:rPr sz="2400" b="1"/>
              <a:t>正文级别 5</a:t>
            </a:r>
          </a:p>
        </p:txBody>
      </p:sp>
    </p:spTree>
    <p:extLst>
      <p:ext uri="{BB962C8B-B14F-4D97-AF65-F5344CB8AC3E}">
        <p14:creationId xmlns:p14="http://schemas.microsoft.com/office/powerpoint/2010/main" val="1177421682"/>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20" name="Shape 20"/>
          <p:cNvSpPr>
            <a:spLocks noGrp="1"/>
          </p:cNvSpPr>
          <p:nvPr>
            <p:ph type="title" hasCustomPrompt="1"/>
            <p:custDataLst>
              <p:tags r:id="rId1"/>
            </p:custDataLst>
          </p:nvPr>
        </p:nvSpPr>
        <p:spPr>
          <a:xfrm>
            <a:off x="628650" y="273726"/>
            <a:ext cx="7886700" cy="997827"/>
          </a:xfrm>
          <a:prstGeom prst="rect">
            <a:avLst/>
          </a:prstGeom>
        </p:spPr>
        <p:txBody>
          <a:bodyPr/>
          <a:lstStyle>
            <a:defPPr/>
          </a:lstStyle>
          <a:p>
            <a:pPr lvl="0">
              <a:defRPr sz="1800"/>
            </a:pPr>
            <a:r>
              <a:rPr sz="4400"/>
              <a:t>标题文本</a:t>
            </a:r>
          </a:p>
        </p:txBody>
      </p:sp>
    </p:spTree>
    <p:extLst>
      <p:ext uri="{BB962C8B-B14F-4D97-AF65-F5344CB8AC3E}">
        <p14:creationId xmlns:p14="http://schemas.microsoft.com/office/powerpoint/2010/main" val="113688312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25843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23" name="Shape 23"/>
          <p:cNvSpPr>
            <a:spLocks noGrp="1"/>
          </p:cNvSpPr>
          <p:nvPr>
            <p:ph type="title" hasCustomPrompt="1"/>
            <p:custDataLst>
              <p:tags r:id="rId1"/>
            </p:custDataLst>
          </p:nvPr>
        </p:nvSpPr>
        <p:spPr>
          <a:xfrm>
            <a:off x="630237" y="0"/>
            <a:ext cx="2949576" cy="1546869"/>
          </a:xfrm>
          <a:prstGeom prst="rect">
            <a:avLst/>
          </a:prstGeom>
        </p:spPr>
        <p:txBody>
          <a:bodyPr anchor="b"/>
          <a:lstStyle>
            <a:defPPr/>
            <a:lvl1pPr>
              <a:defRPr sz="3200"/>
            </a:lvl1pPr>
          </a:lstStyle>
          <a:p>
            <a:pPr lvl="0">
              <a:defRPr sz="1800"/>
            </a:pPr>
            <a:r>
              <a:rPr sz="3200"/>
              <a:t>标题文本</a:t>
            </a:r>
          </a:p>
        </p:txBody>
      </p:sp>
      <p:sp>
        <p:nvSpPr>
          <p:cNvPr id="24" name="Shape 24"/>
          <p:cNvSpPr>
            <a:spLocks noGrp="1"/>
          </p:cNvSpPr>
          <p:nvPr>
            <p:ph type="body" idx="1" hasCustomPrompt="1"/>
            <p:custDataLst>
              <p:tags r:id="rId2"/>
            </p:custDataLst>
          </p:nvPr>
        </p:nvSpPr>
        <p:spPr>
          <a:xfrm>
            <a:off x="3887788" y="741607"/>
            <a:ext cx="4629151" cy="4401894"/>
          </a:xfrm>
          <a:prstGeom prst="rect">
            <a:avLst/>
          </a:prstGeom>
        </p:spPr>
        <p:txBody>
          <a:bodyPr/>
          <a:lstStyle>
            <a:def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extLst>
      <p:ext uri="{BB962C8B-B14F-4D97-AF65-F5344CB8AC3E}">
        <p14:creationId xmlns:p14="http://schemas.microsoft.com/office/powerpoint/2010/main" val="1731353542"/>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26" name="Shape 26"/>
          <p:cNvSpPr>
            <a:spLocks noGrp="1"/>
          </p:cNvSpPr>
          <p:nvPr>
            <p:ph type="title" hasCustomPrompt="1"/>
            <p:custDataLst>
              <p:tags r:id="rId1"/>
            </p:custDataLst>
          </p:nvPr>
        </p:nvSpPr>
        <p:spPr>
          <a:xfrm>
            <a:off x="630237" y="0"/>
            <a:ext cx="2949576" cy="1546869"/>
          </a:xfrm>
          <a:prstGeom prst="rect">
            <a:avLst/>
          </a:prstGeom>
        </p:spPr>
        <p:txBody>
          <a:bodyPr anchor="b"/>
          <a:lstStyle>
            <a:defPPr/>
            <a:lvl1pPr>
              <a:defRPr sz="3200"/>
            </a:lvl1pPr>
          </a:lstStyle>
          <a:p>
            <a:pPr lvl="0">
              <a:defRPr sz="1800"/>
            </a:pPr>
            <a:r>
              <a:rPr sz="3200"/>
              <a:t>标题文本</a:t>
            </a:r>
          </a:p>
        </p:txBody>
      </p:sp>
      <p:sp>
        <p:nvSpPr>
          <p:cNvPr id="27" name="Shape 27"/>
          <p:cNvSpPr>
            <a:spLocks noGrp="1"/>
          </p:cNvSpPr>
          <p:nvPr>
            <p:ph type="body" idx="1" hasCustomPrompt="1"/>
            <p:custDataLst>
              <p:tags r:id="rId2"/>
            </p:custDataLst>
          </p:nvPr>
        </p:nvSpPr>
        <p:spPr>
          <a:xfrm>
            <a:off x="630237" y="1546869"/>
            <a:ext cx="2949576" cy="3596631"/>
          </a:xfrm>
          <a:prstGeom prst="rect">
            <a:avLst/>
          </a:prstGeom>
        </p:spPr>
        <p:txBody>
          <a:bodyPr/>
          <a:lstStyle>
            <a:defPPr/>
            <a:lvl1pPr marL="0" indent="0">
              <a:spcBef>
                <a:spcPts val="300"/>
              </a:spcBef>
              <a:buSzTx/>
              <a:buNone/>
              <a:defRPr sz="1600"/>
            </a:lvl1pPr>
            <a:lvl2pPr marL="0" indent="457200">
              <a:spcBef>
                <a:spcPts val="300"/>
              </a:spcBef>
              <a:buSzTx/>
              <a:buNone/>
              <a:defRPr sz="1600"/>
            </a:lvl2pPr>
            <a:lvl3pPr marL="0" indent="914400">
              <a:spcBef>
                <a:spcPts val="300"/>
              </a:spcBef>
              <a:buSzTx/>
              <a:buNone/>
              <a:defRPr sz="1600"/>
            </a:lvl3pPr>
            <a:lvl4pPr marL="0" indent="1371600">
              <a:spcBef>
                <a:spcPts val="300"/>
              </a:spcBef>
              <a:buSzTx/>
              <a:buNone/>
              <a:defRPr sz="1600"/>
            </a:lvl4pPr>
            <a:lvl5pPr marL="0" indent="1828800">
              <a:spcBef>
                <a:spcPts val="300"/>
              </a:spcBef>
              <a:buSzTx/>
              <a:buNone/>
              <a:defRPr sz="1600"/>
            </a:lvl5pPr>
          </a:lstStyle>
          <a:p>
            <a:pPr lvl="0">
              <a:defRPr sz="1800"/>
            </a:pPr>
            <a:r>
              <a:rPr sz="1600"/>
              <a:t>正文级别 1</a:t>
            </a:r>
          </a:p>
          <a:p>
            <a:pPr lvl="1">
              <a:defRPr sz="1800"/>
            </a:pPr>
            <a:r>
              <a:rPr sz="1600"/>
              <a:t>正文级别 2</a:t>
            </a:r>
          </a:p>
          <a:p>
            <a:pPr lvl="2">
              <a:defRPr sz="1800"/>
            </a:pPr>
            <a:r>
              <a:rPr sz="1600"/>
              <a:t>正文级别 3</a:t>
            </a:r>
          </a:p>
          <a:p>
            <a:pPr lvl="3">
              <a:defRPr sz="1800"/>
            </a:pPr>
            <a:r>
              <a:rPr sz="1600"/>
              <a:t>正文级别 4</a:t>
            </a:r>
          </a:p>
          <a:p>
            <a:pPr lvl="4">
              <a:defRPr sz="1800"/>
            </a:pPr>
            <a:r>
              <a:rPr sz="1600"/>
              <a:t>正文级别 5</a:t>
            </a:r>
          </a:p>
        </p:txBody>
      </p:sp>
    </p:spTree>
    <p:extLst>
      <p:ext uri="{BB962C8B-B14F-4D97-AF65-F5344CB8AC3E}">
        <p14:creationId xmlns:p14="http://schemas.microsoft.com/office/powerpoint/2010/main" val="205278971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标题和竖排文字">
    <p:spTree>
      <p:nvGrpSpPr>
        <p:cNvPr id="1" name=""/>
        <p:cNvGrpSpPr/>
        <p:nvPr/>
      </p:nvGrpSpPr>
      <p:grpSpPr>
        <a:xfrm>
          <a:off x="0" y="0"/>
          <a:ext cx="0" cy="0"/>
          <a:chOff x="0" y="0"/>
          <a:chExt cx="0" cy="0"/>
        </a:xfrm>
      </p:grpSpPr>
      <p:sp>
        <p:nvSpPr>
          <p:cNvPr id="29" name="Shape 29"/>
          <p:cNvSpPr>
            <a:spLocks noGrp="1"/>
          </p:cNvSpPr>
          <p:nvPr>
            <p:ph type="title" hasCustomPrompt="1"/>
            <p:custDataLst>
              <p:tags r:id="rId1"/>
            </p:custDataLst>
          </p:nvPr>
        </p:nvSpPr>
        <p:spPr>
          <a:prstGeom prst="rect">
            <a:avLst/>
          </a:prstGeom>
        </p:spPr>
        <p:txBody>
          <a:bodyPr/>
          <a:lstStyle>
            <a:defPPr/>
          </a:lstStyle>
          <a:p>
            <a:pPr lvl="0">
              <a:defRPr sz="1800"/>
            </a:pPr>
            <a:r>
              <a:rPr sz="4400"/>
              <a:t>标题文本</a:t>
            </a:r>
          </a:p>
        </p:txBody>
      </p:sp>
      <p:sp>
        <p:nvSpPr>
          <p:cNvPr id="30" name="Shape 30"/>
          <p:cNvSpPr>
            <a:spLocks noGrp="1"/>
          </p:cNvSpPr>
          <p:nvPr>
            <p:ph type="body" idx="1" hasCustomPrompt="1"/>
            <p:custDataLst>
              <p:tags r:id="rId2"/>
            </p:custDataLst>
          </p:nvPr>
        </p:nvSpPr>
        <p:spPr>
          <a:prstGeom prst="rect">
            <a:avLst/>
          </a:prstGeom>
        </p:spPr>
        <p:txBody>
          <a:bodyPr/>
          <a:lstStyle>
            <a:def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extLst>
      <p:ext uri="{BB962C8B-B14F-4D97-AF65-F5344CB8AC3E}">
        <p14:creationId xmlns:p14="http://schemas.microsoft.com/office/powerpoint/2010/main" val="13677091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垂直排列标题与&#10;文本">
    <p:spTree>
      <p:nvGrpSpPr>
        <p:cNvPr id="1" name=""/>
        <p:cNvGrpSpPr/>
        <p:nvPr/>
      </p:nvGrpSpPr>
      <p:grpSpPr>
        <a:xfrm>
          <a:off x="0" y="0"/>
          <a:ext cx="0" cy="0"/>
          <a:chOff x="0" y="0"/>
          <a:chExt cx="0" cy="0"/>
        </a:xfrm>
      </p:grpSpPr>
      <p:sp>
        <p:nvSpPr>
          <p:cNvPr id="32" name="Shape 32"/>
          <p:cNvSpPr>
            <a:spLocks noGrp="1"/>
          </p:cNvSpPr>
          <p:nvPr>
            <p:ph type="title" hasCustomPrompt="1"/>
            <p:custDataLst>
              <p:tags r:id="rId1"/>
            </p:custDataLst>
          </p:nvPr>
        </p:nvSpPr>
        <p:spPr>
          <a:xfrm>
            <a:off x="6543676" y="273726"/>
            <a:ext cx="1971675" cy="4869774"/>
          </a:xfrm>
          <a:prstGeom prst="rect">
            <a:avLst/>
          </a:prstGeom>
        </p:spPr>
        <p:txBody>
          <a:bodyPr/>
          <a:lstStyle>
            <a:defPPr/>
          </a:lstStyle>
          <a:p>
            <a:pPr lvl="0">
              <a:defRPr sz="1800"/>
            </a:pPr>
            <a:r>
              <a:rPr sz="4400"/>
              <a:t>标题文本</a:t>
            </a:r>
          </a:p>
        </p:txBody>
      </p:sp>
      <p:sp>
        <p:nvSpPr>
          <p:cNvPr id="33" name="Shape 33"/>
          <p:cNvSpPr>
            <a:spLocks noGrp="1"/>
          </p:cNvSpPr>
          <p:nvPr>
            <p:ph type="body" idx="1" hasCustomPrompt="1"/>
            <p:custDataLst>
              <p:tags r:id="rId2"/>
            </p:custDataLst>
          </p:nvPr>
        </p:nvSpPr>
        <p:spPr>
          <a:xfrm>
            <a:off x="628651" y="273726"/>
            <a:ext cx="5762625" cy="4869774"/>
          </a:xfrm>
          <a:prstGeom prst="rect">
            <a:avLst/>
          </a:prstGeom>
        </p:spPr>
        <p:txBody>
          <a:bodyPr/>
          <a:lstStyle>
            <a:def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extLst>
      <p:ext uri="{BB962C8B-B14F-4D97-AF65-F5344CB8AC3E}">
        <p14:creationId xmlns:p14="http://schemas.microsoft.com/office/powerpoint/2010/main" val="2793512431"/>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73433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custDataLst>
              <p:tags r:id="rId1"/>
            </p:custDataLst>
          </p:nvPr>
        </p:nvSpPr>
        <p:spPr>
          <a:xfrm>
            <a:off x="457200" y="205979"/>
            <a:ext cx="8229600" cy="4388644"/>
          </a:xfrm>
        </p:spPr>
        <p:txBody>
          <a:bodyPr/>
          <a:lstStyle>
            <a:def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custDataLst>
              <p:tags r:id="rId2"/>
            </p:custDataLst>
          </p:nvPr>
        </p:nvSpPr>
        <p:spPr>
          <a:xfrm>
            <a:off x="457200" y="4683919"/>
            <a:ext cx="2133600" cy="357188"/>
          </a:xfrm>
        </p:spPr>
        <p:txBody>
          <a:bodyPr/>
          <a:lstStyle>
            <a:defPPr/>
          </a:lstStyle>
          <a:p>
            <a:pPr lvl="0"/>
            <a:endParaRPr lang="zh-CN" altLang="en-US">
              <a:latin typeface="Arial" panose="020B0604020202020204" pitchFamily="34" charset="0"/>
            </a:endParaRPr>
          </a:p>
        </p:txBody>
      </p:sp>
      <p:sp>
        <p:nvSpPr>
          <p:cNvPr id="4" name="页脚占位符 3"/>
          <p:cNvSpPr>
            <a:spLocks noGrp="1"/>
          </p:cNvSpPr>
          <p:nvPr>
            <p:ph type="ftr" sz="quarter" idx="11"/>
            <p:custDataLst>
              <p:tags r:id="rId3"/>
            </p:custDataLst>
          </p:nvPr>
        </p:nvSpPr>
        <p:spPr>
          <a:xfrm>
            <a:off x="3124200" y="4683919"/>
            <a:ext cx="2895600" cy="357188"/>
          </a:xfrm>
        </p:spPr>
        <p:txBody>
          <a:bodyPr/>
          <a:lstStyle>
            <a:defP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custDataLst>
              <p:tags r:id="rId4"/>
            </p:custDataLst>
          </p:nvPr>
        </p:nvSpPr>
        <p:spPr>
          <a:xfrm>
            <a:off x="6553200" y="4683919"/>
            <a:ext cx="2133600" cy="357188"/>
          </a:xfrm>
        </p:spPr>
        <p:txBody>
          <a:bodyPr/>
          <a:lstStyle>
            <a:defPPr/>
          </a:lstStyle>
          <a:p>
            <a:pPr lvl="0"/>
            <a:fld id="{9A0DB2DC-4C9A-4742-B13C-FB6460FD3503}" type="slidenum">
              <a:rPr lang="zh-CN" altLang="en-US">
                <a:latin typeface="Arial" panose="020B0604020202020204" pitchFamily="34" charset="0"/>
              </a:rPr>
              <a:pPr lvl="0"/>
              <a:t>‹#›</a:t>
            </a:fld>
            <a:endParaRPr lang="zh-CN" altLang="en-US">
              <a:latin typeface="Arial" panose="020B0604020202020204" pitchFamily="34" charset="0"/>
            </a:endParaRPr>
          </a:p>
        </p:txBody>
      </p:sp>
    </p:spTree>
    <p:extLst>
      <p:ext uri="{BB962C8B-B14F-4D97-AF65-F5344CB8AC3E}">
        <p14:creationId xmlns:p14="http://schemas.microsoft.com/office/powerpoint/2010/main" val="396500267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32770" name="Rectangle 2"/>
          <p:cNvSpPr>
            <a:spLocks noGrp="1" noRot="1" noChangeArrowheads="1"/>
          </p:cNvSpPr>
          <p:nvPr>
            <p:ph type="ctrTitle"/>
            <p:custDataLst>
              <p:tags r:id="rId1"/>
            </p:custDataLst>
          </p:nvPr>
        </p:nvSpPr>
        <p:spPr>
          <a:xfrm>
            <a:off x="685819" y="1714580"/>
            <a:ext cx="7772603" cy="857290"/>
          </a:xfrm>
          <a:prstGeom prst="rect">
            <a:avLst/>
          </a:prstGeom>
        </p:spPr>
        <p:txBody>
          <a:bodyPr lIns="108896" tIns="54448" rIns="108896" bIns="54448"/>
          <a:lstStyle>
            <a:defPPr/>
            <a:lvl1pPr>
              <a:defRPr/>
            </a:lvl1pPr>
          </a:lstStyle>
          <a:p>
            <a:pPr lvl="0"/>
            <a:r>
              <a:rPr lang="zh-CN" altLang="en-US" noProof="0"/>
              <a:t>单击此处编辑母版标题样式</a:t>
            </a:r>
          </a:p>
        </p:txBody>
      </p:sp>
      <p:sp>
        <p:nvSpPr>
          <p:cNvPr id="32771" name="Rectangle 3"/>
          <p:cNvSpPr>
            <a:spLocks noGrp="1" noRot="1" noChangeArrowheads="1"/>
          </p:cNvSpPr>
          <p:nvPr>
            <p:ph type="subTitle" idx="1"/>
            <p:custDataLst>
              <p:tags r:id="rId2"/>
            </p:custDataLst>
          </p:nvPr>
        </p:nvSpPr>
        <p:spPr>
          <a:xfrm>
            <a:off x="1371636" y="2914786"/>
            <a:ext cx="6400966" cy="1314512"/>
          </a:xfrm>
          <a:prstGeom prst="rect">
            <a:avLst/>
          </a:prstGeom>
        </p:spPr>
        <p:txBody>
          <a:bodyPr lIns="108896" tIns="54448" rIns="108896" bIns="54448"/>
          <a:lstStyle>
            <a:defPPr/>
            <a:lvl1pPr marL="0" indent="0" algn="ctr">
              <a:buFont typeface="Wingdings" panose="05000000000000000000" pitchFamily="2" charset="2"/>
              <a:buNone/>
              <a:defRPr/>
            </a:lvl1pPr>
          </a:lstStyle>
          <a:p>
            <a:pPr lvl="0"/>
            <a:r>
              <a:rPr lang="zh-CN" altLang="en-US" noProof="0"/>
              <a:t>单击此处编辑母版副标题样式</a:t>
            </a:r>
          </a:p>
        </p:txBody>
      </p:sp>
      <p:sp>
        <p:nvSpPr>
          <p:cNvPr id="32772" name="Rectangle 4"/>
          <p:cNvSpPr>
            <a:spLocks noGrp="1" noChangeArrowheads="1"/>
          </p:cNvSpPr>
          <p:nvPr>
            <p:ph type="dt" sz="half" idx="2"/>
            <p:custDataLst>
              <p:tags r:id="rId3"/>
            </p:custDataLst>
          </p:nvPr>
        </p:nvSpPr>
        <p:spPr>
          <a:xfrm>
            <a:off x="301635" y="4684137"/>
            <a:ext cx="2289235" cy="357204"/>
          </a:xfrm>
          <a:prstGeom prst="rect">
            <a:avLst/>
          </a:prstGeom>
        </p:spPr>
        <p:txBody>
          <a:bodyPr lIns="108896" tIns="54448" rIns="108896" bIns="54448"/>
          <a:lstStyle>
            <a:defPPr/>
            <a:lvl1pPr>
              <a:defRPr/>
            </a:lvl1pPr>
          </a:lstStyle>
          <a:p>
            <a:endParaRPr lang="en-US" altLang="zh-CN"/>
          </a:p>
        </p:txBody>
      </p:sp>
      <p:sp>
        <p:nvSpPr>
          <p:cNvPr id="32773" name="Rectangle 5"/>
          <p:cNvSpPr>
            <a:spLocks noGrp="1" noChangeArrowheads="1"/>
          </p:cNvSpPr>
          <p:nvPr>
            <p:ph type="ftr" sz="quarter" idx="3"/>
            <p:custDataLst>
              <p:tags r:id="rId4"/>
            </p:custDataLst>
          </p:nvPr>
        </p:nvSpPr>
        <p:spPr>
          <a:xfrm>
            <a:off x="3124283" y="4684137"/>
            <a:ext cx="2895675" cy="357204"/>
          </a:xfrm>
          <a:prstGeom prst="rect">
            <a:avLst/>
          </a:prstGeom>
        </p:spPr>
        <p:txBody>
          <a:bodyPr lIns="108896" tIns="54448" rIns="108896" bIns="54448"/>
          <a:lstStyle>
            <a:defPPr/>
            <a:lvl1pPr>
              <a:defRPr/>
            </a:lvl1pPr>
          </a:lstStyle>
          <a:p>
            <a:endParaRPr lang="en-US" altLang="zh-CN"/>
          </a:p>
        </p:txBody>
      </p:sp>
      <p:sp>
        <p:nvSpPr>
          <p:cNvPr id="32774" name="Rectangle 6"/>
          <p:cNvSpPr>
            <a:spLocks noGrp="1" noChangeArrowheads="1"/>
          </p:cNvSpPr>
          <p:nvPr>
            <p:ph type="sldNum" sz="quarter" idx="4"/>
            <p:custDataLst>
              <p:tags r:id="rId5"/>
            </p:custDataLst>
          </p:nvPr>
        </p:nvSpPr>
        <p:spPr>
          <a:xfrm>
            <a:off x="6553372" y="4684137"/>
            <a:ext cx="2289235" cy="357204"/>
          </a:xfrm>
          <a:prstGeom prst="rect">
            <a:avLst/>
          </a:prstGeom>
        </p:spPr>
        <p:txBody>
          <a:bodyPr lIns="108896" tIns="54448" rIns="108896" bIns="54448"/>
          <a:lstStyle>
            <a:defPPr/>
            <a:lvl1pPr>
              <a:defRPr/>
            </a:lvl1pPr>
          </a:lstStyle>
          <a:p>
            <a:fld id="{3C85F09C-F9A0-42F5-8710-87E38E718472}" type="slidenum">
              <a:rPr lang="en-US" altLang="zh-CN"/>
              <a:pPr/>
              <a:t>‹#›</a:t>
            </a:fld>
            <a:endParaRPr lang="en-US" altLang="zh-CN"/>
          </a:p>
        </p:txBody>
      </p:sp>
    </p:spTree>
    <p:extLst>
      <p:ext uri="{BB962C8B-B14F-4D97-AF65-F5344CB8AC3E}">
        <p14:creationId xmlns:p14="http://schemas.microsoft.com/office/powerpoint/2010/main" val="2054706676"/>
      </p:ext>
    </p:extLst>
  </p:cSld>
  <p:clrMapOvr>
    <a:masterClrMapping/>
  </p:clrMapOvr>
  <mc:AlternateContent xmlns:mc="http://schemas.openxmlformats.org/markup-compatibility/2006" xmlns:p14="http://schemas.microsoft.com/office/powerpoint/2010/main">
    <mc:Choice Requires="p14">
      <p:transition p14:dur="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68" y="273857"/>
            <a:ext cx="7886905" cy="994219"/>
          </a:xfrm>
          <a:prstGeom prst="rect">
            <a:avLst/>
          </a:prstGeom>
        </p:spPr>
        <p:txBody>
          <a:bodyPr/>
          <a:lstStyle>
            <a:defPPr/>
          </a:lstStyle>
          <a:p>
            <a:r>
              <a:rPr lang="zh-CN" altLang="en-US" noProof="1"/>
              <a:t>单击此处编辑母版标题样式</a:t>
            </a:r>
          </a:p>
        </p:txBody>
      </p:sp>
      <p:sp>
        <p:nvSpPr>
          <p:cNvPr id="3" name="内容占位符 2"/>
          <p:cNvSpPr>
            <a:spLocks noGrp="1"/>
          </p:cNvSpPr>
          <p:nvPr>
            <p:ph sz="half" idx="1"/>
            <p:custDataLst>
              <p:tags r:id="rId2"/>
            </p:custDataLst>
          </p:nvPr>
        </p:nvSpPr>
        <p:spPr>
          <a:xfrm>
            <a:off x="628666" y="1369283"/>
            <a:ext cx="3867250" cy="3263655"/>
          </a:xfrm>
          <a:prstGeom prst="rect">
            <a:avLst/>
          </a:prstGeo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custDataLst>
              <p:tags r:id="rId3"/>
            </p:custDataLst>
          </p:nvPr>
        </p:nvSpPr>
        <p:spPr>
          <a:xfrm>
            <a:off x="4648321" y="1369283"/>
            <a:ext cx="3867250" cy="1574080"/>
          </a:xfrm>
          <a:prstGeom prst="rect">
            <a:avLst/>
          </a:prstGeo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custDataLst>
              <p:tags r:id="rId4"/>
            </p:custDataLst>
          </p:nvPr>
        </p:nvSpPr>
        <p:spPr>
          <a:xfrm>
            <a:off x="4648321" y="3057667"/>
            <a:ext cx="3867250" cy="1575271"/>
          </a:xfrm>
          <a:prstGeom prst="rect">
            <a:avLst/>
          </a:prstGeo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18600365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sp>
        <p:nvSpPr>
          <p:cNvPr id="3" name="矩形 2"/>
          <p:cNvSpPr/>
          <p:nvPr userDrawn="1">
            <p:custDataLst>
              <p:tags r:id="rId1"/>
            </p:custDataLst>
          </p:nvPr>
        </p:nvSpPr>
        <p:spPr>
          <a:xfrm>
            <a:off x="285758" y="1"/>
            <a:ext cx="247657" cy="64773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fontAlgn="auto">
              <a:spcBef>
                <a:spcPct val="0"/>
              </a:spcBef>
              <a:spcAft>
                <a:spcPct val="0"/>
              </a:spcAft>
            </a:pPr>
            <a:endParaRPr lang="zh-CN" altLang="en-US" sz="1345" i="0">
              <a:solidFill>
                <a:prstClr val="white"/>
              </a:solidFill>
            </a:endParaRPr>
          </a:p>
        </p:txBody>
      </p:sp>
    </p:spTree>
    <p:extLst>
      <p:ext uri="{BB962C8B-B14F-4D97-AF65-F5344CB8AC3E}">
        <p14:creationId xmlns:p14="http://schemas.microsoft.com/office/powerpoint/2010/main" val="1457298757"/>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学习目标">
    <p:bg>
      <p:bgPr>
        <a:solidFill>
          <a:schemeClr val="bg1"/>
        </a:solidFill>
        <a:effectLst/>
      </p:bgPr>
    </p:bg>
    <p:spTree>
      <p:nvGrpSpPr>
        <p:cNvPr id="1" name=""/>
        <p:cNvGrpSpPr/>
        <p:nvPr/>
      </p:nvGrpSpPr>
      <p:grpSpPr>
        <a:xfrm>
          <a:off x="0" y="0"/>
          <a:ext cx="0" cy="0"/>
          <a:chOff x="0" y="0"/>
          <a:chExt cx="0" cy="0"/>
        </a:xfrm>
      </p:grpSpPr>
      <p:sp>
        <p:nvSpPr>
          <p:cNvPr id="314" name="矩形 313" hidden="1"/>
          <p:cNvSpPr/>
          <p:nvPr userDrawn="1">
            <p:custDataLst>
              <p:tags r:id="rId1"/>
            </p:custDataLst>
          </p:nvPr>
        </p:nvSpPr>
        <p:spPr>
          <a:xfrm>
            <a:off x="92597" y="259872"/>
            <a:ext cx="8964809" cy="4797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Tree>
    <p:extLst>
      <p:ext uri="{BB962C8B-B14F-4D97-AF65-F5344CB8AC3E}">
        <p14:creationId xmlns:p14="http://schemas.microsoft.com/office/powerpoint/2010/main" val="8009581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defPPr/>
          </a:lstStyle>
          <a:p>
            <a:r>
              <a:rPr lang="zh-CN" altLang="en-US" noProof="1"/>
              <a:t>单击此处编辑母版标题样式</a:t>
            </a:r>
          </a:p>
        </p:txBody>
      </p:sp>
      <p:sp>
        <p:nvSpPr>
          <p:cNvPr id="3" name="内容占位符 2"/>
          <p:cNvSpPr>
            <a:spLocks noGrp="1"/>
          </p:cNvSpPr>
          <p:nvPr>
            <p:ph idx="1"/>
            <p:custDataLst>
              <p:tags r:id="rId2"/>
            </p:custDataLst>
          </p:nvPr>
        </p:nvSpPr>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4819"/>
          <p:cNvSpPr>
            <a:spLocks noGrp="1"/>
          </p:cNvSpPr>
          <p:nvPr>
            <p:ph type="dt" sz="half" idx="10"/>
            <p:custDataLst>
              <p:tags r:id="rId3"/>
            </p:custDataLst>
          </p:nvPr>
        </p:nvSpPr>
        <p:spPr>
          <a:xfrm>
            <a:off x="628650" y="4767262"/>
            <a:ext cx="2057400" cy="273844"/>
          </a:xfrm>
        </p:spPr>
        <p:txBody>
          <a:bodyPr/>
          <a:lstStyle>
            <a:defPPr/>
            <a:lvl1pPr>
              <a:defRPr/>
            </a:lvl1pPr>
          </a:lstStyle>
          <a:p>
            <a:pPr>
              <a:defRPr/>
            </a:pPr>
            <a:endParaRPr lang="zh-CN" altLang="en-US"/>
          </a:p>
        </p:txBody>
      </p:sp>
      <p:sp>
        <p:nvSpPr>
          <p:cNvPr id="5" name="页脚占位符 34820"/>
          <p:cNvSpPr>
            <a:spLocks noGrp="1"/>
          </p:cNvSpPr>
          <p:nvPr>
            <p:ph type="ftr" sz="quarter" idx="11"/>
            <p:custDataLst>
              <p:tags r:id="rId4"/>
            </p:custDataLst>
          </p:nvPr>
        </p:nvSpPr>
        <p:spPr>
          <a:xfrm>
            <a:off x="3028950" y="4767262"/>
            <a:ext cx="3086100" cy="273844"/>
          </a:xfrm>
        </p:spPr>
        <p:txBody>
          <a:bodyPr/>
          <a:lstStyle>
            <a:defPPr/>
            <a:lvl1pPr>
              <a:defRPr/>
            </a:lvl1pPr>
          </a:lstStyle>
          <a:p>
            <a:pPr>
              <a:defRPr/>
            </a:pPr>
            <a:endParaRPr lang="zh-CN" altLang="en-US"/>
          </a:p>
        </p:txBody>
      </p:sp>
      <p:sp>
        <p:nvSpPr>
          <p:cNvPr id="6" name="灯片编号占位符 34821"/>
          <p:cNvSpPr>
            <a:spLocks noGrp="1"/>
          </p:cNvSpPr>
          <p:nvPr>
            <p:ph type="sldNum" sz="quarter" idx="12"/>
            <p:custDataLst>
              <p:tags r:id="rId5"/>
            </p:custDataLst>
          </p:nvPr>
        </p:nvSpPr>
        <p:spPr>
          <a:xfrm>
            <a:off x="6457950" y="4767262"/>
            <a:ext cx="2057400" cy="273844"/>
          </a:xfrm>
        </p:spPr>
        <p:txBody>
          <a:bodyPr/>
          <a:lstStyle>
            <a:defPPr/>
            <a:lvl1pPr>
              <a:defRPr/>
            </a:lvl1pPr>
          </a:lstStyle>
          <a:p>
            <a:pPr>
              <a:defRPr/>
            </a:pPr>
            <a:fld id="{AA29D6F5-B6C1-4A30-87E3-5080000A68FD}" type="slidenum">
              <a:rPr lang="zh-CN" altLang="en-US"/>
              <a:pPr>
                <a:defRPr/>
              </a:pPr>
              <a:t>‹#›</a:t>
            </a:fld>
            <a:endParaRPr lang="zh-CN" altLang="en-US"/>
          </a:p>
        </p:txBody>
      </p:sp>
    </p:spTree>
    <p:extLst>
      <p:ext uri="{BB962C8B-B14F-4D97-AF65-F5344CB8AC3E}">
        <p14:creationId xmlns:p14="http://schemas.microsoft.com/office/powerpoint/2010/main" val="4029218266"/>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pic>
        <p:nvPicPr>
          <p:cNvPr id="2" name="Picture 4" descr="F:\0PPT素材\背景及图片\白麻子.jpg"/>
          <p:cNvPicPr>
            <a:picLocks noChangeAspect="1" noChangeArrowheads="1"/>
          </p:cNvPicPr>
          <p:nvPr userDrawn="1">
            <p:custDataLst>
              <p:tags r:id="rId1"/>
            </p:custDataLst>
          </p:nvPr>
        </p:nvPicPr>
        <p:blipFill>
          <a:blip r:embed="rId12">
            <a:extLst>
              <a:ext uri="{28A0092B-C50C-407E-A947-70E740481C1C}">
                <a14:useLocalDpi xmlns:a14="http://schemas.microsoft.com/office/drawing/2010/main" val="0"/>
              </a:ext>
            </a:extLst>
          </a:blip>
          <a:srcRect r="23479"/>
          <a:stretch>
            <a:fillRect/>
          </a:stretch>
        </p:blipFill>
        <p:spPr bwMode="auto">
          <a:xfrm>
            <a:off x="0" y="0"/>
            <a:ext cx="9144000" cy="5143500"/>
          </a:xfrm>
          <a:prstGeom prst="rect">
            <a:avLst/>
          </a:prstGeom>
          <a:noFill/>
          <a:ln w="9525">
            <a:solidFill>
              <a:srgbClr val="1F497D"/>
            </a:solidFill>
            <a:miter lim="800000"/>
          </a:ln>
          <a:extLst>
            <a:ext uri="{909E8E84-426E-40DD-AFC4-6F175D3DCCD1}">
              <a14:hiddenFill xmlns:a14="http://schemas.microsoft.com/office/drawing/2010/main">
                <a:solidFill>
                  <a:srgbClr val="FFFFFF"/>
                </a:solidFill>
              </a14:hiddenFill>
            </a:ext>
          </a:extLst>
        </p:spPr>
      </p:pic>
      <p:cxnSp>
        <p:nvCxnSpPr>
          <p:cNvPr id="3" name="直接连接符 2"/>
          <p:cNvCxnSpPr>
            <a:cxnSpLocks noChangeShapeType="1"/>
          </p:cNvCxnSpPr>
          <p:nvPr userDrawn="1">
            <p:custDataLst>
              <p:tags r:id="rId2"/>
            </p:custDataLst>
          </p:nvPr>
        </p:nvCxnSpPr>
        <p:spPr bwMode="auto">
          <a:xfrm flipV="1">
            <a:off x="952502" y="653654"/>
            <a:ext cx="7148513" cy="0"/>
          </a:xfrm>
          <a:prstGeom prst="line">
            <a:avLst/>
          </a:prstGeom>
          <a:noFill/>
          <a:ln w="15875" algn="ctr">
            <a:solidFill>
              <a:srgbClr val="118C3B"/>
            </a:solidFill>
            <a:round/>
          </a:ln>
          <a:extLst>
            <a:ext uri="{909E8E84-426E-40DD-AFC4-6F175D3DCCD1}">
              <a14:hiddenFill xmlns:a14="http://schemas.microsoft.com/office/drawing/2010/main">
                <a:noFill/>
              </a14:hiddenFill>
            </a:ext>
          </a:extLst>
        </p:spPr>
      </p:cxnSp>
      <p:sp>
        <p:nvSpPr>
          <p:cNvPr id="4" name="KSO_Shape"/>
          <p:cNvSpPr/>
          <p:nvPr userDrawn="1">
            <p:custDataLst>
              <p:tags r:id="rId3"/>
            </p:custDataLst>
          </p:nvPr>
        </p:nvSpPr>
        <p:spPr bwMode="auto">
          <a:xfrm>
            <a:off x="8205790" y="300038"/>
            <a:ext cx="219075" cy="403623"/>
          </a:xfrm>
          <a:custGeom>
            <a:avLst/>
            <a:gdLst>
              <a:gd name="T0" fmla="*/ 2147483646 w 2361"/>
              <a:gd name="T1" fmla="*/ 2147483646 h 4328"/>
              <a:gd name="T2" fmla="*/ 2147483646 w 2361"/>
              <a:gd name="T3" fmla="*/ 2147483646 h 4328"/>
              <a:gd name="T4" fmla="*/ 2147483646 w 2361"/>
              <a:gd name="T5" fmla="*/ 2147483646 h 4328"/>
              <a:gd name="T6" fmla="*/ 2147483646 w 2361"/>
              <a:gd name="T7" fmla="*/ 2147483646 h 4328"/>
              <a:gd name="T8" fmla="*/ 2147483646 w 2361"/>
              <a:gd name="T9" fmla="*/ 2147483646 h 4328"/>
              <a:gd name="T10" fmla="*/ 2147483646 w 2361"/>
              <a:gd name="T11" fmla="*/ 2147483646 h 4328"/>
              <a:gd name="T12" fmla="*/ 2147483646 w 2361"/>
              <a:gd name="T13" fmla="*/ 2147483646 h 4328"/>
              <a:gd name="T14" fmla="*/ 2147483646 w 2361"/>
              <a:gd name="T15" fmla="*/ 2147483646 h 4328"/>
              <a:gd name="T16" fmla="*/ 0 w 2361"/>
              <a:gd name="T17" fmla="*/ 2147483646 h 4328"/>
              <a:gd name="T18" fmla="*/ 2147483646 w 2361"/>
              <a:gd name="T19" fmla="*/ 2147483646 h 4328"/>
              <a:gd name="T20" fmla="*/ 2147483646 w 2361"/>
              <a:gd name="T21" fmla="*/ 2147483646 h 4328"/>
              <a:gd name="T22" fmla="*/ 2147483646 w 2361"/>
              <a:gd name="T23" fmla="*/ 2147483646 h 4328"/>
              <a:gd name="T24" fmla="*/ 2147483646 w 2361"/>
              <a:gd name="T25" fmla="*/ 2147483646 h 4328"/>
              <a:gd name="T26" fmla="*/ 2147483646 w 2361"/>
              <a:gd name="T27" fmla="*/ 2147483646 h 4328"/>
              <a:gd name="T28" fmla="*/ 2147483646 w 2361"/>
              <a:gd name="T29" fmla="*/ 2147483646 h 4328"/>
              <a:gd name="T30" fmla="*/ 2147483646 w 2361"/>
              <a:gd name="T31" fmla="*/ 2147483646 h 4328"/>
              <a:gd name="T32" fmla="*/ 2147483646 w 2361"/>
              <a:gd name="T33" fmla="*/ 2147483646 h 4328"/>
              <a:gd name="T34" fmla="*/ 2147483646 w 2361"/>
              <a:gd name="T35" fmla="*/ 2147483646 h 4328"/>
              <a:gd name="T36" fmla="*/ 2147483646 w 2361"/>
              <a:gd name="T37" fmla="*/ 2147483646 h 4328"/>
              <a:gd name="T38" fmla="*/ 2147483646 w 2361"/>
              <a:gd name="T39" fmla="*/ 2147483646 h 4328"/>
              <a:gd name="T40" fmla="*/ 2147483646 w 2361"/>
              <a:gd name="T41" fmla="*/ 2147483646 h 4328"/>
              <a:gd name="T42" fmla="*/ 2147483646 w 2361"/>
              <a:gd name="T43" fmla="*/ 2147483646 h 4328"/>
              <a:gd name="T44" fmla="*/ 2147483646 w 2361"/>
              <a:gd name="T45" fmla="*/ 2147483646 h 4328"/>
              <a:gd name="T46" fmla="*/ 2147483646 w 2361"/>
              <a:gd name="T47" fmla="*/ 2147483646 h 4328"/>
              <a:gd name="T48" fmla="*/ 2147483646 w 2361"/>
              <a:gd name="T49" fmla="*/ 2147483646 h 4328"/>
              <a:gd name="T50" fmla="*/ 2147483646 w 2361"/>
              <a:gd name="T51" fmla="*/ 2147483646 h 4328"/>
              <a:gd name="T52" fmla="*/ 2147483646 w 2361"/>
              <a:gd name="T53" fmla="*/ 2147483646 h 4328"/>
              <a:gd name="T54" fmla="*/ 2147483646 w 2361"/>
              <a:gd name="T55" fmla="*/ 2147483646 h 4328"/>
              <a:gd name="T56" fmla="*/ 2147483646 w 2361"/>
              <a:gd name="T57" fmla="*/ 2147483646 h 4328"/>
              <a:gd name="T58" fmla="*/ 2147483646 w 2361"/>
              <a:gd name="T59" fmla="*/ 2147483646 h 4328"/>
              <a:gd name="T60" fmla="*/ 2147483646 w 2361"/>
              <a:gd name="T61" fmla="*/ 2147483646 h 4328"/>
              <a:gd name="T62" fmla="*/ 2147483646 w 2361"/>
              <a:gd name="T63" fmla="*/ 2147483646 h 43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61" h="4328">
                <a:moveTo>
                  <a:pt x="2361" y="252"/>
                </a:moveTo>
                <a:cubicBezTo>
                  <a:pt x="2361" y="200"/>
                  <a:pt x="2361" y="200"/>
                  <a:pt x="2361" y="200"/>
                </a:cubicBezTo>
                <a:cubicBezTo>
                  <a:pt x="2293" y="156"/>
                  <a:pt x="2293" y="156"/>
                  <a:pt x="2293" y="156"/>
                </a:cubicBezTo>
                <a:cubicBezTo>
                  <a:pt x="2197" y="100"/>
                  <a:pt x="2197" y="100"/>
                  <a:pt x="2197" y="100"/>
                </a:cubicBezTo>
                <a:cubicBezTo>
                  <a:pt x="2103" y="55"/>
                  <a:pt x="2024" y="21"/>
                  <a:pt x="1960" y="0"/>
                </a:cubicBezTo>
                <a:cubicBezTo>
                  <a:pt x="1646" y="616"/>
                  <a:pt x="1646" y="616"/>
                  <a:pt x="1646" y="616"/>
                </a:cubicBezTo>
                <a:cubicBezTo>
                  <a:pt x="1621" y="661"/>
                  <a:pt x="1621" y="661"/>
                  <a:pt x="1621" y="661"/>
                </a:cubicBezTo>
                <a:cubicBezTo>
                  <a:pt x="1491" y="921"/>
                  <a:pt x="1491" y="921"/>
                  <a:pt x="1491" y="921"/>
                </a:cubicBezTo>
                <a:cubicBezTo>
                  <a:pt x="1375" y="1143"/>
                  <a:pt x="1375" y="1143"/>
                  <a:pt x="1375" y="1143"/>
                </a:cubicBezTo>
                <a:cubicBezTo>
                  <a:pt x="1393" y="1152"/>
                  <a:pt x="1393" y="1152"/>
                  <a:pt x="1393" y="1152"/>
                </a:cubicBezTo>
                <a:cubicBezTo>
                  <a:pt x="1375" y="1186"/>
                  <a:pt x="1375" y="1186"/>
                  <a:pt x="1375" y="1186"/>
                </a:cubicBezTo>
                <a:cubicBezTo>
                  <a:pt x="136" y="3609"/>
                  <a:pt x="136" y="3609"/>
                  <a:pt x="136" y="3609"/>
                </a:cubicBezTo>
                <a:cubicBezTo>
                  <a:pt x="187" y="3632"/>
                  <a:pt x="187" y="3632"/>
                  <a:pt x="187" y="3632"/>
                </a:cubicBezTo>
                <a:cubicBezTo>
                  <a:pt x="79" y="3850"/>
                  <a:pt x="79" y="3850"/>
                  <a:pt x="79" y="3850"/>
                </a:cubicBezTo>
                <a:cubicBezTo>
                  <a:pt x="121" y="3886"/>
                  <a:pt x="121" y="3886"/>
                  <a:pt x="121" y="3886"/>
                </a:cubicBezTo>
                <a:cubicBezTo>
                  <a:pt x="49" y="4029"/>
                  <a:pt x="49" y="4029"/>
                  <a:pt x="49" y="4029"/>
                </a:cubicBezTo>
                <a:cubicBezTo>
                  <a:pt x="115" y="4078"/>
                  <a:pt x="115" y="4078"/>
                  <a:pt x="115" y="4078"/>
                </a:cubicBezTo>
                <a:cubicBezTo>
                  <a:pt x="0" y="4309"/>
                  <a:pt x="0" y="4309"/>
                  <a:pt x="0" y="4309"/>
                </a:cubicBezTo>
                <a:cubicBezTo>
                  <a:pt x="0" y="4309"/>
                  <a:pt x="0" y="4309"/>
                  <a:pt x="0" y="4309"/>
                </a:cubicBezTo>
                <a:cubicBezTo>
                  <a:pt x="19" y="4328"/>
                  <a:pt x="19" y="4328"/>
                  <a:pt x="19" y="4328"/>
                </a:cubicBezTo>
                <a:cubicBezTo>
                  <a:pt x="25" y="4321"/>
                  <a:pt x="25" y="4321"/>
                  <a:pt x="25" y="4321"/>
                </a:cubicBezTo>
                <a:cubicBezTo>
                  <a:pt x="140" y="4089"/>
                  <a:pt x="140" y="4089"/>
                  <a:pt x="140" y="4089"/>
                </a:cubicBezTo>
                <a:cubicBezTo>
                  <a:pt x="140" y="4095"/>
                  <a:pt x="167" y="4103"/>
                  <a:pt x="221" y="4114"/>
                </a:cubicBezTo>
                <a:cubicBezTo>
                  <a:pt x="234" y="4096"/>
                  <a:pt x="257" y="4050"/>
                  <a:pt x="290" y="3978"/>
                </a:cubicBezTo>
                <a:cubicBezTo>
                  <a:pt x="352" y="3989"/>
                  <a:pt x="352" y="3989"/>
                  <a:pt x="352" y="3989"/>
                </a:cubicBezTo>
                <a:cubicBezTo>
                  <a:pt x="461" y="3773"/>
                  <a:pt x="461" y="3773"/>
                  <a:pt x="461" y="3773"/>
                </a:cubicBezTo>
                <a:cubicBezTo>
                  <a:pt x="520" y="3805"/>
                  <a:pt x="520" y="3805"/>
                  <a:pt x="520" y="3805"/>
                </a:cubicBezTo>
                <a:cubicBezTo>
                  <a:pt x="1747" y="1401"/>
                  <a:pt x="1747" y="1401"/>
                  <a:pt x="1747" y="1401"/>
                </a:cubicBezTo>
                <a:cubicBezTo>
                  <a:pt x="1779" y="1346"/>
                  <a:pt x="1779" y="1346"/>
                  <a:pt x="1779" y="1346"/>
                </a:cubicBezTo>
                <a:cubicBezTo>
                  <a:pt x="1796" y="1354"/>
                  <a:pt x="1796" y="1354"/>
                  <a:pt x="1796" y="1354"/>
                </a:cubicBezTo>
                <a:cubicBezTo>
                  <a:pt x="2169" y="621"/>
                  <a:pt x="2169" y="621"/>
                  <a:pt x="2169" y="621"/>
                </a:cubicBezTo>
                <a:cubicBezTo>
                  <a:pt x="2250" y="471"/>
                  <a:pt x="2250" y="471"/>
                  <a:pt x="2250" y="471"/>
                </a:cubicBezTo>
                <a:cubicBezTo>
                  <a:pt x="2263" y="480"/>
                  <a:pt x="2263" y="480"/>
                  <a:pt x="2263" y="480"/>
                </a:cubicBezTo>
                <a:cubicBezTo>
                  <a:pt x="1922" y="1143"/>
                  <a:pt x="1922" y="1143"/>
                  <a:pt x="1922" y="1143"/>
                </a:cubicBezTo>
                <a:cubicBezTo>
                  <a:pt x="1904" y="1173"/>
                  <a:pt x="1899" y="1192"/>
                  <a:pt x="1904" y="1201"/>
                </a:cubicBezTo>
                <a:cubicBezTo>
                  <a:pt x="1904" y="1207"/>
                  <a:pt x="1912" y="1208"/>
                  <a:pt x="1928" y="1205"/>
                </a:cubicBezTo>
                <a:cubicBezTo>
                  <a:pt x="1939" y="1196"/>
                  <a:pt x="1939" y="1196"/>
                  <a:pt x="1939" y="1196"/>
                </a:cubicBezTo>
                <a:cubicBezTo>
                  <a:pt x="2355" y="382"/>
                  <a:pt x="2355" y="382"/>
                  <a:pt x="2355" y="382"/>
                </a:cubicBezTo>
                <a:cubicBezTo>
                  <a:pt x="2360" y="368"/>
                  <a:pt x="2359" y="357"/>
                  <a:pt x="2350" y="350"/>
                </a:cubicBezTo>
                <a:cubicBezTo>
                  <a:pt x="2335" y="350"/>
                  <a:pt x="2323" y="347"/>
                  <a:pt x="2316" y="341"/>
                </a:cubicBezTo>
                <a:cubicBezTo>
                  <a:pt x="2316" y="333"/>
                  <a:pt x="2316" y="333"/>
                  <a:pt x="2316" y="333"/>
                </a:cubicBezTo>
                <a:cubicBezTo>
                  <a:pt x="2361" y="252"/>
                  <a:pt x="2361" y="252"/>
                  <a:pt x="2361" y="252"/>
                </a:cubicBezTo>
                <a:close/>
                <a:moveTo>
                  <a:pt x="1672" y="1438"/>
                </a:moveTo>
                <a:cubicBezTo>
                  <a:pt x="505" y="3724"/>
                  <a:pt x="505" y="3724"/>
                  <a:pt x="505" y="3724"/>
                </a:cubicBezTo>
                <a:cubicBezTo>
                  <a:pt x="504" y="3736"/>
                  <a:pt x="500" y="3740"/>
                  <a:pt x="492" y="3737"/>
                </a:cubicBezTo>
                <a:cubicBezTo>
                  <a:pt x="488" y="3728"/>
                  <a:pt x="392" y="3679"/>
                  <a:pt x="204" y="3590"/>
                </a:cubicBezTo>
                <a:cubicBezTo>
                  <a:pt x="204" y="3583"/>
                  <a:pt x="204" y="3583"/>
                  <a:pt x="204" y="3583"/>
                </a:cubicBezTo>
                <a:cubicBezTo>
                  <a:pt x="733" y="2560"/>
                  <a:pt x="996" y="2045"/>
                  <a:pt x="992" y="2041"/>
                </a:cubicBezTo>
                <a:cubicBezTo>
                  <a:pt x="1192" y="1661"/>
                  <a:pt x="1192" y="1661"/>
                  <a:pt x="1192" y="1661"/>
                </a:cubicBezTo>
                <a:cubicBezTo>
                  <a:pt x="1437" y="1175"/>
                  <a:pt x="1437" y="1175"/>
                  <a:pt x="1437" y="1175"/>
                </a:cubicBezTo>
                <a:cubicBezTo>
                  <a:pt x="1446" y="1175"/>
                  <a:pt x="1446" y="1175"/>
                  <a:pt x="1446" y="1175"/>
                </a:cubicBezTo>
                <a:cubicBezTo>
                  <a:pt x="1508" y="1211"/>
                  <a:pt x="1508" y="1211"/>
                  <a:pt x="1508" y="1211"/>
                </a:cubicBezTo>
                <a:cubicBezTo>
                  <a:pt x="1719" y="1316"/>
                  <a:pt x="1719" y="1316"/>
                  <a:pt x="1719" y="1316"/>
                </a:cubicBezTo>
                <a:cubicBezTo>
                  <a:pt x="1727" y="1317"/>
                  <a:pt x="1732" y="1322"/>
                  <a:pt x="1732" y="1329"/>
                </a:cubicBezTo>
                <a:cubicBezTo>
                  <a:pt x="1672" y="1438"/>
                  <a:pt x="1672" y="1438"/>
                  <a:pt x="1672" y="1438"/>
                </a:cubicBezTo>
                <a:close/>
                <a:moveTo>
                  <a:pt x="1781" y="1275"/>
                </a:moveTo>
                <a:cubicBezTo>
                  <a:pt x="1770" y="1288"/>
                  <a:pt x="1770" y="1288"/>
                  <a:pt x="1770" y="1288"/>
                </a:cubicBezTo>
                <a:cubicBezTo>
                  <a:pt x="1762" y="1280"/>
                  <a:pt x="1762" y="1280"/>
                  <a:pt x="1762" y="1280"/>
                </a:cubicBezTo>
                <a:cubicBezTo>
                  <a:pt x="1448" y="1122"/>
                  <a:pt x="1448" y="1122"/>
                  <a:pt x="1448" y="1122"/>
                </a:cubicBezTo>
                <a:cubicBezTo>
                  <a:pt x="1446" y="1118"/>
                  <a:pt x="1446" y="1118"/>
                  <a:pt x="1446" y="1118"/>
                </a:cubicBezTo>
                <a:cubicBezTo>
                  <a:pt x="1986" y="62"/>
                  <a:pt x="1986" y="62"/>
                  <a:pt x="1986" y="62"/>
                </a:cubicBezTo>
                <a:cubicBezTo>
                  <a:pt x="1994" y="62"/>
                  <a:pt x="1994" y="62"/>
                  <a:pt x="1994" y="62"/>
                </a:cubicBezTo>
                <a:cubicBezTo>
                  <a:pt x="2115" y="114"/>
                  <a:pt x="2220" y="169"/>
                  <a:pt x="2310" y="226"/>
                </a:cubicBezTo>
                <a:cubicBezTo>
                  <a:pt x="2312" y="239"/>
                  <a:pt x="2312" y="239"/>
                  <a:pt x="2312" y="239"/>
                </a:cubicBezTo>
                <a:cubicBezTo>
                  <a:pt x="1781" y="1275"/>
                  <a:pt x="1781" y="1275"/>
                  <a:pt x="1781" y="1275"/>
                </a:cubicBezTo>
                <a:close/>
              </a:path>
            </a:pathLst>
          </a:custGeom>
          <a:solidFill>
            <a:srgbClr val="1F2123"/>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lstStyle>
          <a:p>
            <a:endParaRPr lang="zh-CN" altLang="en-US" sz="1795"/>
          </a:p>
        </p:txBody>
      </p:sp>
      <p:sp>
        <p:nvSpPr>
          <p:cNvPr id="5" name="MH_Other_4"/>
          <p:cNvSpPr/>
          <p:nvPr userDrawn="1">
            <p:custDataLst>
              <p:tags r:id="rId4"/>
            </p:custDataLst>
          </p:nvPr>
        </p:nvSpPr>
        <p:spPr>
          <a:xfrm>
            <a:off x="234952" y="165498"/>
            <a:ext cx="417513" cy="416719"/>
          </a:xfrm>
          <a:prstGeom prst="ellipse">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defPPr/>
          </a:lstStyle>
          <a:p>
            <a:pPr algn="ctr">
              <a:defRPr/>
            </a:pPr>
            <a:endParaRPr lang="en-US" sz="1795">
              <a:solidFill>
                <a:prstClr val="white"/>
              </a:solidFill>
              <a:sym typeface="+mn-lt"/>
            </a:endParaRPr>
          </a:p>
        </p:txBody>
      </p:sp>
      <p:sp>
        <p:nvSpPr>
          <p:cNvPr id="6" name="MH_Other_4"/>
          <p:cNvSpPr/>
          <p:nvPr userDrawn="1">
            <p:custDataLst>
              <p:tags r:id="rId5"/>
            </p:custDataLst>
          </p:nvPr>
        </p:nvSpPr>
        <p:spPr>
          <a:xfrm>
            <a:off x="-68263" y="506017"/>
            <a:ext cx="271463" cy="271462"/>
          </a:xfrm>
          <a:prstGeom prst="ellipse">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defPPr/>
          </a:lstStyle>
          <a:p>
            <a:pPr algn="ctr">
              <a:defRPr/>
            </a:pPr>
            <a:endParaRPr lang="en-US" sz="1795">
              <a:solidFill>
                <a:prstClr val="white"/>
              </a:solidFill>
              <a:sym typeface="+mn-lt"/>
            </a:endParaRPr>
          </a:p>
        </p:txBody>
      </p:sp>
      <p:sp>
        <p:nvSpPr>
          <p:cNvPr id="7" name="椭圆 6"/>
          <p:cNvSpPr/>
          <p:nvPr userDrawn="1">
            <p:custDataLst>
              <p:tags r:id="rId6"/>
            </p:custDataLst>
          </p:nvPr>
        </p:nvSpPr>
        <p:spPr>
          <a:xfrm>
            <a:off x="585093" y="313065"/>
            <a:ext cx="324000" cy="324000"/>
          </a:xfrm>
          <a:prstGeom prst="ellipse">
            <a:avLst/>
          </a:prstGeom>
          <a:gradFill flip="none" rotWithShape="1">
            <a:gsLst>
              <a:gs pos="50000">
                <a:schemeClr val="bg1">
                  <a:lumMod val="95000"/>
                </a:schemeClr>
              </a:gs>
              <a:gs pos="100000">
                <a:schemeClr val="bg1">
                  <a:lumMod val="75000"/>
                </a:schemeClr>
              </a:gs>
              <a:gs pos="0">
                <a:schemeClr val="bg1"/>
              </a:gs>
            </a:gsLst>
            <a:lin ang="18900000" scaled="0"/>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lstStyle>
          <a:p>
            <a:pPr algn="ctr">
              <a:defRPr/>
            </a:pPr>
            <a:endParaRPr lang="zh-CN" altLang="en-US" sz="1795">
              <a:solidFill>
                <a:prstClr val="white"/>
              </a:solidFill>
            </a:endParaRPr>
          </a:p>
        </p:txBody>
      </p:sp>
      <p:sp>
        <p:nvSpPr>
          <p:cNvPr id="8" name="MH_Other_4"/>
          <p:cNvSpPr/>
          <p:nvPr userDrawn="1">
            <p:custDataLst>
              <p:tags r:id="rId7"/>
            </p:custDataLst>
          </p:nvPr>
        </p:nvSpPr>
        <p:spPr>
          <a:xfrm>
            <a:off x="158750" y="11907"/>
            <a:ext cx="153988" cy="153591"/>
          </a:xfrm>
          <a:prstGeom prst="ellipse">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defPPr/>
          </a:lstStyle>
          <a:p>
            <a:pPr algn="ctr">
              <a:defRPr/>
            </a:pPr>
            <a:endParaRPr lang="en-US" sz="1795">
              <a:solidFill>
                <a:prstClr val="white"/>
              </a:solidFill>
              <a:sym typeface="+mn-lt"/>
            </a:endParaRPr>
          </a:p>
        </p:txBody>
      </p:sp>
      <p:sp>
        <p:nvSpPr>
          <p:cNvPr id="9" name="矩形 3"/>
          <p:cNvSpPr>
            <a:spLocks noChangeArrowheads="1"/>
          </p:cNvSpPr>
          <p:nvPr userDrawn="1">
            <p:custDataLst>
              <p:tags r:id="rId8"/>
            </p:custDataLst>
          </p:nvPr>
        </p:nvSpPr>
        <p:spPr bwMode="auto">
          <a:xfrm>
            <a:off x="1245041" y="386954"/>
            <a:ext cx="1307218" cy="213021"/>
          </a:xfrm>
          <a:prstGeom prst="rect">
            <a:avLst/>
          </a:prstGeom>
          <a:noFill/>
          <a:ln>
            <a:noFill/>
          </a:ln>
        </p:spPr>
        <p:txBody>
          <a:bodyPr wrap="none" lIns="51182" tIns="25591" rIns="51182" bIns="25591">
            <a:spAutoFit/>
          </a:bodyPr>
          <a:lstStyle>
            <a:defPPr/>
            <a:lvl1pPr marL="342900" indent="-342900">
              <a:defRPr sz="3200" b="1">
                <a:solidFill>
                  <a:schemeClr val="tx1"/>
                </a:solidFill>
                <a:latin typeface="黑体" panose="02010609060101010101" pitchFamily="49" charset="-122"/>
                <a:ea typeface="黑体" panose="02010609060101010101" pitchFamily="49" charset="-122"/>
              </a:defRPr>
            </a:lvl1pPr>
            <a:lvl2pPr>
              <a:defRPr sz="3200" b="1">
                <a:solidFill>
                  <a:schemeClr val="tx1"/>
                </a:solidFill>
                <a:latin typeface="黑体" panose="02010609060101010101" pitchFamily="49" charset="-122"/>
                <a:ea typeface="黑体" panose="02010609060101010101" pitchFamily="49" charset="-122"/>
              </a:defRPr>
            </a:lvl2pPr>
            <a:lvl3pPr marL="1143000" indent="-228600">
              <a:defRPr sz="3200" b="1">
                <a:solidFill>
                  <a:schemeClr val="tx1"/>
                </a:solidFill>
                <a:latin typeface="黑体" panose="02010609060101010101" pitchFamily="49" charset="-122"/>
                <a:ea typeface="黑体" panose="02010609060101010101" pitchFamily="49" charset="-122"/>
              </a:defRPr>
            </a:lvl3pPr>
            <a:lvl4pPr marL="1600200" indent="-228600">
              <a:defRPr sz="3200" b="1">
                <a:solidFill>
                  <a:schemeClr val="tx1"/>
                </a:solidFill>
                <a:latin typeface="黑体" panose="02010609060101010101" pitchFamily="49" charset="-122"/>
                <a:ea typeface="黑体" panose="02010609060101010101" pitchFamily="49" charset="-122"/>
              </a:defRPr>
            </a:lvl4pPr>
            <a:lvl5pPr marL="2057400" indent="-228600">
              <a:defRPr sz="32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marL="0" lvl="1" algn="ctr">
              <a:defRPr/>
            </a:pPr>
            <a:r>
              <a:rPr lang="en-US" altLang="zh-CN" sz="1045">
                <a:solidFill>
                  <a:srgbClr val="7F7F7F"/>
                </a:solidFill>
                <a:latin typeface="微软雅黑" panose="020B0503020204020204" charset="-122"/>
                <a:ea typeface="微软雅黑" panose="020B0503020204020204" charset="-122"/>
              </a:rPr>
              <a:t>Teaching Analysis</a:t>
            </a:r>
            <a:endParaRPr lang="zh-CN" altLang="en-US" sz="1045">
              <a:solidFill>
                <a:srgbClr val="7F7F7F"/>
              </a:solidFill>
              <a:latin typeface="微软雅黑" panose="020B0503020204020204" charset="-122"/>
              <a:ea typeface="微软雅黑" panose="020B0503020204020204" charset="-122"/>
            </a:endParaRPr>
          </a:p>
        </p:txBody>
      </p:sp>
      <p:sp>
        <p:nvSpPr>
          <p:cNvPr id="10" name="标题 1"/>
          <p:cNvSpPr txBox="1"/>
          <p:nvPr userDrawn="1">
            <p:custDataLst>
              <p:tags r:id="rId9"/>
            </p:custDataLst>
          </p:nvPr>
        </p:nvSpPr>
        <p:spPr bwMode="auto">
          <a:xfrm>
            <a:off x="1074740" y="114764"/>
            <a:ext cx="872805" cy="282442"/>
          </a:xfrm>
          <a:prstGeom prst="rect">
            <a:avLst/>
          </a:prstGeom>
          <a:noFill/>
          <a:ln>
            <a:noFill/>
          </a:ln>
        </p:spPr>
        <p:txBody>
          <a:bodyPr wrap="none" lIns="51182" tIns="25591" rIns="51182" bIns="25591" anchor="ctr">
            <a:spAutoFit/>
          </a:bodyPr>
          <a:lstStyle>
            <a:defPPr/>
            <a:lvl1pPr>
              <a:defRPr sz="3200" b="1">
                <a:solidFill>
                  <a:schemeClr val="tx1"/>
                </a:solidFill>
                <a:latin typeface="黑体" panose="02010609060101010101" pitchFamily="49" charset="-122"/>
                <a:ea typeface="黑体" panose="02010609060101010101" pitchFamily="49" charset="-122"/>
              </a:defRPr>
            </a:lvl1pPr>
            <a:lvl2pPr marL="742950" indent="-285750">
              <a:defRPr sz="3200" b="1">
                <a:solidFill>
                  <a:schemeClr val="tx1"/>
                </a:solidFill>
                <a:latin typeface="黑体" panose="02010609060101010101" pitchFamily="49" charset="-122"/>
                <a:ea typeface="黑体" panose="02010609060101010101" pitchFamily="49" charset="-122"/>
              </a:defRPr>
            </a:lvl2pPr>
            <a:lvl3pPr marL="1143000" indent="-228600">
              <a:defRPr sz="3200" b="1">
                <a:solidFill>
                  <a:schemeClr val="tx1"/>
                </a:solidFill>
                <a:latin typeface="黑体" panose="02010609060101010101" pitchFamily="49" charset="-122"/>
                <a:ea typeface="黑体" panose="02010609060101010101" pitchFamily="49" charset="-122"/>
              </a:defRPr>
            </a:lvl3pPr>
            <a:lvl4pPr marL="1600200" indent="-228600">
              <a:defRPr sz="3200" b="1">
                <a:solidFill>
                  <a:schemeClr val="tx1"/>
                </a:solidFill>
                <a:latin typeface="黑体" panose="02010609060101010101" pitchFamily="49" charset="-122"/>
                <a:ea typeface="黑体" panose="02010609060101010101" pitchFamily="49" charset="-122"/>
              </a:defRPr>
            </a:lvl4pPr>
            <a:lvl5pPr marL="2057400" indent="-228600">
              <a:defRPr sz="32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eaLnBrk="1" hangingPunct="1">
              <a:defRPr/>
            </a:pPr>
            <a:r>
              <a:rPr lang="zh-CN" altLang="en-US" sz="1495">
                <a:solidFill>
                  <a:srgbClr val="0D692C"/>
                </a:solidFill>
                <a:latin typeface="微软雅黑" panose="020B0503020204020204" charset="-122"/>
                <a:ea typeface="微软雅黑" panose="020B0503020204020204" charset="-122"/>
              </a:rPr>
              <a:t>教学分析</a:t>
            </a:r>
          </a:p>
        </p:txBody>
      </p:sp>
      <p:pic>
        <p:nvPicPr>
          <p:cNvPr id="11" name="图片 10"/>
          <p:cNvPicPr>
            <a:picLocks noChangeAspect="1" noChangeArrowheads="1"/>
          </p:cNvPicPr>
          <p:nvPr userDrawn="1">
            <p:custDataLst>
              <p:tags r:id="rId10"/>
            </p:custDataLst>
          </p:nvPr>
        </p:nvPicPr>
        <p:blipFill>
          <a:blip r:embed="rId13">
            <a:extLst>
              <a:ext uri="{28A0092B-C50C-407E-A947-70E740481C1C}">
                <a14:useLocalDpi xmlns:a14="http://schemas.microsoft.com/office/drawing/2010/main" val="0"/>
              </a:ext>
            </a:extLst>
          </a:blip>
          <a:srcRect l="2" r="-2602"/>
          <a:stretch>
            <a:fillRect/>
          </a:stretch>
        </p:blipFill>
        <p:spPr bwMode="auto">
          <a:xfrm>
            <a:off x="8129588" y="4314825"/>
            <a:ext cx="1511300" cy="14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06346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a:xfrm>
            <a:off x="628678" y="4767271"/>
            <a:ext cx="2057454" cy="273844"/>
          </a:xfrm>
        </p:spPr>
        <p:txBody>
          <a:bodyPr/>
          <a:lstStyle>
            <a:defPPr/>
          </a:lstStyle>
          <a:p>
            <a:fld id="{81ABA338-C754-4EDE-B0F7-9C541DAB2653}" type="datetimeFigureOut">
              <a:rPr lang="zh-CN" altLang="en-US" smtClean="0">
                <a:solidFill>
                  <a:prstClr val="black">
                    <a:tint val="75000"/>
                  </a:prstClr>
                </a:solidFill>
              </a:rPr>
              <a:pPr/>
              <a:t>2024/11/11</a:t>
            </a:fld>
            <a:endParaRPr lang="zh-CN" altLang="en-US">
              <a:solidFill>
                <a:prstClr val="black">
                  <a:tint val="75000"/>
                </a:prstClr>
              </a:solidFill>
            </a:endParaRPr>
          </a:p>
        </p:txBody>
      </p:sp>
      <p:sp>
        <p:nvSpPr>
          <p:cNvPr id="3" name="Footer Placeholder 2"/>
          <p:cNvSpPr>
            <a:spLocks noGrp="1"/>
          </p:cNvSpPr>
          <p:nvPr>
            <p:ph type="ftr" sz="quarter" idx="11"/>
            <p:custDataLst>
              <p:tags r:id="rId2"/>
            </p:custDataLst>
          </p:nvPr>
        </p:nvSpPr>
        <p:spPr>
          <a:xfrm>
            <a:off x="3029030" y="4767271"/>
            <a:ext cx="3086180" cy="273844"/>
          </a:xfrm>
        </p:spPr>
        <p:txBody>
          <a:bodyPr/>
          <a:lstStyle>
            <a:defPPr/>
          </a:lstStyle>
          <a:p>
            <a:endParaRPr lang="zh-CN" altLang="en-US">
              <a:solidFill>
                <a:prstClr val="black">
                  <a:tint val="75000"/>
                </a:prstClr>
              </a:solidFill>
            </a:endParaRPr>
          </a:p>
        </p:txBody>
      </p:sp>
      <p:sp>
        <p:nvSpPr>
          <p:cNvPr id="4" name="Slide Number Placeholder 3"/>
          <p:cNvSpPr>
            <a:spLocks noGrp="1"/>
          </p:cNvSpPr>
          <p:nvPr>
            <p:ph type="sldNum" sz="quarter" idx="12"/>
            <p:custDataLst>
              <p:tags r:id="rId3"/>
            </p:custDataLst>
          </p:nvPr>
        </p:nvSpPr>
        <p:spPr>
          <a:xfrm>
            <a:off x="6458123" y="4767271"/>
            <a:ext cx="2057454" cy="273844"/>
          </a:xfrm>
        </p:spPr>
        <p:txBody>
          <a:bodyPr/>
          <a:lstStyle>
            <a:defPPr/>
          </a:lstStyle>
          <a:p>
            <a:fld id="{63FE5F2F-2341-4894-9DB8-674B4B2A6DE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56185443"/>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栏目三">
    <p:spTree>
      <p:nvGrpSpPr>
        <p:cNvPr id="1" name=""/>
        <p:cNvGrpSpPr/>
        <p:nvPr/>
      </p:nvGrpSpPr>
      <p:grpSpPr>
        <a:xfrm>
          <a:off x="0" y="0"/>
          <a:ext cx="0" cy="0"/>
          <a:chOff x="0" y="0"/>
          <a:chExt cx="0" cy="0"/>
        </a:xfrm>
      </p:grpSpPr>
      <p:grpSp>
        <p:nvGrpSpPr>
          <p:cNvPr id="2" name="组合 1"/>
          <p:cNvGrpSpPr/>
          <p:nvPr userDrawn="1">
            <p:custDataLst>
              <p:tags r:id="rId1"/>
            </p:custDataLst>
          </p:nvPr>
        </p:nvGrpSpPr>
        <p:grpSpPr>
          <a:xfrm>
            <a:off x="7371019" y="-20242"/>
            <a:ext cx="1612956" cy="659638"/>
            <a:chOff x="11613" y="2237065"/>
            <a:chExt cx="1443037" cy="733424"/>
          </a:xfrm>
        </p:grpSpPr>
        <p:pic>
          <p:nvPicPr>
            <p:cNvPr id="3" name="图片 7"/>
            <p:cNvPicPr>
              <a:picLocks noChangeAspect="1" noChangeArrowheads="1"/>
            </p:cNvPicPr>
            <p:nvPr userDrawn="1">
              <p:custDataLst>
                <p:tags r:id="rId2"/>
              </p:custDataLst>
            </p:nvPr>
          </p:nvPicPr>
          <p:blipFill>
            <a:blip r:embed="rId5">
              <a:extLst>
                <a:ext uri="{28A0092B-C50C-407E-A947-70E740481C1C}">
                  <a14:useLocalDpi xmlns:a14="http://schemas.microsoft.com/office/drawing/2010/main" val="0"/>
                </a:ext>
              </a:extLst>
            </a:blip>
            <a:stretch>
              <a:fillRect/>
            </a:stretch>
          </p:blipFill>
          <p:spPr bwMode="auto">
            <a:xfrm>
              <a:off x="11613" y="2237065"/>
              <a:ext cx="1443037" cy="73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9">
              <a:hlinkClick r:id="" action="ppaction://noaction"/>
            </p:cNvPr>
            <p:cNvSpPr txBox="1">
              <a:spLocks noChangeArrowheads="1"/>
            </p:cNvSpPr>
            <p:nvPr userDrawn="1">
              <p:custDataLst>
                <p:tags r:id="rId3"/>
              </p:custDataLst>
            </p:nvPr>
          </p:nvSpPr>
          <p:spPr bwMode="auto">
            <a:xfrm>
              <a:off x="60351" y="2460637"/>
              <a:ext cx="998729" cy="28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lstStyle>
            <a:p>
              <a:r>
                <a:rPr lang="zh-CN" altLang="en-US" sz="1045">
                  <a:solidFill>
                    <a:schemeClr val="bg1"/>
                  </a:solidFill>
                  <a:latin typeface="黑体" panose="02010609060101010101" pitchFamily="49" charset="-122"/>
                  <a:ea typeface="黑体" panose="02010609060101010101" pitchFamily="49" charset="-122"/>
                </a:rPr>
                <a:t>课堂篇探究学习</a:t>
              </a:r>
            </a:p>
          </p:txBody>
        </p:sp>
      </p:grpSp>
    </p:spTree>
    <p:extLst>
      <p:ext uri="{BB962C8B-B14F-4D97-AF65-F5344CB8AC3E}">
        <p14:creationId xmlns:p14="http://schemas.microsoft.com/office/powerpoint/2010/main" val="73164107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rot="5400000">
            <a:off x="7493891" y="1371812"/>
            <a:ext cx="993052" cy="171027"/>
          </a:xfrm>
        </p:spPr>
        <p:txBody>
          <a:bodyPr/>
          <a:lstStyle>
            <a:defPPr/>
          </a:lstStyle>
          <a:p>
            <a:pPr lvl="0" latinLnBrk="0"/>
            <a:fld id="{BB962C8B-B14F-4D97-AF65-F5344CB8AC3E}" type="datetime1">
              <a:rPr lang="en-US"/>
              <a:pPr lvl="0" latinLnBrk="0"/>
              <a:t>11/11/2024</a:t>
            </a:fld>
            <a:endParaRPr lang="en-US"/>
          </a:p>
        </p:txBody>
      </p:sp>
      <p:sp>
        <p:nvSpPr>
          <p:cNvPr id="3" name="页脚占位符 2"/>
          <p:cNvSpPr>
            <a:spLocks noGrp="1"/>
          </p:cNvSpPr>
          <p:nvPr>
            <p:ph type="ftr" sz="quarter" idx="11"/>
            <p:custDataLst>
              <p:tags r:id="rId2"/>
            </p:custDataLst>
          </p:nvPr>
        </p:nvSpPr>
        <p:spPr>
          <a:xfrm rot="5400000">
            <a:off x="6228806" y="2448137"/>
            <a:ext cx="3870356" cy="171027"/>
          </a:xfrm>
        </p:spPr>
        <p:txBody>
          <a:bodyPr/>
          <a:lstStyle>
            <a:defPPr/>
          </a:lstStyle>
          <a:p>
            <a:pPr lvl="0" latinLnBrk="0"/>
            <a:endParaRPr lang="en-US"/>
          </a:p>
        </p:txBody>
      </p:sp>
      <p:sp>
        <p:nvSpPr>
          <p:cNvPr id="4" name="灯片编号占位符 3"/>
          <p:cNvSpPr>
            <a:spLocks noGrp="1"/>
          </p:cNvSpPr>
          <p:nvPr>
            <p:ph type="sldNum" sz="quarter" idx="12"/>
            <p:custDataLst>
              <p:tags r:id="rId3"/>
            </p:custDataLst>
          </p:nvPr>
        </p:nvSpPr>
        <p:spPr>
          <a:xfrm>
            <a:off x="7766052" y="222250"/>
            <a:ext cx="628649" cy="576263"/>
          </a:xfrm>
        </p:spPr>
        <p:txBody>
          <a:bodyPr/>
          <a:lstStyle>
            <a:defPPr/>
          </a:lstStyle>
          <a:p>
            <a:pPr lvl="0" latinLnBrk="0"/>
            <a:fld id="{9A0DB2DC-4C9A-4742-B13C-FB6460FD3503}" type="slidenum">
              <a:rPr lang="en-US"/>
              <a:pPr lvl="0" latinLnBrk="0"/>
              <a:t>‹#›</a:t>
            </a:fld>
            <a:endParaRPr lang="en-US"/>
          </a:p>
        </p:txBody>
      </p:sp>
    </p:spTree>
    <p:extLst>
      <p:ext uri="{BB962C8B-B14F-4D97-AF65-F5344CB8AC3E}">
        <p14:creationId xmlns:p14="http://schemas.microsoft.com/office/powerpoint/2010/main" val="1701190368"/>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自定义版式">
    <p:spTree>
      <p:nvGrpSpPr>
        <p:cNvPr id="1" name=""/>
        <p:cNvGrpSpPr/>
        <p:nvPr/>
      </p:nvGrpSpPr>
      <p:grpSpPr>
        <a:xfrm>
          <a:off x="0" y="0"/>
          <a:ext cx="0" cy="0"/>
          <a:chOff x="0" y="0"/>
          <a:chExt cx="0" cy="0"/>
        </a:xfrm>
      </p:grpSpPr>
      <p:sp>
        <p:nvSpPr>
          <p:cNvPr id="4" name="Picture Placeholder 4"/>
          <p:cNvSpPr>
            <a:spLocks noGrp="1"/>
          </p:cNvSpPr>
          <p:nvPr>
            <p:ph type="pic" sz="quarter" idx="14"/>
            <p:custDataLst>
              <p:tags r:id="rId1"/>
            </p:custDataLst>
          </p:nvPr>
        </p:nvSpPr>
        <p:spPr>
          <a:xfrm flipH="1">
            <a:off x="4994308" y="1247367"/>
            <a:ext cx="2462286" cy="3003133"/>
          </a:xfrm>
          <a:prstGeom prst="rect">
            <a:avLst/>
          </a:prstGeom>
          <a:solidFill>
            <a:schemeClr val="accent5"/>
          </a:solidFill>
        </p:spPr>
        <p:txBody>
          <a:bodyPr/>
          <a:lstStyle>
            <a:defPPr/>
            <a:lvl1pPr>
              <a:defRPr sz="2020">
                <a:latin typeface="三极准柔宋" panose="00000500000000000000" pitchFamily="2" charset="-122"/>
              </a:defRPr>
            </a:lvl1pPr>
          </a:lstStyle>
          <a:p>
            <a:endParaRPr lang="id-ID"/>
          </a:p>
        </p:txBody>
      </p:sp>
    </p:spTree>
    <p:extLst>
      <p:ext uri="{BB962C8B-B14F-4D97-AF65-F5344CB8AC3E}">
        <p14:creationId xmlns:p14="http://schemas.microsoft.com/office/powerpoint/2010/main" val="284460417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4" name="Picture Placeholder 4"/>
          <p:cNvSpPr>
            <a:spLocks noGrp="1"/>
          </p:cNvSpPr>
          <p:nvPr>
            <p:ph type="pic" sz="quarter" idx="14"/>
            <p:custDataLst>
              <p:tags r:id="rId1"/>
            </p:custDataLst>
          </p:nvPr>
        </p:nvSpPr>
        <p:spPr>
          <a:xfrm flipH="1">
            <a:off x="1076823" y="784742"/>
            <a:ext cx="2393171" cy="2114550"/>
          </a:xfrm>
          <a:prstGeom prst="rect">
            <a:avLst/>
          </a:prstGeom>
          <a:solidFill>
            <a:schemeClr val="accent5"/>
          </a:solidFill>
        </p:spPr>
        <p:txBody>
          <a:bodyPr/>
          <a:lstStyle>
            <a:defPPr/>
            <a:lvl1pPr>
              <a:defRPr sz="2020">
                <a:latin typeface="三极准柔宋" panose="00000500000000000000" pitchFamily="2" charset="-122"/>
              </a:defRPr>
            </a:lvl1pPr>
          </a:lstStyle>
          <a:p>
            <a:endParaRPr lang="id-ID"/>
          </a:p>
        </p:txBody>
      </p:sp>
    </p:spTree>
    <p:extLst>
      <p:ext uri="{BB962C8B-B14F-4D97-AF65-F5344CB8AC3E}">
        <p14:creationId xmlns:p14="http://schemas.microsoft.com/office/powerpoint/2010/main" val="32402914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
        <p:nvSpPr>
          <p:cNvPr id="12" name="文本框 11"/>
          <p:cNvSpPr txBox="1"/>
          <p:nvPr userDrawn="1">
            <p:custDataLst>
              <p:tags r:id="rId1"/>
            </p:custDataLst>
          </p:nvPr>
        </p:nvSpPr>
        <p:spPr>
          <a:xfrm>
            <a:off x="866959" y="357206"/>
            <a:ext cx="1403949" cy="462036"/>
          </a:xfrm>
          <a:prstGeom prst="rect">
            <a:avLst/>
          </a:prstGeom>
          <a:noFill/>
        </p:spPr>
        <p:txBody>
          <a:bodyPr wrap="square" rtlCol="0">
            <a:spAutoFit/>
          </a:bodyPr>
          <a:lstStyle>
            <a:defPPr/>
          </a:lstStyle>
          <a:p>
            <a:r>
              <a:rPr lang="zh-CN" altLang="en-US" sz="2395" b="1">
                <a:solidFill>
                  <a:schemeClr val="tx1"/>
                </a:solidFill>
                <a:latin typeface="黑体" panose="02010609060101010101" pitchFamily="49" charset="-122"/>
                <a:ea typeface="黑体" panose="02010609060101010101" pitchFamily="49" charset="-122"/>
              </a:rPr>
              <a:t>新知探究</a:t>
            </a:r>
          </a:p>
        </p:txBody>
      </p:sp>
      <p:sp>
        <p:nvSpPr>
          <p:cNvPr id="7" name="箭头: 五边形 6"/>
          <p:cNvSpPr/>
          <p:nvPr userDrawn="1">
            <p:custDataLst>
              <p:tags r:id="rId2"/>
            </p:custDataLst>
          </p:nvPr>
        </p:nvSpPr>
        <p:spPr>
          <a:xfrm>
            <a:off x="407599" y="452887"/>
            <a:ext cx="329960" cy="304081"/>
          </a:xfrm>
          <a:prstGeom prst="homePlate">
            <a:avLst/>
          </a:prstGeom>
          <a:solidFill>
            <a:srgbClr val="107AA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8" name="箭头: V 形 7"/>
          <p:cNvSpPr/>
          <p:nvPr userDrawn="1">
            <p:custDataLst>
              <p:tags r:id="rId3"/>
            </p:custDataLst>
          </p:nvPr>
        </p:nvSpPr>
        <p:spPr>
          <a:xfrm>
            <a:off x="698740" y="452888"/>
            <a:ext cx="168215" cy="304080"/>
          </a:xfrm>
          <a:prstGeom prst="chevron">
            <a:avLst/>
          </a:prstGeom>
          <a:solidFill>
            <a:srgbClr val="107AA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solidFill>
                <a:schemeClr val="tx1"/>
              </a:solidFill>
            </a:endParaRPr>
          </a:p>
        </p:txBody>
      </p:sp>
      <p:sp>
        <p:nvSpPr>
          <p:cNvPr id="9" name="矩形 8"/>
          <p:cNvSpPr/>
          <p:nvPr userDrawn="1">
            <p:custDataLst>
              <p:tags r:id="rId4"/>
            </p:custDataLst>
          </p:nvPr>
        </p:nvSpPr>
        <p:spPr>
          <a:xfrm>
            <a:off x="0" y="0"/>
            <a:ext cx="9144000" cy="355410"/>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10" name="矩形 9"/>
          <p:cNvSpPr/>
          <p:nvPr userDrawn="1">
            <p:custDataLst>
              <p:tags r:id="rId5"/>
            </p:custDataLst>
          </p:nvPr>
        </p:nvSpPr>
        <p:spPr>
          <a:xfrm>
            <a:off x="0" y="4997451"/>
            <a:ext cx="9144000" cy="14595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11" name="矩形 10"/>
          <p:cNvSpPr/>
          <p:nvPr userDrawn="1">
            <p:custDataLst>
              <p:tags r:id="rId6"/>
            </p:custDataLst>
          </p:nvPr>
        </p:nvSpPr>
        <p:spPr>
          <a:xfrm>
            <a:off x="1" y="291140"/>
            <a:ext cx="146050" cy="4725718"/>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13" name="矩形 12"/>
          <p:cNvSpPr/>
          <p:nvPr userDrawn="1">
            <p:custDataLst>
              <p:tags r:id="rId7"/>
            </p:custDataLst>
          </p:nvPr>
        </p:nvSpPr>
        <p:spPr>
          <a:xfrm>
            <a:off x="8997952" y="317018"/>
            <a:ext cx="146049" cy="4706310"/>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Tree>
    <p:extLst>
      <p:ext uri="{BB962C8B-B14F-4D97-AF65-F5344CB8AC3E}">
        <p14:creationId xmlns:p14="http://schemas.microsoft.com/office/powerpoint/2010/main" val="348923678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比较">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9144000" cy="355410"/>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8" name="矩形 7"/>
          <p:cNvSpPr/>
          <p:nvPr userDrawn="1">
            <p:custDataLst>
              <p:tags r:id="rId2"/>
            </p:custDataLst>
          </p:nvPr>
        </p:nvSpPr>
        <p:spPr>
          <a:xfrm>
            <a:off x="0" y="4997451"/>
            <a:ext cx="9144000" cy="14595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9" name="矩形 8"/>
          <p:cNvSpPr/>
          <p:nvPr userDrawn="1">
            <p:custDataLst>
              <p:tags r:id="rId3"/>
            </p:custDataLst>
          </p:nvPr>
        </p:nvSpPr>
        <p:spPr>
          <a:xfrm>
            <a:off x="1" y="342897"/>
            <a:ext cx="146050" cy="4699839"/>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
        <p:nvSpPr>
          <p:cNvPr id="10" name="矩形 9"/>
          <p:cNvSpPr/>
          <p:nvPr userDrawn="1">
            <p:custDataLst>
              <p:tags r:id="rId4"/>
            </p:custDataLst>
          </p:nvPr>
        </p:nvSpPr>
        <p:spPr>
          <a:xfrm>
            <a:off x="8997950" y="329958"/>
            <a:ext cx="146050" cy="4699839"/>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0"/>
          </a:p>
        </p:txBody>
      </p:sp>
    </p:spTree>
    <p:extLst>
      <p:ext uri="{BB962C8B-B14F-4D97-AF65-F5344CB8AC3E}">
        <p14:creationId xmlns:p14="http://schemas.microsoft.com/office/powerpoint/2010/main" val="426402340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7827646" y="4310063"/>
            <a:ext cx="1323975" cy="840581"/>
            <a:chOff x="754199" y="2594060"/>
            <a:chExt cx="5595801" cy="3552740"/>
          </a:xfrm>
        </p:grpSpPr>
        <p:sp>
          <p:nvSpPr>
            <p:cNvPr id="15" name="任意多边形 200"/>
            <p:cNvSpPr/>
            <p:nvPr>
              <p:custDataLst>
                <p:tags r:id="rId7"/>
              </p:custDataLst>
            </p:nvPr>
          </p:nvSpPr>
          <p:spPr bwMode="auto">
            <a:xfrm>
              <a:off x="754199" y="4513913"/>
              <a:ext cx="2581118" cy="1626650"/>
            </a:xfrm>
            <a:custGeom>
              <a:avLst/>
              <a:gdLst>
                <a:gd name="T0" fmla="*/ 1 w 796"/>
                <a:gd name="T1" fmla="*/ 502 h 502"/>
                <a:gd name="T2" fmla="*/ 0 w 796"/>
                <a:gd name="T3" fmla="*/ 471 h 502"/>
                <a:gd name="T4" fmla="*/ 91 w 796"/>
                <a:gd name="T5" fmla="*/ 404 h 502"/>
                <a:gd name="T6" fmla="*/ 128 w 796"/>
                <a:gd name="T7" fmla="*/ 416 h 502"/>
                <a:gd name="T8" fmla="*/ 206 w 796"/>
                <a:gd name="T9" fmla="*/ 391 h 502"/>
                <a:gd name="T10" fmla="*/ 291 w 796"/>
                <a:gd name="T11" fmla="*/ 276 h 502"/>
                <a:gd name="T12" fmla="*/ 399 w 796"/>
                <a:gd name="T13" fmla="*/ 272 h 502"/>
                <a:gd name="T14" fmla="*/ 458 w 796"/>
                <a:gd name="T15" fmla="*/ 340 h 502"/>
                <a:gd name="T16" fmla="*/ 577 w 796"/>
                <a:gd name="T17" fmla="*/ 318 h 502"/>
                <a:gd name="T18" fmla="*/ 661 w 796"/>
                <a:gd name="T19" fmla="*/ 74 h 502"/>
                <a:gd name="T20" fmla="*/ 796 w 796"/>
                <a:gd name="T21" fmla="*/ 97 h 502"/>
                <a:gd name="T22" fmla="*/ 796 w 796"/>
                <a:gd name="T23" fmla="*/ 498 h 502"/>
                <a:gd name="T24" fmla="*/ 1 w 796"/>
                <a:gd name="T2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6" h="502">
                  <a:moveTo>
                    <a:pt x="1" y="502"/>
                  </a:moveTo>
                  <a:cubicBezTo>
                    <a:pt x="0" y="471"/>
                    <a:pt x="0" y="471"/>
                    <a:pt x="0" y="471"/>
                  </a:cubicBezTo>
                  <a:cubicBezTo>
                    <a:pt x="0" y="423"/>
                    <a:pt x="46" y="389"/>
                    <a:pt x="91" y="404"/>
                  </a:cubicBezTo>
                  <a:cubicBezTo>
                    <a:pt x="128" y="416"/>
                    <a:pt x="128" y="416"/>
                    <a:pt x="128" y="416"/>
                  </a:cubicBezTo>
                  <a:cubicBezTo>
                    <a:pt x="157" y="425"/>
                    <a:pt x="188" y="415"/>
                    <a:pt x="206" y="391"/>
                  </a:cubicBezTo>
                  <a:cubicBezTo>
                    <a:pt x="291" y="276"/>
                    <a:pt x="291" y="276"/>
                    <a:pt x="291" y="276"/>
                  </a:cubicBezTo>
                  <a:cubicBezTo>
                    <a:pt x="317" y="240"/>
                    <a:pt x="370" y="238"/>
                    <a:pt x="399" y="272"/>
                  </a:cubicBezTo>
                  <a:cubicBezTo>
                    <a:pt x="458" y="340"/>
                    <a:pt x="458" y="340"/>
                    <a:pt x="458" y="340"/>
                  </a:cubicBezTo>
                  <a:cubicBezTo>
                    <a:pt x="493" y="381"/>
                    <a:pt x="559" y="368"/>
                    <a:pt x="577" y="318"/>
                  </a:cubicBezTo>
                  <a:cubicBezTo>
                    <a:pt x="661" y="74"/>
                    <a:pt x="661" y="74"/>
                    <a:pt x="661" y="74"/>
                  </a:cubicBezTo>
                  <a:cubicBezTo>
                    <a:pt x="687" y="0"/>
                    <a:pt x="796" y="19"/>
                    <a:pt x="796" y="97"/>
                  </a:cubicBezTo>
                  <a:cubicBezTo>
                    <a:pt x="796" y="498"/>
                    <a:pt x="796" y="498"/>
                    <a:pt x="796" y="498"/>
                  </a:cubicBezTo>
                  <a:lnTo>
                    <a:pt x="1" y="502"/>
                  </a:lnTo>
                  <a:close/>
                </a:path>
              </a:pathLst>
            </a:custGeom>
            <a:solidFill>
              <a:schemeClr val="accent2"/>
            </a:solidFill>
            <a:ln>
              <a:noFill/>
            </a:ln>
          </p:spPr>
          <p:txBody>
            <a:bodyPr wrap="square" lIns="68410" tIns="34205" rIns="68410" bIns="34205" anchor="ctr">
              <a:normAutofit/>
            </a:bodyPr>
            <a:lstStyle>
              <a:defPPr/>
            </a:lstStyle>
            <a:p>
              <a:pPr algn="ctr"/>
              <a:endParaRPr sz="1345">
                <a:latin typeface="Arial" panose="020B0604020202020204" pitchFamily="34" charset="0"/>
              </a:endParaRPr>
            </a:p>
          </p:txBody>
        </p:sp>
        <p:sp>
          <p:nvSpPr>
            <p:cNvPr id="16" name="任意多边形 201"/>
            <p:cNvSpPr/>
            <p:nvPr>
              <p:custDataLst>
                <p:tags r:id="rId8"/>
              </p:custDataLst>
            </p:nvPr>
          </p:nvSpPr>
          <p:spPr bwMode="auto">
            <a:xfrm>
              <a:off x="835297" y="2594060"/>
              <a:ext cx="5165354" cy="3549621"/>
            </a:xfrm>
            <a:custGeom>
              <a:avLst/>
              <a:gdLst>
                <a:gd name="T0" fmla="*/ 1592 w 1593"/>
                <a:gd name="T1" fmla="*/ 1095 h 1096"/>
                <a:gd name="T2" fmla="*/ 1593 w 1593"/>
                <a:gd name="T3" fmla="*/ 1095 h 1096"/>
                <a:gd name="T4" fmla="*/ 1591 w 1593"/>
                <a:gd name="T5" fmla="*/ 1094 h 1096"/>
                <a:gd name="T6" fmla="*/ 1279 w 1593"/>
                <a:gd name="T7" fmla="*/ 188 h 1096"/>
                <a:gd name="T8" fmla="*/ 1064 w 1593"/>
                <a:gd name="T9" fmla="*/ 0 h 1096"/>
                <a:gd name="T10" fmla="*/ 1066 w 1593"/>
                <a:gd name="T11" fmla="*/ 1 h 1096"/>
                <a:gd name="T12" fmla="*/ 849 w 1593"/>
                <a:gd name="T13" fmla="*/ 196 h 1096"/>
                <a:gd name="T14" fmla="*/ 652 w 1593"/>
                <a:gd name="T15" fmla="*/ 829 h 1096"/>
                <a:gd name="T16" fmla="*/ 605 w 1593"/>
                <a:gd name="T17" fmla="*/ 974 h 1096"/>
                <a:gd name="T18" fmla="*/ 541 w 1593"/>
                <a:gd name="T19" fmla="*/ 1001 h 1096"/>
                <a:gd name="T20" fmla="*/ 513 w 1593"/>
                <a:gd name="T21" fmla="*/ 987 h 1096"/>
                <a:gd name="T22" fmla="*/ 460 w 1593"/>
                <a:gd name="T23" fmla="*/ 995 h 1096"/>
                <a:gd name="T24" fmla="*/ 428 w 1593"/>
                <a:gd name="T25" fmla="*/ 1027 h 1096"/>
                <a:gd name="T26" fmla="*/ 358 w 1593"/>
                <a:gd name="T27" fmla="*/ 1021 h 1096"/>
                <a:gd name="T28" fmla="*/ 328 w 1593"/>
                <a:gd name="T29" fmla="*/ 977 h 1096"/>
                <a:gd name="T30" fmla="*/ 255 w 1593"/>
                <a:gd name="T31" fmla="*/ 973 h 1096"/>
                <a:gd name="T32" fmla="*/ 193 w 1593"/>
                <a:gd name="T33" fmla="*/ 1048 h 1096"/>
                <a:gd name="T34" fmla="*/ 147 w 1593"/>
                <a:gd name="T35" fmla="*/ 1063 h 1096"/>
                <a:gd name="T36" fmla="*/ 99 w 1593"/>
                <a:gd name="T37" fmla="*/ 1050 h 1096"/>
                <a:gd name="T38" fmla="*/ 64 w 1593"/>
                <a:gd name="T39" fmla="*/ 1056 h 1096"/>
                <a:gd name="T40" fmla="*/ 0 w 1593"/>
                <a:gd name="T41" fmla="*/ 1095 h 1096"/>
                <a:gd name="T42" fmla="*/ 1581 w 1593"/>
                <a:gd name="T43" fmla="*/ 1095 h 1096"/>
                <a:gd name="T44" fmla="*/ 1592 w 1593"/>
                <a:gd name="T45" fmla="*/ 1096 h 1096"/>
                <a:gd name="T46" fmla="*/ 1592 w 1593"/>
                <a:gd name="T47" fmla="*/ 1095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2" h="1096">
                  <a:moveTo>
                    <a:pt x="1592" y="1095"/>
                  </a:moveTo>
                  <a:cubicBezTo>
                    <a:pt x="1593" y="1095"/>
                    <a:pt x="1593" y="1095"/>
                    <a:pt x="1593" y="1095"/>
                  </a:cubicBezTo>
                  <a:cubicBezTo>
                    <a:pt x="1591" y="1094"/>
                    <a:pt x="1591" y="1094"/>
                    <a:pt x="1591" y="1094"/>
                  </a:cubicBezTo>
                  <a:cubicBezTo>
                    <a:pt x="1279" y="188"/>
                    <a:pt x="1279" y="188"/>
                    <a:pt x="1279" y="188"/>
                  </a:cubicBezTo>
                  <a:cubicBezTo>
                    <a:pt x="1247" y="97"/>
                    <a:pt x="1176" y="0"/>
                    <a:pt x="1064" y="0"/>
                  </a:cubicBezTo>
                  <a:cubicBezTo>
                    <a:pt x="1066" y="1"/>
                    <a:pt x="1066" y="1"/>
                    <a:pt x="1066" y="1"/>
                  </a:cubicBezTo>
                  <a:cubicBezTo>
                    <a:pt x="966" y="1"/>
                    <a:pt x="879" y="101"/>
                    <a:pt x="849" y="196"/>
                  </a:cubicBezTo>
                  <a:cubicBezTo>
                    <a:pt x="652" y="829"/>
                    <a:pt x="652" y="829"/>
                    <a:pt x="652" y="829"/>
                  </a:cubicBezTo>
                  <a:cubicBezTo>
                    <a:pt x="605" y="974"/>
                    <a:pt x="605" y="974"/>
                    <a:pt x="605" y="974"/>
                  </a:cubicBezTo>
                  <a:cubicBezTo>
                    <a:pt x="596" y="1000"/>
                    <a:pt x="566" y="1013"/>
                    <a:pt x="541" y="1001"/>
                  </a:cubicBezTo>
                  <a:cubicBezTo>
                    <a:pt x="513" y="987"/>
                    <a:pt x="513" y="987"/>
                    <a:pt x="513" y="987"/>
                  </a:cubicBezTo>
                  <a:cubicBezTo>
                    <a:pt x="495" y="978"/>
                    <a:pt x="474" y="981"/>
                    <a:pt x="460" y="995"/>
                  </a:cubicBezTo>
                  <a:cubicBezTo>
                    <a:pt x="428" y="1027"/>
                    <a:pt x="428" y="1027"/>
                    <a:pt x="428" y="1027"/>
                  </a:cubicBezTo>
                  <a:cubicBezTo>
                    <a:pt x="408" y="1048"/>
                    <a:pt x="374" y="1044"/>
                    <a:pt x="358" y="1021"/>
                  </a:cubicBezTo>
                  <a:cubicBezTo>
                    <a:pt x="328" y="977"/>
                    <a:pt x="328" y="977"/>
                    <a:pt x="328" y="977"/>
                  </a:cubicBezTo>
                  <a:cubicBezTo>
                    <a:pt x="311" y="952"/>
                    <a:pt x="275" y="950"/>
                    <a:pt x="255" y="973"/>
                  </a:cubicBezTo>
                  <a:cubicBezTo>
                    <a:pt x="193" y="1048"/>
                    <a:pt x="193" y="1048"/>
                    <a:pt x="193" y="1048"/>
                  </a:cubicBezTo>
                  <a:cubicBezTo>
                    <a:pt x="182" y="1061"/>
                    <a:pt x="164" y="1067"/>
                    <a:pt x="147" y="1063"/>
                  </a:cubicBezTo>
                  <a:cubicBezTo>
                    <a:pt x="99" y="1050"/>
                    <a:pt x="99" y="1050"/>
                    <a:pt x="99" y="1050"/>
                  </a:cubicBezTo>
                  <a:cubicBezTo>
                    <a:pt x="87" y="1047"/>
                    <a:pt x="74" y="1049"/>
                    <a:pt x="64" y="1056"/>
                  </a:cubicBezTo>
                  <a:cubicBezTo>
                    <a:pt x="0" y="1095"/>
                    <a:pt x="0" y="1095"/>
                    <a:pt x="0" y="1095"/>
                  </a:cubicBezTo>
                  <a:cubicBezTo>
                    <a:pt x="1581" y="1095"/>
                    <a:pt x="1581" y="1095"/>
                    <a:pt x="1581" y="1095"/>
                  </a:cubicBezTo>
                  <a:cubicBezTo>
                    <a:pt x="1592" y="1096"/>
                    <a:pt x="1592" y="1096"/>
                    <a:pt x="1592" y="1096"/>
                  </a:cubicBezTo>
                  <a:lnTo>
                    <a:pt x="1592" y="1095"/>
                  </a:lnTo>
                  <a:close/>
                </a:path>
              </a:pathLst>
            </a:custGeom>
            <a:gradFill>
              <a:gsLst>
                <a:gs pos="0">
                  <a:schemeClr val="accent3"/>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410" tIns="34205" rIns="68410" bIns="34205" numCol="1" spcCol="0" rtlCol="0" fromWordArt="0" anchor="ctr" anchorCtr="0" forceAA="0" compatLnSpc="1">
              <a:noAutofit/>
            </a:bodyPr>
            <a:lstStyle>
              <a:defPPr/>
            </a:lstStyle>
            <a:p>
              <a:pPr algn="ctr"/>
              <a:endParaRPr sz="1345">
                <a:solidFill>
                  <a:schemeClr val="lt1"/>
                </a:solidFill>
                <a:latin typeface="Arial" panose="020B0604020202020204" pitchFamily="34" charset="0"/>
              </a:endParaRPr>
            </a:p>
          </p:txBody>
        </p:sp>
        <p:sp>
          <p:nvSpPr>
            <p:cNvPr id="17" name="任意多边形 202"/>
            <p:cNvSpPr/>
            <p:nvPr>
              <p:custDataLst>
                <p:tags r:id="rId9"/>
              </p:custDataLst>
            </p:nvPr>
          </p:nvSpPr>
          <p:spPr bwMode="auto">
            <a:xfrm>
              <a:off x="3438249" y="4290891"/>
              <a:ext cx="2911751" cy="1855909"/>
            </a:xfrm>
            <a:custGeom>
              <a:avLst/>
              <a:gdLst>
                <a:gd name="T0" fmla="*/ 626 w 898"/>
                <a:gd name="T1" fmla="*/ 128 h 573"/>
                <a:gd name="T2" fmla="*/ 577 w 898"/>
                <a:gd name="T3" fmla="*/ 388 h 573"/>
                <a:gd name="T4" fmla="*/ 459 w 898"/>
                <a:gd name="T5" fmla="*/ 410 h 573"/>
                <a:gd name="T6" fmla="*/ 400 w 898"/>
                <a:gd name="T7" fmla="*/ 341 h 573"/>
                <a:gd name="T8" fmla="*/ 292 w 898"/>
                <a:gd name="T9" fmla="*/ 345 h 573"/>
                <a:gd name="T10" fmla="*/ 206 w 898"/>
                <a:gd name="T11" fmla="*/ 461 h 573"/>
                <a:gd name="T12" fmla="*/ 129 w 898"/>
                <a:gd name="T13" fmla="*/ 486 h 573"/>
                <a:gd name="T14" fmla="*/ 92 w 898"/>
                <a:gd name="T15" fmla="*/ 474 h 573"/>
                <a:gd name="T16" fmla="*/ 1 w 898"/>
                <a:gd name="T17" fmla="*/ 541 h 573"/>
                <a:gd name="T18" fmla="*/ 1 w 898"/>
                <a:gd name="T19" fmla="*/ 568 h 573"/>
                <a:gd name="T20" fmla="*/ 898 w 898"/>
                <a:gd name="T21" fmla="*/ 573 h 573"/>
                <a:gd name="T22" fmla="*/ 765 w 898"/>
                <a:gd name="T23" fmla="*/ 124 h 573"/>
                <a:gd name="T24" fmla="*/ 626 w 898"/>
                <a:gd name="T25" fmla="*/ 128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8" h="573">
                  <a:moveTo>
                    <a:pt x="626" y="128"/>
                  </a:moveTo>
                  <a:cubicBezTo>
                    <a:pt x="577" y="388"/>
                    <a:pt x="577" y="388"/>
                    <a:pt x="577" y="388"/>
                  </a:cubicBezTo>
                  <a:cubicBezTo>
                    <a:pt x="560" y="438"/>
                    <a:pt x="494" y="451"/>
                    <a:pt x="459" y="410"/>
                  </a:cubicBezTo>
                  <a:cubicBezTo>
                    <a:pt x="400" y="341"/>
                    <a:pt x="400" y="341"/>
                    <a:pt x="400" y="341"/>
                  </a:cubicBezTo>
                  <a:cubicBezTo>
                    <a:pt x="371" y="307"/>
                    <a:pt x="318" y="310"/>
                    <a:pt x="292" y="345"/>
                  </a:cubicBezTo>
                  <a:cubicBezTo>
                    <a:pt x="206" y="461"/>
                    <a:pt x="206" y="461"/>
                    <a:pt x="206" y="461"/>
                  </a:cubicBezTo>
                  <a:cubicBezTo>
                    <a:pt x="189" y="485"/>
                    <a:pt x="157" y="495"/>
                    <a:pt x="129" y="486"/>
                  </a:cubicBezTo>
                  <a:cubicBezTo>
                    <a:pt x="92" y="474"/>
                    <a:pt x="92" y="474"/>
                    <a:pt x="92" y="474"/>
                  </a:cubicBezTo>
                  <a:cubicBezTo>
                    <a:pt x="47" y="459"/>
                    <a:pt x="0" y="493"/>
                    <a:pt x="1" y="541"/>
                  </a:cubicBezTo>
                  <a:cubicBezTo>
                    <a:pt x="1" y="568"/>
                    <a:pt x="1" y="568"/>
                    <a:pt x="1" y="568"/>
                  </a:cubicBezTo>
                  <a:cubicBezTo>
                    <a:pt x="898" y="573"/>
                    <a:pt x="898" y="573"/>
                    <a:pt x="898" y="573"/>
                  </a:cubicBezTo>
                  <a:cubicBezTo>
                    <a:pt x="765" y="124"/>
                    <a:pt x="765" y="124"/>
                    <a:pt x="765" y="124"/>
                  </a:cubicBezTo>
                  <a:cubicBezTo>
                    <a:pt x="733" y="0"/>
                    <a:pt x="625" y="56"/>
                    <a:pt x="626" y="128"/>
                  </a:cubicBezTo>
                  <a:close/>
                </a:path>
              </a:pathLst>
            </a:custGeom>
            <a:solidFill>
              <a:schemeClr val="accent2"/>
            </a:solidFill>
            <a:ln>
              <a:noFill/>
            </a:ln>
          </p:spPr>
          <p:txBody>
            <a:bodyPr wrap="square" lIns="68410" tIns="34205" rIns="68410" bIns="34205" anchor="ctr">
              <a:normAutofit/>
            </a:bodyPr>
            <a:lstStyle>
              <a:defPPr/>
            </a:lstStyle>
            <a:p>
              <a:pPr algn="ctr"/>
              <a:endParaRPr sz="1345">
                <a:latin typeface="Arial" panose="020B0604020202020204" pitchFamily="34" charset="0"/>
              </a:endParaRPr>
            </a:p>
          </p:txBody>
        </p:sp>
      </p:grpSp>
      <p:sp>
        <p:nvSpPr>
          <p:cNvPr id="14" name="任意多边形 193"/>
          <p:cNvSpPr/>
          <p:nvPr>
            <p:custDataLst>
              <p:tags r:id="rId2"/>
            </p:custDataLst>
          </p:nvPr>
        </p:nvSpPr>
        <p:spPr bwMode="auto">
          <a:xfrm>
            <a:off x="97156" y="122874"/>
            <a:ext cx="405289" cy="209550"/>
          </a:xfrm>
          <a:custGeom>
            <a:avLst/>
            <a:gdLst>
              <a:gd name="T0" fmla="*/ 0 w 262"/>
              <a:gd name="T1" fmla="*/ 94 h 135"/>
              <a:gd name="T2" fmla="*/ 41 w 262"/>
              <a:gd name="T3" fmla="*/ 52 h 135"/>
              <a:gd name="T4" fmla="*/ 56 w 262"/>
              <a:gd name="T5" fmla="*/ 55 h 135"/>
              <a:gd name="T6" fmla="*/ 87 w 262"/>
              <a:gd name="T7" fmla="*/ 27 h 135"/>
              <a:gd name="T8" fmla="*/ 109 w 262"/>
              <a:gd name="T9" fmla="*/ 36 h 135"/>
              <a:gd name="T10" fmla="*/ 153 w 262"/>
              <a:gd name="T11" fmla="*/ 0 h 135"/>
              <a:gd name="T12" fmla="*/ 198 w 262"/>
              <a:gd name="T13" fmla="*/ 46 h 135"/>
              <a:gd name="T14" fmla="*/ 198 w 262"/>
              <a:gd name="T15" fmla="*/ 49 h 135"/>
              <a:gd name="T16" fmla="*/ 216 w 262"/>
              <a:gd name="T17" fmla="*/ 45 h 135"/>
              <a:gd name="T18" fmla="*/ 262 w 262"/>
              <a:gd name="T19" fmla="*/ 90 h 135"/>
              <a:gd name="T20" fmla="*/ 223 w 262"/>
              <a:gd name="T21" fmla="*/ 135 h 135"/>
              <a:gd name="T22" fmla="*/ 223 w 262"/>
              <a:gd name="T23" fmla="*/ 135 h 135"/>
              <a:gd name="T24" fmla="*/ 34 w 262"/>
              <a:gd name="T25" fmla="*/ 135 h 135"/>
              <a:gd name="T26" fmla="*/ 34 w 262"/>
              <a:gd name="T27" fmla="*/ 135 h 135"/>
              <a:gd name="T28" fmla="*/ 0 w 262"/>
              <a:gd name="T29" fmla="*/ 9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2" h="135">
                <a:moveTo>
                  <a:pt x="0" y="94"/>
                </a:moveTo>
                <a:cubicBezTo>
                  <a:pt x="0" y="71"/>
                  <a:pt x="18" y="52"/>
                  <a:pt x="41" y="52"/>
                </a:cubicBezTo>
                <a:cubicBezTo>
                  <a:pt x="46" y="52"/>
                  <a:pt x="51" y="53"/>
                  <a:pt x="56" y="55"/>
                </a:cubicBezTo>
                <a:cubicBezTo>
                  <a:pt x="58" y="39"/>
                  <a:pt x="71" y="27"/>
                  <a:pt x="87" y="27"/>
                </a:cubicBezTo>
                <a:cubicBezTo>
                  <a:pt x="95" y="27"/>
                  <a:pt x="103" y="30"/>
                  <a:pt x="109" y="36"/>
                </a:cubicBezTo>
                <a:cubicBezTo>
                  <a:pt x="113" y="15"/>
                  <a:pt x="131" y="0"/>
                  <a:pt x="153" y="0"/>
                </a:cubicBezTo>
                <a:cubicBezTo>
                  <a:pt x="178" y="0"/>
                  <a:pt x="198" y="21"/>
                  <a:pt x="198" y="46"/>
                </a:cubicBezTo>
                <a:cubicBezTo>
                  <a:pt x="198" y="47"/>
                  <a:pt x="198" y="48"/>
                  <a:pt x="198" y="49"/>
                </a:cubicBezTo>
                <a:cubicBezTo>
                  <a:pt x="203" y="46"/>
                  <a:pt x="210" y="45"/>
                  <a:pt x="216" y="45"/>
                </a:cubicBezTo>
                <a:cubicBezTo>
                  <a:pt x="241" y="45"/>
                  <a:pt x="262" y="65"/>
                  <a:pt x="262" y="90"/>
                </a:cubicBezTo>
                <a:cubicBezTo>
                  <a:pt x="262" y="113"/>
                  <a:pt x="245" y="131"/>
                  <a:pt x="223" y="135"/>
                </a:cubicBezTo>
                <a:cubicBezTo>
                  <a:pt x="223" y="135"/>
                  <a:pt x="223" y="135"/>
                  <a:pt x="223" y="135"/>
                </a:cubicBezTo>
                <a:cubicBezTo>
                  <a:pt x="34" y="135"/>
                  <a:pt x="34" y="135"/>
                  <a:pt x="34" y="135"/>
                </a:cubicBezTo>
                <a:cubicBezTo>
                  <a:pt x="34" y="135"/>
                  <a:pt x="34" y="135"/>
                  <a:pt x="34" y="135"/>
                </a:cubicBezTo>
                <a:cubicBezTo>
                  <a:pt x="15" y="131"/>
                  <a:pt x="0" y="114"/>
                  <a:pt x="0" y="94"/>
                </a:cubicBezTo>
                <a:close/>
              </a:path>
            </a:pathLst>
          </a:custGeom>
          <a:gradFill>
            <a:gsLst>
              <a:gs pos="0">
                <a:schemeClr val="accent3"/>
              </a:gs>
              <a:gs pos="100000">
                <a:schemeClr val="accent1"/>
              </a:gs>
            </a:gsLst>
            <a:lin ang="2700000" scaled="0"/>
          </a:gradFill>
          <a:ln>
            <a:noFill/>
          </a:ln>
        </p:spPr>
        <p:txBody>
          <a:bodyPr wrap="square" lIns="68410" tIns="34205" rIns="68410" bIns="34205" anchor="ctr">
            <a:normAutofit fontScale="85000" lnSpcReduction="20000"/>
          </a:bodyPr>
          <a:lstStyle>
            <a:defPPr/>
          </a:lstStyle>
          <a:p>
            <a:pPr algn="ctr"/>
            <a:endParaRPr sz="1345">
              <a:latin typeface="Arial" panose="020B0604020202020204" pitchFamily="34" charset="0"/>
            </a:endParaRPr>
          </a:p>
        </p:txBody>
      </p:sp>
      <p:sp>
        <p:nvSpPr>
          <p:cNvPr id="2" name="标题 1"/>
          <p:cNvSpPr>
            <a:spLocks noGrp="1"/>
          </p:cNvSpPr>
          <p:nvPr>
            <p:ph type="title"/>
            <p:custDataLst>
              <p:tags r:id="rId3"/>
            </p:custDataLst>
          </p:nvPr>
        </p:nvSpPr>
        <p:spPr/>
        <p:txBody>
          <a:bodyPr>
            <a:normAutofit/>
          </a:bodyPr>
          <a:lstStyle>
            <a:lvl1pPr>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4"/>
            </p:custDataLst>
          </p:nvPr>
        </p:nvSpPr>
        <p:spPr>
          <a:xfrm>
            <a:off x="659807" y="4762375"/>
            <a:ext cx="2025000" cy="237600"/>
          </a:xfrm>
        </p:spPr>
        <p:txBody>
          <a:bodyPr/>
          <a:lstStyle>
            <a:defPPr/>
          </a:lstStyle>
          <a:p>
            <a:fld id="{760FBDFE-C587-4B4C-A407-44438C67B59E}" type="datetimeFigureOut">
              <a:rPr lang="zh-CN" altLang="en-US" smtClean="0"/>
              <a:pPr/>
              <a:t>2024/11/11</a:t>
            </a:fld>
            <a:endParaRPr lang="zh-CN" altLang="en-US"/>
          </a:p>
        </p:txBody>
      </p:sp>
      <p:sp>
        <p:nvSpPr>
          <p:cNvPr id="4" name="页脚占位符 3"/>
          <p:cNvSpPr>
            <a:spLocks noGrp="1"/>
          </p:cNvSpPr>
          <p:nvPr>
            <p:ph type="ftr" sz="quarter" idx="11"/>
            <p:custDataLst>
              <p:tags r:id="rId5"/>
            </p:custDataLst>
          </p:nvPr>
        </p:nvSpPr>
        <p:spPr>
          <a:xfrm>
            <a:off x="3087000" y="4762375"/>
            <a:ext cx="2970000" cy="237600"/>
          </a:xfrm>
        </p:spPr>
        <p:txBody>
          <a:bodyPr/>
          <a:lstStyle>
            <a:defPPr/>
          </a:lstStyle>
          <a:p>
            <a:endParaRPr lang="zh-CN" altLang="en-US"/>
          </a:p>
        </p:txBody>
      </p:sp>
      <p:sp>
        <p:nvSpPr>
          <p:cNvPr id="5" name="灯片编号占位符 4"/>
          <p:cNvSpPr>
            <a:spLocks noGrp="1"/>
          </p:cNvSpPr>
          <p:nvPr>
            <p:ph type="sldNum" sz="quarter" idx="12"/>
            <p:custDataLst>
              <p:tags r:id="rId6"/>
            </p:custDataLst>
          </p:nvPr>
        </p:nvSpPr>
        <p:spPr>
          <a:xfrm>
            <a:off x="6457950" y="4762375"/>
            <a:ext cx="2025000" cy="237600"/>
          </a:xfrm>
        </p:spPr>
        <p:txBody>
          <a:bodyPr/>
          <a:lstStyle>
            <a:def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872724104"/>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正文】一部分">
    <p:bg>
      <p:bgPr>
        <a:solidFill>
          <a:srgbClr val="FFFFF5"/>
        </a:solidFill>
        <a:effectLst/>
      </p:bgPr>
    </p:bg>
    <p:spTree>
      <p:nvGrpSpPr>
        <p:cNvPr id="1" name=""/>
        <p:cNvGrpSpPr/>
        <p:nvPr/>
      </p:nvGrpSpPr>
      <p:grpSpPr>
        <a:xfrm>
          <a:off x="0" y="0"/>
          <a:ext cx="0" cy="0"/>
          <a:chOff x="0" y="0"/>
          <a:chExt cx="0" cy="0"/>
        </a:xfrm>
      </p:grpSpPr>
      <p:cxnSp>
        <p:nvCxnSpPr>
          <p:cNvPr id="41" name="直接箭头连接符 79"/>
          <p:cNvCxnSpPr/>
          <p:nvPr userDrawn="1">
            <p:custDataLst>
              <p:tags r:id="rId1"/>
            </p:custDataLst>
          </p:nvPr>
        </p:nvCxnSpPr>
        <p:spPr bwMode="auto">
          <a:xfrm>
            <a:off x="3760795" y="306740"/>
            <a:ext cx="5183445" cy="1780"/>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2"/>
            </p:custDataLst>
          </p:nvPr>
        </p:nvCxnSpPr>
        <p:spPr>
          <a:xfrm>
            <a:off x="263156" y="4937232"/>
            <a:ext cx="56620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8222860" y="0"/>
            <a:ext cx="721379" cy="308519"/>
          </a:xfrm>
          <a:prstGeom prst="rect">
            <a:avLst/>
          </a:prstGeom>
        </p:spPr>
      </p:pic>
    </p:spTree>
    <p:extLst>
      <p:ext uri="{BB962C8B-B14F-4D97-AF65-F5344CB8AC3E}">
        <p14:creationId xmlns:p14="http://schemas.microsoft.com/office/powerpoint/2010/main" val="3249318918"/>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653929"/>
      </p:ext>
    </p:extLst>
  </p:cSld>
  <p:clrMapOvr>
    <a:masterClrMapping/>
  </p:clrMapOvr>
  <mc:AlternateContent xmlns:mc="http://schemas.openxmlformats.org/markup-compatibility/2006" xmlns:p14="http://schemas.microsoft.com/office/powerpoint/2010/main">
    <mc:Choice Requires="p14">
      <p:transition spd="slow" p14:dur="16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defPPr/>
          </a:lstStyle>
          <a:p>
            <a:r>
              <a:rPr lang="zh-CN" altLang="en-US" noProof="1"/>
              <a:t>单击此处编辑母版标题样式</a:t>
            </a:r>
          </a:p>
        </p:txBody>
      </p:sp>
      <p:sp>
        <p:nvSpPr>
          <p:cNvPr id="3" name="文本占位符 2"/>
          <p:cNvSpPr>
            <a:spLocks noGrp="1"/>
          </p:cNvSpPr>
          <p:nvPr>
            <p:ph type="body" sz="half" idx="1"/>
            <p:custDataLst>
              <p:tags r:id="rId2"/>
            </p:custDataLst>
          </p:nvPr>
        </p:nvSpPr>
        <p:spPr>
          <a:xfrm>
            <a:off x="628650" y="1369219"/>
            <a:ext cx="3886200" cy="3263503"/>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custDataLst>
              <p:tags r:id="rId3"/>
            </p:custDataLst>
          </p:nvPr>
        </p:nvSpPr>
        <p:spPr>
          <a:xfrm>
            <a:off x="4629150" y="1369219"/>
            <a:ext cx="3886200" cy="3263503"/>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25030632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defPPr/>
          </a:lstStyle>
          <a:p>
            <a:r>
              <a:rPr lang="zh-CN" altLang="en-US" noProof="1"/>
              <a:t>单击此处编辑母版标题样式</a:t>
            </a:r>
          </a:p>
        </p:txBody>
      </p:sp>
      <p:sp>
        <p:nvSpPr>
          <p:cNvPr id="3" name="文本占位符 2"/>
          <p:cNvSpPr>
            <a:spLocks noGrp="1"/>
          </p:cNvSpPr>
          <p:nvPr>
            <p:ph type="body" sz="half" idx="1"/>
            <p:custDataLst>
              <p:tags r:id="rId2"/>
            </p:custDataLst>
          </p:nvPr>
        </p:nvSpPr>
        <p:spPr>
          <a:xfrm>
            <a:off x="628650" y="1369219"/>
            <a:ext cx="3886200" cy="3263503"/>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custDataLst>
              <p:tags r:id="rId3"/>
            </p:custDataLst>
          </p:nvPr>
        </p:nvSpPr>
        <p:spPr>
          <a:xfrm>
            <a:off x="4629150" y="1369220"/>
            <a:ext cx="3886200" cy="1574006"/>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custDataLst>
              <p:tags r:id="rId4"/>
            </p:custDataLst>
          </p:nvPr>
        </p:nvSpPr>
        <p:spPr>
          <a:xfrm>
            <a:off x="4629150" y="3057526"/>
            <a:ext cx="3886200" cy="1575197"/>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75761836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custDataLst>
              <p:tags r:id="rId1"/>
            </p:custDataLst>
          </p:nvPr>
        </p:nvSpPr>
        <p:spPr/>
        <p:txBody>
          <a:bodyPr/>
          <a:lstStyle>
            <a:defPPr/>
          </a:lstStyle>
          <a:p>
            <a:r>
              <a:rPr lang="zh-CN" altLang="en-US" noProof="1"/>
              <a:t>单击此处编辑母版标题样式</a:t>
            </a:r>
          </a:p>
        </p:txBody>
      </p:sp>
      <p:sp>
        <p:nvSpPr>
          <p:cNvPr id="3" name="内容占位符 2"/>
          <p:cNvSpPr>
            <a:spLocks noGrp="1"/>
          </p:cNvSpPr>
          <p:nvPr>
            <p:ph sz="quarter" idx="1"/>
            <p:custDataLst>
              <p:tags r:id="rId2"/>
            </p:custDataLst>
          </p:nvPr>
        </p:nvSpPr>
        <p:spPr>
          <a:xfrm>
            <a:off x="628650" y="1369220"/>
            <a:ext cx="3886200" cy="1574006"/>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custDataLst>
              <p:tags r:id="rId3"/>
            </p:custDataLst>
          </p:nvPr>
        </p:nvSpPr>
        <p:spPr>
          <a:xfrm>
            <a:off x="4629150" y="1369220"/>
            <a:ext cx="3886200" cy="1574006"/>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custDataLst>
              <p:tags r:id="rId4"/>
            </p:custDataLst>
          </p:nvPr>
        </p:nvSpPr>
        <p:spPr>
          <a:xfrm>
            <a:off x="628650" y="3057526"/>
            <a:ext cx="3886200" cy="1575197"/>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custDataLst>
              <p:tags r:id="rId5"/>
            </p:custDataLst>
          </p:nvPr>
        </p:nvSpPr>
        <p:spPr>
          <a:xfrm>
            <a:off x="4629150" y="3057526"/>
            <a:ext cx="3886200" cy="1575197"/>
          </a:xfrm>
        </p:spPr>
        <p:txBody>
          <a:bodyPr/>
          <a:lstStyle>
            <a:def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9571"/>
          <p:cNvSpPr>
            <a:spLocks noGrp="1"/>
          </p:cNvSpPr>
          <p:nvPr>
            <p:ph type="dt" sz="half" idx="10"/>
            <p:custDataLst>
              <p:tags r:id="rId6"/>
            </p:custDataLst>
          </p:nvPr>
        </p:nvSpPr>
        <p:spPr>
          <a:xfrm>
            <a:off x="457200" y="4767264"/>
            <a:ext cx="2133600" cy="273844"/>
          </a:xfrm>
        </p:spPr>
        <p:txBody>
          <a:bodyPr/>
          <a:lstStyle>
            <a:defPPr/>
            <a:lvl1pPr>
              <a:defRPr/>
            </a:lvl1pPr>
          </a:lstStyle>
          <a:p>
            <a:endParaRPr lang="zh-CN" altLang="en-US"/>
          </a:p>
        </p:txBody>
      </p:sp>
      <p:sp>
        <p:nvSpPr>
          <p:cNvPr id="8" name="页脚占位符 109572"/>
          <p:cNvSpPr>
            <a:spLocks noGrp="1"/>
          </p:cNvSpPr>
          <p:nvPr>
            <p:ph type="ftr" sz="quarter" idx="11"/>
            <p:custDataLst>
              <p:tags r:id="rId7"/>
            </p:custDataLst>
          </p:nvPr>
        </p:nvSpPr>
        <p:spPr>
          <a:xfrm>
            <a:off x="3124200" y="4767264"/>
            <a:ext cx="2895600" cy="273844"/>
          </a:xfrm>
        </p:spPr>
        <p:txBody>
          <a:bodyPr/>
          <a:lstStyle>
            <a:defPPr/>
            <a:lvl1pPr>
              <a:defRPr/>
            </a:lvl1pPr>
          </a:lstStyle>
          <a:p>
            <a:endParaRPr lang="zh-CN" altLang="en-US"/>
          </a:p>
        </p:txBody>
      </p:sp>
      <p:sp>
        <p:nvSpPr>
          <p:cNvPr id="9" name="灯片编号占位符 109573"/>
          <p:cNvSpPr>
            <a:spLocks noGrp="1"/>
          </p:cNvSpPr>
          <p:nvPr>
            <p:ph type="sldNum" sz="quarter" idx="12"/>
            <p:custDataLst>
              <p:tags r:id="rId8"/>
            </p:custDataLst>
          </p:nvPr>
        </p:nvSpPr>
        <p:spPr>
          <a:xfrm>
            <a:off x="6553200" y="4767264"/>
            <a:ext cx="2133600" cy="273844"/>
          </a:xfrm>
        </p:spPr>
        <p:txBody>
          <a:bodyPr/>
          <a:lstStyle>
            <a:defPPr/>
            <a:lvl1pPr>
              <a:defRPr/>
            </a:lvl1pPr>
          </a:lstStyle>
          <a:p>
            <a:fld id="{4A9B5396-02FD-4ADB-99D0-0FA04D6FF8A3}" type="slidenum">
              <a:rPr lang="zh-CN" altLang="en-US"/>
              <a:pPr/>
              <a:t>‹#›</a:t>
            </a:fld>
            <a:endParaRPr lang="zh-CN" altLang="en-US"/>
          </a:p>
        </p:txBody>
      </p:sp>
    </p:spTree>
    <p:extLst>
      <p:ext uri="{BB962C8B-B14F-4D97-AF65-F5344CB8AC3E}">
        <p14:creationId xmlns:p14="http://schemas.microsoft.com/office/powerpoint/2010/main" val="1930758648"/>
      </p:ext>
    </p:extLst>
  </p:cSld>
  <p:clrMapOvr>
    <a:masterClrMapping/>
  </p:clrMapOvr>
  <p:transition spd="slow"/>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2_标题和内容">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4767262"/>
            <a:ext cx="2057400" cy="273844"/>
          </a:xfrm>
          <a:prstGeom prst="rect">
            <a:avLst/>
          </a:prstGeom>
        </p:spPr>
        <p:txBody>
          <a:bodyPr/>
          <a:lstStyle>
            <a:defPPr/>
            <a:lvl1pPr>
              <a:defRPr/>
            </a:lvl1pPr>
          </a:lstStyle>
          <a:p>
            <a:pPr>
              <a:defRPr/>
            </a:pPr>
            <a:endParaRPr lang="zh-CN" altLang="en-US"/>
          </a:p>
        </p:txBody>
      </p:sp>
      <p:sp>
        <p:nvSpPr>
          <p:cNvPr id="3" name="页脚占位符 2"/>
          <p:cNvSpPr>
            <a:spLocks noGrp="1"/>
          </p:cNvSpPr>
          <p:nvPr>
            <p:ph type="ftr" sz="quarter" idx="11"/>
            <p:custDataLst>
              <p:tags r:id="rId2"/>
            </p:custDataLst>
          </p:nvPr>
        </p:nvSpPr>
        <p:spPr>
          <a:xfrm>
            <a:off x="3028950" y="4767262"/>
            <a:ext cx="3086100" cy="273844"/>
          </a:xfrm>
          <a:prstGeom prst="rect">
            <a:avLst/>
          </a:prstGeom>
        </p:spPr>
        <p:txBody>
          <a:bodyPr/>
          <a:lstStyle>
            <a:defPPr/>
            <a:lvl1pPr>
              <a:defRPr/>
            </a:lvl1pPr>
          </a:lstStyle>
          <a:p>
            <a:pPr>
              <a:defRPr/>
            </a:pPr>
            <a:endParaRPr lang="zh-CN" altLang="en-US"/>
          </a:p>
        </p:txBody>
      </p:sp>
      <p:sp>
        <p:nvSpPr>
          <p:cNvPr id="4" name="灯片编号占位符 3"/>
          <p:cNvSpPr>
            <a:spLocks noGrp="1"/>
          </p:cNvSpPr>
          <p:nvPr>
            <p:ph type="sldNum" sz="quarter" idx="12"/>
            <p:custDataLst>
              <p:tags r:id="rId3"/>
            </p:custDataLst>
          </p:nvPr>
        </p:nvSpPr>
        <p:spPr>
          <a:xfrm>
            <a:off x="6457950" y="4767262"/>
            <a:ext cx="2057400" cy="273844"/>
          </a:xfrm>
          <a:prstGeom prst="rect">
            <a:avLst/>
          </a:prstGeom>
        </p:spPr>
        <p:txBody>
          <a:bodyPr/>
          <a:lstStyle>
            <a:defPPr/>
            <a:lvl1pPr>
              <a:defRPr/>
            </a:lvl1pPr>
          </a:lstStyle>
          <a:p>
            <a:pPr>
              <a:defRPr/>
            </a:pPr>
            <a:fld id="{E15B402A-A238-4AA1-A35B-A9BE51A8D4F9}" type="slidenum">
              <a:rPr lang="en-US" altLang="zh-CN" smtClean="0"/>
              <a:pPr>
                <a:defRPr/>
              </a:pPr>
              <a:t>‹#›</a:t>
            </a:fld>
            <a:endParaRPr lang="zh-CN" altLang="en-US"/>
          </a:p>
        </p:txBody>
      </p:sp>
    </p:spTree>
    <p:extLst>
      <p:ext uri="{BB962C8B-B14F-4D97-AF65-F5344CB8AC3E}">
        <p14:creationId xmlns:p14="http://schemas.microsoft.com/office/powerpoint/2010/main" val="1176624218"/>
      </p:ext>
    </p:extLst>
  </p:cSld>
  <p:clrMapOvr>
    <a:masterClrMapping/>
  </p:clrMapOvr>
  <p:transition>
    <p:checker dir="vert"/>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7200" y="205979"/>
            <a:ext cx="8229600" cy="857250"/>
          </a:xfrm>
        </p:spPr>
        <p:txBody>
          <a:bodyPr/>
          <a:lstStyle>
            <a:defPPr/>
          </a:lstStyle>
          <a:p>
            <a:pPr fontAlgn="auto"/>
            <a:r>
              <a:rPr lang="zh-CN" altLang="en-US" strike="noStrike" noProof="1"/>
              <a:t>单击此处编辑母版标题样式</a:t>
            </a:r>
          </a:p>
        </p:txBody>
      </p:sp>
      <p:sp>
        <p:nvSpPr>
          <p:cNvPr id="3" name="文本占位符 2"/>
          <p:cNvSpPr>
            <a:spLocks noGrp="1"/>
          </p:cNvSpPr>
          <p:nvPr>
            <p:ph type="body" sz="half" idx="1"/>
            <p:custDataLst>
              <p:tags r:id="rId2"/>
            </p:custDataLst>
          </p:nvPr>
        </p:nvSpPr>
        <p:spPr>
          <a:xfrm>
            <a:off x="457200" y="1200151"/>
            <a:ext cx="4038600" cy="3394472"/>
          </a:xfrm>
        </p:spPr>
        <p:txBody>
          <a:bodyPr/>
          <a:lstStyle>
            <a:def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zh-CN" altLang="en-US" strike="noStrike" noProof="1"/>
          </a:p>
        </p:txBody>
      </p:sp>
      <p:sp>
        <p:nvSpPr>
          <p:cNvPr id="4" name="联机映像占位符 3"/>
          <p:cNvSpPr>
            <a:spLocks noGrp="1"/>
          </p:cNvSpPr>
          <p:nvPr>
            <p:ph type="clipArt" sz="half" idx="2"/>
            <p:custDataLst>
              <p:tags r:id="rId3"/>
            </p:custDataLst>
          </p:nvPr>
        </p:nvSpPr>
        <p:spPr>
          <a:xfrm>
            <a:off x="4648200" y="1200151"/>
            <a:ext cx="4038600" cy="3394472"/>
          </a:xfrm>
        </p:spPr>
        <p:txBody>
          <a:bodyPr vert="horz" lIns="91440" tIns="45720" rIns="91440" bIns="45720" rtlCol="0">
            <a:normAutofit/>
          </a:bodyPr>
          <a:lstStyle>
            <a:defPPr/>
          </a:lstStyle>
          <a:p>
            <a:pPr marL="171450" marR="0" lvl="0" indent="-171450" algn="l" defTabSz="685800" rtl="0" eaLnBrk="1" fontAlgn="auto" latinLnBrk="0" hangingPunct="1">
              <a:lnSpc>
                <a:spcPct val="90000"/>
              </a:lnSpc>
              <a:spcBef>
                <a:spcPts val="750"/>
              </a:spcBef>
              <a:spcAft>
                <a:spcPct val="0"/>
              </a:spcAft>
              <a:buClrTx/>
              <a:buSzTx/>
              <a:buFont typeface="Arial" panose="020B0604020202020204" pitchFamily="34" charset="0"/>
              <a:buChar char="•"/>
              <a:defRPr/>
            </a:pPr>
            <a:endParaRPr kumimoji="0" lang="zh-CN" altLang="en-US" sz="2100" b="0" i="0" u="none" strike="noStrike" kern="1200" cap="none" spc="0" normalizeH="0" baseline="0" noProof="0">
              <a:ln>
                <a:noFill/>
              </a:ln>
              <a:solidFill>
                <a:schemeClr val="tx1"/>
              </a:solidFill>
              <a:effectLst/>
              <a:uLnTx/>
              <a:uFillTx/>
              <a:latin typeface="+mn-lt"/>
              <a:ea typeface="+mn-ea"/>
              <a:cs typeface="+mn-cs"/>
            </a:endParaRPr>
          </a:p>
        </p:txBody>
      </p:sp>
      <p:sp>
        <p:nvSpPr>
          <p:cNvPr id="7" name="日期占位符 4"/>
          <p:cNvSpPr>
            <a:spLocks noGrp="1"/>
          </p:cNvSpPr>
          <p:nvPr>
            <p:ph type="dt" sz="half" idx="12"/>
            <p:custDataLst>
              <p:tags r:id="rId4"/>
            </p:custDataLst>
          </p:nvPr>
        </p:nvSpPr>
        <p:spPr>
          <a:xfrm>
            <a:off x="457200" y="4683919"/>
            <a:ext cx="2133600" cy="357188"/>
          </a:xfrm>
          <a:prstGeom prst="rect">
            <a:avLst/>
          </a:prstGeom>
        </p:spPr>
        <p:txBody>
          <a:bodyPr vert="horz" lIns="91440" tIns="45720" rIns="91440" bIns="45720" rtlCol="0" anchor="ctr"/>
          <a:lstStyle>
            <a:defPPr/>
            <a:lvl1pPr>
              <a:defRPr/>
            </a:lvl1pPr>
          </a:lstStyle>
          <a:p>
            <a:pPr fontAlgn="base">
              <a:spcBef>
                <a:spcPct val="0"/>
              </a:spcBef>
              <a:spcAft>
                <a:spcPct val="0"/>
              </a:spcAft>
              <a:defRPr/>
            </a:pPr>
            <a:endParaRPr lang="en-US" altLang="zh-CN" sz="900">
              <a:solidFill>
                <a:schemeClr val="tx1">
                  <a:tint val="75000"/>
                </a:schemeClr>
              </a:solidFill>
              <a:latin typeface="Arial" panose="020B0604020202020204" pitchFamily="34" charset="0"/>
              <a:ea typeface="宋体" panose="02010600030101010101" pitchFamily="2" charset="-122"/>
            </a:endParaRPr>
          </a:p>
        </p:txBody>
      </p:sp>
      <p:sp>
        <p:nvSpPr>
          <p:cNvPr id="8" name="页脚占位符 5"/>
          <p:cNvSpPr>
            <a:spLocks noGrp="1"/>
          </p:cNvSpPr>
          <p:nvPr>
            <p:ph type="ftr" sz="quarter" idx="3"/>
            <p:custDataLst>
              <p:tags r:id="rId5"/>
            </p:custDataLst>
          </p:nvPr>
        </p:nvSpPr>
        <p:spPr>
          <a:xfrm>
            <a:off x="3124200" y="4683919"/>
            <a:ext cx="2895600" cy="357188"/>
          </a:xfrm>
          <a:prstGeom prst="rect">
            <a:avLst/>
          </a:prstGeom>
        </p:spPr>
        <p:txBody>
          <a:bodyPr vert="horz" lIns="91440" tIns="45720" rIns="91440" bIns="45720" rtlCol="0" anchor="ctr"/>
          <a:lstStyle>
            <a:defPPr/>
            <a:lvl1pPr>
              <a:defRPr/>
            </a:lvl1pPr>
          </a:lstStyle>
          <a:p>
            <a:pPr algn="ctr" fontAlgn="base">
              <a:spcBef>
                <a:spcPct val="0"/>
              </a:spcBef>
              <a:spcAft>
                <a:spcPct val="0"/>
              </a:spcAft>
              <a:defRPr/>
            </a:pPr>
            <a:endParaRPr lang="en-US" altLang="zh-CN" sz="900">
              <a:solidFill>
                <a:schemeClr val="tx1">
                  <a:tint val="75000"/>
                </a:schemeClr>
              </a:solidFill>
              <a:latin typeface="Arial" panose="020B0604020202020204" pitchFamily="34" charset="0"/>
              <a:ea typeface="宋体" panose="02010600030101010101" pitchFamily="2" charset="-122"/>
            </a:endParaRPr>
          </a:p>
        </p:txBody>
      </p:sp>
      <p:sp>
        <p:nvSpPr>
          <p:cNvPr id="9" name="灯片编号占位符 6"/>
          <p:cNvSpPr>
            <a:spLocks noGrp="1"/>
          </p:cNvSpPr>
          <p:nvPr>
            <p:ph type="sldNum" sz="quarter" idx="4"/>
            <p:custDataLst>
              <p:tags r:id="rId6"/>
            </p:custDataLst>
          </p:nvPr>
        </p:nvSpPr>
        <p:spPr>
          <a:xfrm>
            <a:off x="6553200" y="4683919"/>
            <a:ext cx="2133600" cy="357188"/>
          </a:xfrm>
          <a:prstGeom prst="rect">
            <a:avLst/>
          </a:prstGeom>
        </p:spPr>
        <p:txBody>
          <a:bodyPr vert="horz" lIns="91440" tIns="45720" rIns="91440" bIns="45720" rtlCol="0" anchor="ctr"/>
          <a:lstStyle>
            <a:defPPr/>
            <a:lvl1pPr>
              <a:defRPr/>
            </a:lvl1pPr>
          </a:lstStyle>
          <a:p>
            <a:pPr algn="r" fontAlgn="base">
              <a:spcBef>
                <a:spcPct val="0"/>
              </a:spcBef>
              <a:spcAft>
                <a:spcPct val="0"/>
              </a:spcAft>
              <a:defRPr/>
            </a:pPr>
            <a:fld id="{FE27E300-DFF0-4B52-9D6E-D6440329A3BA}" type="slidenum">
              <a:rPr lang="en-US" altLang="zh-CN" sz="900" smtClean="0">
                <a:solidFill>
                  <a:schemeClr val="tx1">
                    <a:tint val="75000"/>
                  </a:schemeClr>
                </a:solidFill>
                <a:latin typeface="Arial" panose="020B0604020202020204" pitchFamily="34" charset="0"/>
                <a:ea typeface="宋体" panose="02010600030101010101" pitchFamily="2" charset="-122"/>
              </a:rPr>
              <a:pPr algn="r" fontAlgn="base">
                <a:spcBef>
                  <a:spcPct val="0"/>
                </a:spcBef>
                <a:spcAft>
                  <a:spcPct val="0"/>
                </a:spcAft>
                <a:defRPr/>
              </a:pPr>
              <a:t>‹#›</a:t>
            </a:fld>
            <a:endParaRPr lang="en-US" altLang="zh-CN" sz="900">
              <a:solidFill>
                <a:schemeClr val="tx1">
                  <a:tint val="75000"/>
                </a:schemeClr>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1116951"/>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grpSp>
        <p:nvGrpSpPr>
          <p:cNvPr id="8" name="组合 7"/>
          <p:cNvGrpSpPr/>
          <p:nvPr>
            <p:custDataLst>
              <p:tags r:id="rId1"/>
            </p:custDataLst>
          </p:nvPr>
        </p:nvGrpSpPr>
        <p:grpSpPr>
          <a:xfrm>
            <a:off x="180502" y="-1"/>
            <a:ext cx="8963499" cy="5143501"/>
            <a:chOff x="240668" y="-1"/>
            <a:chExt cx="11951332" cy="6858001"/>
          </a:xfrm>
        </p:grpSpPr>
        <p:sp>
          <p:nvSpPr>
            <p:cNvPr id="13" name="矩形 12"/>
            <p:cNvSpPr/>
            <p:nvPr userDrawn="1">
              <p:custDataLst>
                <p:tags r:id="rId7"/>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45" baseline="0">
                <a:latin typeface="隶书" panose="02010509060101010101" pitchFamily="49" charset="-122"/>
                <a:ea typeface="隶书" panose="02010509060101010101" pitchFamily="49" charset="-122"/>
              </a:endParaRPr>
            </a:p>
          </p:txBody>
        </p:sp>
        <p:grpSp>
          <p:nvGrpSpPr>
            <p:cNvPr id="6" name="组合 5"/>
            <p:cNvGrpSpPr/>
            <p:nvPr userDrawn="1">
              <p:custDataLst>
                <p:tags r:id="rId8"/>
              </p:custDataLst>
            </p:nvPr>
          </p:nvGrpSpPr>
          <p:grpSpPr>
            <a:xfrm>
              <a:off x="240668" y="-1"/>
              <a:ext cx="11951332" cy="6858001"/>
              <a:chOff x="240668" y="-1"/>
              <a:chExt cx="11951332" cy="6858001"/>
            </a:xfrm>
          </p:grpSpPr>
          <p:sp>
            <p:nvSpPr>
              <p:cNvPr id="10" name="三角形 6"/>
              <p:cNvSpPr/>
              <p:nvPr userDrawn="1">
                <p:custDataLst>
                  <p:tags r:id="rId9"/>
                </p:custDataLst>
              </p:nvPr>
            </p:nvSpPr>
            <p:spPr>
              <a:xfrm rot="10800000">
                <a:off x="240668" y="-1"/>
                <a:ext cx="1268817" cy="82533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kumimoji="1" lang="zh-CN" altLang="en-US" sz="100"/>
              </a:p>
            </p:txBody>
          </p:sp>
          <p:sp>
            <p:nvSpPr>
              <p:cNvPr id="11" name="三角形 7"/>
              <p:cNvSpPr/>
              <p:nvPr userDrawn="1">
                <p:custDataLst>
                  <p:tags r:id="rId10"/>
                </p:custDataLst>
              </p:nvPr>
            </p:nvSpPr>
            <p:spPr>
              <a:xfrm>
                <a:off x="10157543" y="5823322"/>
                <a:ext cx="1449070" cy="103012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kumimoji="1" lang="zh-CN" altLang="en-US" sz="100"/>
              </a:p>
            </p:txBody>
          </p:sp>
          <p:sp>
            <p:nvSpPr>
              <p:cNvPr id="12" name="三角形 8"/>
              <p:cNvSpPr/>
              <p:nvPr userDrawn="1">
                <p:custDataLst>
                  <p:tags r:id="rId11"/>
                </p:custDataLst>
              </p:nvPr>
            </p:nvSpPr>
            <p:spPr>
              <a:xfrm>
                <a:off x="11200681" y="6153284"/>
                <a:ext cx="991319" cy="70471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r>
                  <a:rPr kumimoji="1" lang="zh-CN" altLang="en-US" sz="100"/>
                  <a:t> </a:t>
                </a:r>
              </a:p>
            </p:txBody>
          </p:sp>
        </p:grpSp>
      </p:grpSp>
      <p:sp>
        <p:nvSpPr>
          <p:cNvPr id="2" name="标题 1"/>
          <p:cNvSpPr>
            <a:spLocks noGrp="1"/>
          </p:cNvSpPr>
          <p:nvPr>
            <p:ph type="title" hasCustomPrompt="1"/>
            <p:custDataLst>
              <p:tags r:id="rId2"/>
            </p:custDataLst>
          </p:nvPr>
        </p:nvSpPr>
        <p:spPr>
          <a:xfrm>
            <a:off x="961200" y="936900"/>
            <a:ext cx="7219800" cy="542700"/>
          </a:xfrm>
        </p:spPr>
        <p:txBody>
          <a:bodyPr anchor="ctr"/>
          <a:lstStyle>
            <a:defPPr/>
            <a:lvl1pPr>
              <a:defRPr sz="2395" b="1" spc="200" baseline="0">
                <a:solidFill>
                  <a:schemeClr val="tx1"/>
                </a:solidFill>
                <a:latin typeface="Arial" panose="020B0604020202020204" pitchFamily="34" charset="0"/>
                <a:ea typeface="微软雅黑" panose="020B0503020204020204" charset="-122"/>
              </a:defRPr>
            </a:lvl1pPr>
          </a:lstStyle>
          <a:p>
            <a:r>
              <a:rPr lang="zh-CN" altLang="en-US"/>
              <a:t>单击此处编辑标题</a:t>
            </a:r>
          </a:p>
        </p:txBody>
      </p:sp>
      <p:sp>
        <p:nvSpPr>
          <p:cNvPr id="7" name="内容占位符 6"/>
          <p:cNvSpPr>
            <a:spLocks noGrp="1"/>
          </p:cNvSpPr>
          <p:nvPr>
            <p:ph sz="quarter" idx="13" hasCustomPrompt="1"/>
            <p:custDataLst>
              <p:tags r:id="rId3"/>
            </p:custDataLst>
          </p:nvPr>
        </p:nvSpPr>
        <p:spPr>
          <a:xfrm>
            <a:off x="960835" y="1622700"/>
            <a:ext cx="7219950" cy="2583900"/>
          </a:xfrm>
        </p:spPr>
        <p:txBody>
          <a:bodyPr>
            <a:normAutofit/>
          </a:bodyPr>
          <a:lstStyle>
            <a:lvl1pPr marL="0" indent="0">
              <a:buNone/>
              <a:defRPr sz="1195"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p>
        </p:txBody>
      </p:sp>
      <p:sp>
        <p:nvSpPr>
          <p:cNvPr id="3" name="日期占位符 2"/>
          <p:cNvSpPr>
            <a:spLocks noGrp="1"/>
          </p:cNvSpPr>
          <p:nvPr>
            <p:ph type="dt" sz="half" idx="10"/>
            <p:custDataLst>
              <p:tags r:id="rId4"/>
            </p:custDataLst>
          </p:nvPr>
        </p:nvSpPr>
        <p:spPr>
          <a:xfrm>
            <a:off x="659807" y="4762375"/>
            <a:ext cx="2025000" cy="237600"/>
          </a:xfrm>
        </p:spPr>
        <p:txBody>
          <a:bodyPr/>
          <a:lstStyle>
            <a:defPPr/>
          </a:lstStyle>
          <a:p>
            <a:fld id="{760FBDFE-C587-4B4C-A407-44438C67B59E}" type="datetimeFigureOut">
              <a:rPr lang="zh-CN" altLang="en-US" smtClean="0"/>
              <a:pPr/>
              <a:t>2024/11/11</a:t>
            </a:fld>
            <a:endParaRPr lang="zh-CN" altLang="en-US"/>
          </a:p>
        </p:txBody>
      </p:sp>
      <p:sp>
        <p:nvSpPr>
          <p:cNvPr id="5" name="灯片编号占位符 4"/>
          <p:cNvSpPr>
            <a:spLocks noGrp="1"/>
          </p:cNvSpPr>
          <p:nvPr>
            <p:ph type="sldNum" sz="quarter" idx="12"/>
            <p:custDataLst>
              <p:tags r:id="rId5"/>
            </p:custDataLst>
          </p:nvPr>
        </p:nvSpPr>
        <p:spPr>
          <a:xfrm>
            <a:off x="6457950" y="4762375"/>
            <a:ext cx="2025000" cy="237600"/>
          </a:xfrm>
        </p:spPr>
        <p:txBody>
          <a:bodyPr/>
          <a:lstStyle>
            <a:defPPr/>
          </a:lstStyle>
          <a:p>
            <a:fld id="{49AE70B2-8BF9-45C0-BB95-33D1B9D3A854}" type="slidenum">
              <a:rPr lang="zh-CN" altLang="en-US" smtClean="0"/>
              <a:pPr/>
              <a:t>‹#›</a:t>
            </a:fld>
            <a:endParaRPr lang="zh-CN" altLang="en-US"/>
          </a:p>
        </p:txBody>
      </p:sp>
      <p:sp>
        <p:nvSpPr>
          <p:cNvPr id="4" name="页脚占位符 3"/>
          <p:cNvSpPr>
            <a:spLocks noGrp="1"/>
          </p:cNvSpPr>
          <p:nvPr>
            <p:ph type="ftr" sz="quarter" idx="11"/>
            <p:custDataLst>
              <p:tags r:id="rId6"/>
            </p:custDataLst>
          </p:nvPr>
        </p:nvSpPr>
        <p:spPr>
          <a:xfrm>
            <a:off x="3087000" y="4762375"/>
            <a:ext cx="2970000" cy="237600"/>
          </a:xfrm>
        </p:spPr>
        <p:txBody>
          <a:bodyPr/>
          <a:lstStyle>
            <a:defPPr/>
          </a:lstStyle>
          <a:p>
            <a:endParaRPr lang="zh-CN" altLang="en-US"/>
          </a:p>
        </p:txBody>
      </p:sp>
    </p:spTree>
    <p:extLst>
      <p:ext uri="{BB962C8B-B14F-4D97-AF65-F5344CB8AC3E}">
        <p14:creationId xmlns:p14="http://schemas.microsoft.com/office/powerpoint/2010/main" val="3135027374"/>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926326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tx2"/>
        </a:solidFill>
        <a:effectLst/>
      </p:bgPr>
    </p:bg>
    <p:spTree>
      <p:nvGrpSpPr>
        <p:cNvPr id="1" name=""/>
        <p:cNvGrpSpPr/>
        <p:nvPr/>
      </p:nvGrpSpPr>
      <p:grpSpPr>
        <a:xfrm>
          <a:off x="0" y="0"/>
          <a:ext cx="0" cy="0"/>
          <a:chOff x="0" y="0"/>
          <a:chExt cx="0" cy="0"/>
        </a:xfrm>
      </p:grpSpPr>
      <p:grpSp>
        <p:nvGrpSpPr>
          <p:cNvPr id="17" name="组合 16"/>
          <p:cNvGrpSpPr/>
          <p:nvPr userDrawn="1">
            <p:custDataLst>
              <p:tags r:id="rId1"/>
            </p:custDataLst>
          </p:nvPr>
        </p:nvGrpSpPr>
        <p:grpSpPr>
          <a:xfrm>
            <a:off x="-1191" y="642046"/>
            <a:ext cx="9145191" cy="3859316"/>
            <a:chOff x="-1588" y="-1587"/>
            <a:chExt cx="12193588" cy="6861007"/>
          </a:xfrm>
        </p:grpSpPr>
        <p:sp>
          <p:nvSpPr>
            <p:cNvPr id="18" name="矩形 17"/>
            <p:cNvSpPr/>
            <p:nvPr userDrawn="1">
              <p:custDataLst>
                <p:tags r:id="rId7"/>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zh-CN" altLang="en-US" sz="1010" baseline="0">
                <a:solidFill>
                  <a:schemeClr val="tx1">
                    <a:lumMod val="85000"/>
                    <a:lumOff val="15000"/>
                  </a:schemeClr>
                </a:solidFill>
                <a:latin typeface="微软雅黑" panose="020B0503020204020204" charset="-122"/>
                <a:ea typeface="微软雅黑" panose="020B0503020204020204" charset="-122"/>
              </a:endParaRPr>
            </a:p>
          </p:txBody>
        </p:sp>
        <p:grpSp>
          <p:nvGrpSpPr>
            <p:cNvPr id="19" name="组合 18"/>
            <p:cNvGrpSpPr/>
            <p:nvPr userDrawn="1">
              <p:custDataLst>
                <p:tags r:id="rId8"/>
              </p:custDataLst>
            </p:nvPr>
          </p:nvGrpSpPr>
          <p:grpSpPr>
            <a:xfrm>
              <a:off x="-1588" y="-1587"/>
              <a:ext cx="1498522" cy="1250788"/>
              <a:chOff x="-1588" y="-1587"/>
              <a:chExt cx="1498522" cy="1250788"/>
            </a:xfrm>
          </p:grpSpPr>
          <p:sp>
            <p:nvSpPr>
              <p:cNvPr id="34" name="Freeform 10"/>
              <p:cNvSpPr/>
              <p:nvPr>
                <p:custDataLst>
                  <p:tags r:id="rId13"/>
                </p:custDataLst>
              </p:nvPr>
            </p:nvSpPr>
            <p:spPr bwMode="auto">
              <a:xfrm>
                <a:off x="-1588" y="-1587"/>
                <a:ext cx="995543" cy="1250788"/>
              </a:xfrm>
              <a:custGeom>
                <a:avLst/>
                <a:gdLst>
                  <a:gd name="T0" fmla="*/ 0 w 1135"/>
                  <a:gd name="T1" fmla="*/ 0 h 1426"/>
                  <a:gd name="T2" fmla="*/ 1135 w 1135"/>
                  <a:gd name="T3" fmla="*/ 0 h 1426"/>
                  <a:gd name="T4" fmla="*/ 0 w 1135"/>
                  <a:gd name="T5" fmla="*/ 1426 h 1426"/>
                  <a:gd name="T6" fmla="*/ 0 w 1135"/>
                  <a:gd name="T7" fmla="*/ 0 h 1426"/>
                </a:gdLst>
                <a:ahLst/>
                <a:cxnLst>
                  <a:cxn ang="0">
                    <a:pos x="T0" y="T1"/>
                  </a:cxn>
                  <a:cxn ang="0">
                    <a:pos x="T2" y="T3"/>
                  </a:cxn>
                  <a:cxn ang="0">
                    <a:pos x="T4" y="T5"/>
                  </a:cxn>
                  <a:cxn ang="0">
                    <a:pos x="T6" y="T7"/>
                  </a:cxn>
                </a:cxnLst>
                <a:rect l="0" t="0" r="r" b="b"/>
                <a:pathLst>
                  <a:path w="1135" h="1426">
                    <a:moveTo>
                      <a:pt x="0" y="0"/>
                    </a:moveTo>
                    <a:lnTo>
                      <a:pt x="1135" y="0"/>
                    </a:lnTo>
                    <a:lnTo>
                      <a:pt x="0" y="1426"/>
                    </a:lnTo>
                    <a:lnTo>
                      <a:pt x="0" y="0"/>
                    </a:lnTo>
                    <a:close/>
                  </a:path>
                </a:pathLst>
              </a:custGeom>
              <a:solidFill>
                <a:schemeClr val="accent1"/>
              </a:solidFill>
              <a:ln>
                <a:noFill/>
              </a:ln>
            </p:spPr>
            <p:txBody>
              <a:bodyPr vert="horz" wrap="square" lIns="51307" tIns="25653" rIns="51307" bIns="25653" numCol="1" anchor="t" anchorCtr="0" compatLnSpc="1"/>
              <a:lstStyle>
                <a:defPPr/>
              </a:lstStyle>
              <a:p>
                <a:endParaRPr lang="zh-CN" altLang="en-US" sz="1010" baseline="0">
                  <a:latin typeface="微软雅黑" panose="020B0503020204020204" charset="-122"/>
                  <a:ea typeface="微软雅黑" panose="020B0503020204020204" charset="-122"/>
                </a:endParaRPr>
              </a:p>
            </p:txBody>
          </p:sp>
          <p:sp>
            <p:nvSpPr>
              <p:cNvPr id="35" name="任意多边形: 形状 34"/>
              <p:cNvSpPr/>
              <p:nvPr>
                <p:custDataLst>
                  <p:tags r:id="rId14"/>
                </p:custDataLst>
              </p:nvPr>
            </p:nvSpPr>
            <p:spPr bwMode="auto">
              <a:xfrm>
                <a:off x="742657" y="-1587"/>
                <a:ext cx="502596" cy="316915"/>
              </a:xfrm>
              <a:custGeom>
                <a:avLst/>
                <a:gdLst>
                  <a:gd name="connsiteX0" fmla="*/ 252562 w 502596"/>
                  <a:gd name="connsiteY0" fmla="*/ 0 h 316915"/>
                  <a:gd name="connsiteX1" fmla="*/ 502596 w 502596"/>
                  <a:gd name="connsiteY1" fmla="*/ 0 h 316915"/>
                  <a:gd name="connsiteX2" fmla="*/ 502596 w 502596"/>
                  <a:gd name="connsiteY2" fmla="*/ 316915 h 316915"/>
                  <a:gd name="connsiteX3" fmla="*/ 0 w 502596"/>
                  <a:gd name="connsiteY3" fmla="*/ 316915 h 316915"/>
                </a:gdLst>
                <a:ahLst/>
                <a:cxnLst>
                  <a:cxn ang="0">
                    <a:pos x="connsiteX0" y="connsiteY0"/>
                  </a:cxn>
                  <a:cxn ang="0">
                    <a:pos x="connsiteX1" y="connsiteY1"/>
                  </a:cxn>
                  <a:cxn ang="0">
                    <a:pos x="connsiteX2" y="connsiteY2"/>
                  </a:cxn>
                  <a:cxn ang="0">
                    <a:pos x="connsiteX3" y="connsiteY3"/>
                  </a:cxn>
                </a:cxnLst>
                <a:rect l="l" t="t" r="r" b="b"/>
                <a:pathLst>
                  <a:path w="502595" h="316915">
                    <a:moveTo>
                      <a:pt x="252562" y="0"/>
                    </a:moveTo>
                    <a:lnTo>
                      <a:pt x="502596" y="0"/>
                    </a:lnTo>
                    <a:lnTo>
                      <a:pt x="502596" y="316915"/>
                    </a:lnTo>
                    <a:lnTo>
                      <a:pt x="0" y="316915"/>
                    </a:lnTo>
                    <a:close/>
                  </a:path>
                </a:pathLst>
              </a:custGeom>
              <a:solidFill>
                <a:schemeClr val="accent1">
                  <a:lumMod val="75000"/>
                </a:schemeClr>
              </a:solidFill>
              <a:ln>
                <a:noFill/>
              </a:ln>
            </p:spPr>
            <p:txBody>
              <a:bodyPr vert="horz" wrap="square" lIns="51307" tIns="25653" rIns="51307" bIns="25653" numCol="1" anchor="t" anchorCtr="0" compatLnSpc="1">
                <a:noAutofit/>
              </a:bodyPr>
              <a:lstStyle>
                <a:defPPr/>
              </a:lstStyle>
              <a:p>
                <a:endParaRPr lang="zh-CN" altLang="en-US" sz="1010" baseline="0">
                  <a:latin typeface="微软雅黑" panose="020B0503020204020204" charset="-122"/>
                  <a:ea typeface="微软雅黑" panose="020B0503020204020204" charset="-122"/>
                </a:endParaRPr>
              </a:p>
            </p:txBody>
          </p:sp>
          <p:sp>
            <p:nvSpPr>
              <p:cNvPr id="36" name="任意多边形: 形状 35"/>
              <p:cNvSpPr/>
              <p:nvPr>
                <p:custDataLst>
                  <p:tags r:id="rId15"/>
                </p:custDataLst>
              </p:nvPr>
            </p:nvSpPr>
            <p:spPr bwMode="auto">
              <a:xfrm>
                <a:off x="1245253" y="-1587"/>
                <a:ext cx="251681" cy="316915"/>
              </a:xfrm>
              <a:custGeom>
                <a:avLst/>
                <a:gdLst>
                  <a:gd name="connsiteX0" fmla="*/ 0 w 251681"/>
                  <a:gd name="connsiteY0" fmla="*/ 0 h 316915"/>
                  <a:gd name="connsiteX1" fmla="*/ 251681 w 251681"/>
                  <a:gd name="connsiteY1" fmla="*/ 0 h 316915"/>
                  <a:gd name="connsiteX2" fmla="*/ 0 w 251681"/>
                  <a:gd name="connsiteY2" fmla="*/ 316915 h 316915"/>
                </a:gdLst>
                <a:ahLst/>
                <a:cxnLst>
                  <a:cxn ang="0">
                    <a:pos x="connsiteX0" y="connsiteY0"/>
                  </a:cxn>
                  <a:cxn ang="0">
                    <a:pos x="connsiteX1" y="connsiteY1"/>
                  </a:cxn>
                  <a:cxn ang="0">
                    <a:pos x="connsiteX2" y="connsiteY2"/>
                  </a:cxn>
                </a:cxnLst>
                <a:rect l="l" t="t" r="r" b="b"/>
                <a:pathLst>
                  <a:path w="251681" h="316915">
                    <a:moveTo>
                      <a:pt x="0" y="0"/>
                    </a:moveTo>
                    <a:lnTo>
                      <a:pt x="251681" y="0"/>
                    </a:lnTo>
                    <a:lnTo>
                      <a:pt x="0" y="316915"/>
                    </a:lnTo>
                    <a:close/>
                  </a:path>
                </a:pathLst>
              </a:custGeom>
              <a:solidFill>
                <a:schemeClr val="accent2"/>
              </a:solidFill>
              <a:ln>
                <a:noFill/>
              </a:ln>
            </p:spPr>
            <p:txBody>
              <a:bodyPr vert="horz" wrap="square" lIns="51307" tIns="25653" rIns="51307" bIns="25653" numCol="1" anchor="t" anchorCtr="0" compatLnSpc="1">
                <a:noAutofit/>
              </a:bodyPr>
              <a:lstStyle>
                <a:defPPr/>
              </a:lstStyle>
              <a:p>
                <a:endParaRPr lang="zh-CN" altLang="en-US" sz="1010" baseline="0">
                  <a:latin typeface="微软雅黑" panose="020B0503020204020204" charset="-122"/>
                  <a:ea typeface="微软雅黑" panose="020B0503020204020204" charset="-122"/>
                </a:endParaRPr>
              </a:p>
            </p:txBody>
          </p:sp>
        </p:grpSp>
        <p:grpSp>
          <p:nvGrpSpPr>
            <p:cNvPr id="20" name="组合 19"/>
            <p:cNvGrpSpPr/>
            <p:nvPr userDrawn="1">
              <p:custDataLst>
                <p:tags r:id="rId9"/>
              </p:custDataLst>
            </p:nvPr>
          </p:nvGrpSpPr>
          <p:grpSpPr>
            <a:xfrm>
              <a:off x="10694607" y="5608632"/>
              <a:ext cx="1497393" cy="1250788"/>
              <a:chOff x="10694607" y="5608632"/>
              <a:chExt cx="1497393" cy="1250788"/>
            </a:xfrm>
          </p:grpSpPr>
          <p:sp>
            <p:nvSpPr>
              <p:cNvPr id="31" name="Freeform 10"/>
              <p:cNvSpPr/>
              <p:nvPr>
                <p:custDataLst>
                  <p:tags r:id="rId10"/>
                </p:custDataLst>
              </p:nvPr>
            </p:nvSpPr>
            <p:spPr bwMode="auto">
              <a:xfrm rot="10800000">
                <a:off x="11196457" y="5608632"/>
                <a:ext cx="995543" cy="1250788"/>
              </a:xfrm>
              <a:custGeom>
                <a:avLst/>
                <a:gdLst>
                  <a:gd name="T0" fmla="*/ 0 w 1135"/>
                  <a:gd name="T1" fmla="*/ 0 h 1426"/>
                  <a:gd name="T2" fmla="*/ 1135 w 1135"/>
                  <a:gd name="T3" fmla="*/ 0 h 1426"/>
                  <a:gd name="T4" fmla="*/ 0 w 1135"/>
                  <a:gd name="T5" fmla="*/ 1426 h 1426"/>
                  <a:gd name="T6" fmla="*/ 0 w 1135"/>
                  <a:gd name="T7" fmla="*/ 0 h 1426"/>
                </a:gdLst>
                <a:ahLst/>
                <a:cxnLst>
                  <a:cxn ang="0">
                    <a:pos x="T0" y="T1"/>
                  </a:cxn>
                  <a:cxn ang="0">
                    <a:pos x="T2" y="T3"/>
                  </a:cxn>
                  <a:cxn ang="0">
                    <a:pos x="T4" y="T5"/>
                  </a:cxn>
                  <a:cxn ang="0">
                    <a:pos x="T6" y="T7"/>
                  </a:cxn>
                </a:cxnLst>
                <a:rect l="0" t="0" r="r" b="b"/>
                <a:pathLst>
                  <a:path w="1135" h="1426">
                    <a:moveTo>
                      <a:pt x="0" y="0"/>
                    </a:moveTo>
                    <a:lnTo>
                      <a:pt x="1135" y="0"/>
                    </a:lnTo>
                    <a:lnTo>
                      <a:pt x="0" y="1426"/>
                    </a:lnTo>
                    <a:lnTo>
                      <a:pt x="0" y="0"/>
                    </a:lnTo>
                    <a:close/>
                  </a:path>
                </a:pathLst>
              </a:custGeom>
              <a:solidFill>
                <a:schemeClr val="accent1"/>
              </a:solidFill>
              <a:ln>
                <a:noFill/>
              </a:ln>
            </p:spPr>
            <p:txBody>
              <a:bodyPr vert="horz" wrap="square" lIns="51307" tIns="25653" rIns="51307" bIns="25653" numCol="1" anchor="t" anchorCtr="0" compatLnSpc="1"/>
              <a:lstStyle>
                <a:defPPr/>
              </a:lstStyle>
              <a:p>
                <a:endParaRPr lang="zh-CN" altLang="en-US" sz="1010" baseline="0">
                  <a:latin typeface="微软雅黑" panose="020B0503020204020204" charset="-122"/>
                  <a:ea typeface="微软雅黑" panose="020B0503020204020204" charset="-122"/>
                </a:endParaRPr>
              </a:p>
            </p:txBody>
          </p:sp>
          <p:sp>
            <p:nvSpPr>
              <p:cNvPr id="32" name="任意多边形: 形状 31"/>
              <p:cNvSpPr/>
              <p:nvPr>
                <p:custDataLst>
                  <p:tags r:id="rId11"/>
                </p:custDataLst>
              </p:nvPr>
            </p:nvSpPr>
            <p:spPr bwMode="auto">
              <a:xfrm rot="10800000">
                <a:off x="10945159" y="6542505"/>
                <a:ext cx="502596" cy="315495"/>
              </a:xfrm>
              <a:custGeom>
                <a:avLst/>
                <a:gdLst>
                  <a:gd name="connsiteX0" fmla="*/ 502596 w 502596"/>
                  <a:gd name="connsiteY0" fmla="*/ 315495 h 315495"/>
                  <a:gd name="connsiteX1" fmla="*/ 0 w 502596"/>
                  <a:gd name="connsiteY1" fmla="*/ 315495 h 315495"/>
                  <a:gd name="connsiteX2" fmla="*/ 251431 w 502596"/>
                  <a:gd name="connsiteY2" fmla="*/ 0 h 315495"/>
                  <a:gd name="connsiteX3" fmla="*/ 502596 w 502596"/>
                  <a:gd name="connsiteY3" fmla="*/ 0 h 315495"/>
                </a:gdLst>
                <a:ahLst/>
                <a:cxnLst>
                  <a:cxn ang="0">
                    <a:pos x="connsiteX0" y="connsiteY0"/>
                  </a:cxn>
                  <a:cxn ang="0">
                    <a:pos x="connsiteX1" y="connsiteY1"/>
                  </a:cxn>
                  <a:cxn ang="0">
                    <a:pos x="connsiteX2" y="connsiteY2"/>
                  </a:cxn>
                  <a:cxn ang="0">
                    <a:pos x="connsiteX3" y="connsiteY3"/>
                  </a:cxn>
                </a:cxnLst>
                <a:rect l="l" t="t" r="r" b="b"/>
                <a:pathLst>
                  <a:path w="502595" h="315495">
                    <a:moveTo>
                      <a:pt x="502596" y="315495"/>
                    </a:moveTo>
                    <a:lnTo>
                      <a:pt x="0" y="315495"/>
                    </a:lnTo>
                    <a:lnTo>
                      <a:pt x="251431" y="0"/>
                    </a:lnTo>
                    <a:lnTo>
                      <a:pt x="502596" y="0"/>
                    </a:lnTo>
                    <a:close/>
                  </a:path>
                </a:pathLst>
              </a:custGeom>
              <a:solidFill>
                <a:schemeClr val="accent1">
                  <a:lumMod val="75000"/>
                </a:schemeClr>
              </a:solidFill>
              <a:ln>
                <a:noFill/>
              </a:ln>
            </p:spPr>
            <p:txBody>
              <a:bodyPr vert="horz" wrap="square" lIns="51307" tIns="25653" rIns="51307" bIns="25653" numCol="1" anchor="t" anchorCtr="0" compatLnSpc="1">
                <a:noAutofit/>
              </a:bodyPr>
              <a:lstStyle>
                <a:defPPr/>
              </a:lstStyle>
              <a:p>
                <a:endParaRPr lang="zh-CN" altLang="en-US" sz="1010" baseline="0">
                  <a:latin typeface="微软雅黑" panose="020B0503020204020204" charset="-122"/>
                  <a:ea typeface="微软雅黑" panose="020B0503020204020204" charset="-122"/>
                </a:endParaRPr>
              </a:p>
            </p:txBody>
          </p:sp>
          <p:sp>
            <p:nvSpPr>
              <p:cNvPr id="33" name="任意多边形: 形状 32"/>
              <p:cNvSpPr/>
              <p:nvPr>
                <p:custDataLst>
                  <p:tags r:id="rId12"/>
                </p:custDataLst>
              </p:nvPr>
            </p:nvSpPr>
            <p:spPr bwMode="auto">
              <a:xfrm rot="10800000">
                <a:off x="10694607" y="6542505"/>
                <a:ext cx="250553" cy="315495"/>
              </a:xfrm>
              <a:custGeom>
                <a:avLst/>
                <a:gdLst>
                  <a:gd name="connsiteX0" fmla="*/ 0 w 250553"/>
                  <a:gd name="connsiteY0" fmla="*/ 315495 h 315495"/>
                  <a:gd name="connsiteX1" fmla="*/ 0 w 250553"/>
                  <a:gd name="connsiteY1" fmla="*/ 0 h 315495"/>
                  <a:gd name="connsiteX2" fmla="*/ 250553 w 250553"/>
                  <a:gd name="connsiteY2" fmla="*/ 0 h 315495"/>
                </a:gdLst>
                <a:ahLst/>
                <a:cxnLst>
                  <a:cxn ang="0">
                    <a:pos x="connsiteX0" y="connsiteY0"/>
                  </a:cxn>
                  <a:cxn ang="0">
                    <a:pos x="connsiteX1" y="connsiteY1"/>
                  </a:cxn>
                  <a:cxn ang="0">
                    <a:pos x="connsiteX2" y="connsiteY2"/>
                  </a:cxn>
                </a:cxnLst>
                <a:rect l="l" t="t" r="r" b="b"/>
                <a:pathLst>
                  <a:path w="250553" h="315495">
                    <a:moveTo>
                      <a:pt x="0" y="315495"/>
                    </a:moveTo>
                    <a:lnTo>
                      <a:pt x="0" y="0"/>
                    </a:lnTo>
                    <a:lnTo>
                      <a:pt x="250553" y="0"/>
                    </a:lnTo>
                    <a:close/>
                  </a:path>
                </a:pathLst>
              </a:custGeom>
              <a:solidFill>
                <a:schemeClr val="accent2"/>
              </a:solidFill>
              <a:ln>
                <a:noFill/>
              </a:ln>
            </p:spPr>
            <p:txBody>
              <a:bodyPr vert="horz" wrap="square" lIns="51307" tIns="25653" rIns="51307" bIns="25653" numCol="1" anchor="t" anchorCtr="0" compatLnSpc="1">
                <a:noAutofit/>
              </a:bodyPr>
              <a:lstStyle>
                <a:defPPr/>
              </a:lstStyle>
              <a:p>
                <a:endParaRPr lang="zh-CN" altLang="en-US" sz="1010" baseline="0">
                  <a:latin typeface="微软雅黑" panose="020B0503020204020204" charset="-122"/>
                  <a:ea typeface="微软雅黑" panose="020B0503020204020204" charset="-122"/>
                </a:endParaRPr>
              </a:p>
            </p:txBody>
          </p:sp>
        </p:grpSp>
      </p:grpSp>
      <p:sp>
        <p:nvSpPr>
          <p:cNvPr id="2" name="竖排标题 1"/>
          <p:cNvSpPr>
            <a:spLocks noGrp="1"/>
          </p:cNvSpPr>
          <p:nvPr>
            <p:ph type="title" orient="vert"/>
            <p:custDataLst>
              <p:tags r:id="rId2"/>
            </p:custDataLst>
          </p:nvPr>
        </p:nvSpPr>
        <p:spPr>
          <a:xfrm>
            <a:off x="7928351" y="1178724"/>
            <a:ext cx="713238" cy="3031260"/>
          </a:xfrm>
        </p:spPr>
        <p:txBody>
          <a:bodyPr vert="eaVert" lIns="101600" tIns="38100" rIns="76200" bIns="38100" rtlCol="0" anchor="ctr" anchorCtr="0">
            <a:noAutofit/>
          </a:bodyPr>
          <a:lstStyle>
            <a:defPPr/>
            <a:lvl1pPr marL="0" marR="0" lvl="0" algn="l" defTabSz="914400" rtl="0" eaLnBrk="1" fontAlgn="auto" latinLnBrk="0" hangingPunct="1">
              <a:lnSpc>
                <a:spcPct val="100000"/>
              </a:lnSpc>
              <a:spcAft>
                <a:spcPct val="0"/>
              </a:spcAft>
              <a:buNone/>
              <a:defRPr kumimoji="0" lang="zh-CN" altLang="en-US" sz="1345" b="1" i="0" u="none" strike="noStrike" kern="1200" cap="none" spc="200" normalizeH="0" baseline="0" noProof="1">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3"/>
            </p:custDataLst>
          </p:nvPr>
        </p:nvSpPr>
        <p:spPr>
          <a:xfrm>
            <a:off x="502444" y="1178719"/>
            <a:ext cx="7371076" cy="3031260"/>
          </a:xfrm>
        </p:spPr>
        <p:txBody>
          <a:bodyPr vert="eaVert"/>
          <a:lstStyle>
            <a:defPPr/>
            <a:lvl1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2pPr>
            <a:lvl3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3pPr>
            <a:lvl4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4pPr>
            <a:lvl5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4"/>
            </p:custDataLst>
          </p:nvPr>
        </p:nvSpPr>
        <p:spPr>
          <a:xfrm>
            <a:off x="659807" y="4214719"/>
            <a:ext cx="2025000" cy="178200"/>
          </a:xfrm>
        </p:spPr>
        <p:txBody>
          <a:bodyPr/>
          <a:lstStyle>
            <a:defPPr/>
            <a:lvl1pPr>
              <a:defRPr baseline="0">
                <a:latin typeface="微软雅黑" panose="020B0503020204020204" charset="-122"/>
                <a:ea typeface="微软雅黑" panose="020B0503020204020204" charset="-122"/>
              </a:defRPr>
            </a:lvl1pPr>
          </a:lstStyle>
          <a:p>
            <a:fld id="{760FBDFE-C587-4B4C-A407-44438C67B59E}" type="datetimeFigureOut">
              <a:rPr lang="zh-CN" altLang="en-US" smtClean="0"/>
              <a:pPr/>
              <a:t>2024/11/11</a:t>
            </a:fld>
            <a:endParaRPr lang="zh-CN" altLang="en-US"/>
          </a:p>
        </p:txBody>
      </p:sp>
      <p:sp>
        <p:nvSpPr>
          <p:cNvPr id="5" name="页脚占位符 4"/>
          <p:cNvSpPr>
            <a:spLocks noGrp="1"/>
          </p:cNvSpPr>
          <p:nvPr>
            <p:ph type="ftr" sz="quarter" idx="11"/>
            <p:custDataLst>
              <p:tags r:id="rId5"/>
            </p:custDataLst>
          </p:nvPr>
        </p:nvSpPr>
        <p:spPr>
          <a:xfrm>
            <a:off x="3087000" y="4214719"/>
            <a:ext cx="2970000" cy="178200"/>
          </a:xfrm>
        </p:spPr>
        <p:txBody>
          <a:bodyPr/>
          <a:lstStyle>
            <a:defPPr/>
            <a:lvl1pPr>
              <a:defRPr baseline="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6"/>
            </p:custDataLst>
          </p:nvPr>
        </p:nvSpPr>
        <p:spPr>
          <a:xfrm>
            <a:off x="6457950" y="4214719"/>
            <a:ext cx="2025000" cy="178200"/>
          </a:xfrm>
        </p:spPr>
        <p:txBody>
          <a:bodyPr/>
          <a:lstStyle>
            <a:defPPr/>
            <a:lvl1pPr>
              <a:defRPr baseline="0">
                <a:latin typeface="微软雅黑" panose="020B0503020204020204" charset="-122"/>
                <a:ea typeface="微软雅黑" panose="020B0503020204020204" charset="-122"/>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24151806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image" Target="file:///D:\qq&#25991;&#20214;\712321467\Image\C2C\Image2\%7b75232B38-A165-1FB7-499C-2E1C792CACB5%7d.png" TargetMode="Externa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tags" Target="../tags/tag72.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tags" Target="../tags/tag71.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image" Target="file:///D:\qq&#25991;&#20214;\712321467\Image\C2C\Image2\%7b75232B38-A165-1FB7-499C-2E1C792CACB5%7d.png" TargetMode="Externa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tags" Target="../tags/tag70.xml"/><Relationship Id="rId40" Type="http://schemas.openxmlformats.org/officeDocument/2006/relationships/image" Target="../media/image1.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custDataLst>
              <p:tags r:id="rId15"/>
            </p:custDataLst>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16"/>
            </p:custDataLst>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2024/11/11</a:t>
            </a:fld>
            <a:endParaRPr lang="zh-CN" altLang="en-US"/>
          </a:p>
        </p:txBody>
      </p:sp>
      <p:sp>
        <p:nvSpPr>
          <p:cNvPr id="5" name="页脚占位符 4"/>
          <p:cNvSpPr>
            <a:spLocks noGrp="1"/>
          </p:cNvSpPr>
          <p:nvPr>
            <p:ph type="ftr" sz="quarter" idx="3"/>
            <p:custDataLst>
              <p:tags r:id="rId17"/>
            </p:custDataLst>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8"/>
            </p:custDataLst>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pic>
        <p:nvPicPr>
          <p:cNvPr id="7" name="图片 1073743875" descr="学科网 zxxk.com"/>
          <p:cNvPicPr>
            <a:picLocks noChangeAspect="1"/>
          </p:cNvPicPr>
          <p:nvPr>
            <p:custDataLst>
              <p:tags r:id="rId19"/>
            </p:custDataLst>
          </p:nvPr>
        </p:nvPicPr>
        <p:blipFill>
          <a:blip r:embed="rId20" r:link="rId21"/>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7" r:id="rId12"/>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Shape 2"/>
          <p:cNvSpPr>
            <a:spLocks noGrp="1"/>
          </p:cNvSpPr>
          <p:nvPr>
            <p:ph type="title"/>
            <p:custDataLst>
              <p:tags r:id="rId37"/>
            </p:custDataLst>
          </p:nvPr>
        </p:nvSpPr>
        <p:spPr>
          <a:xfrm>
            <a:off x="628650" y="273727"/>
            <a:ext cx="7886700" cy="1098086"/>
          </a:xfrm>
          <a:prstGeom prst="rect">
            <a:avLst/>
          </a:prstGeom>
          <a:ln w="12700">
            <a:miter lim="400000"/>
          </a:ln>
        </p:spPr>
        <p:txBody>
          <a:bodyPr lIns="45719" rIns="45719"/>
          <a:lstStyle>
            <a:defPPr/>
          </a:lstStyle>
          <a:p>
            <a:pPr lvl="0">
              <a:defRPr sz="1800"/>
            </a:pPr>
            <a:r>
              <a:rPr sz="4400"/>
              <a:t>标题文本</a:t>
            </a:r>
          </a:p>
        </p:txBody>
      </p:sp>
      <p:sp>
        <p:nvSpPr>
          <p:cNvPr id="3" name="Shape 3"/>
          <p:cNvSpPr>
            <a:spLocks noGrp="1"/>
          </p:cNvSpPr>
          <p:nvPr>
            <p:ph type="body" idx="1"/>
            <p:custDataLst>
              <p:tags r:id="rId38"/>
            </p:custDataLst>
          </p:nvPr>
        </p:nvSpPr>
        <p:spPr>
          <a:xfrm>
            <a:off x="628650" y="1371813"/>
            <a:ext cx="7886700" cy="3771688"/>
          </a:xfrm>
          <a:prstGeom prst="rect">
            <a:avLst/>
          </a:prstGeom>
          <a:ln w="12700">
            <a:miter lim="400000"/>
          </a:ln>
        </p:spPr>
        <p:txBody>
          <a:bodyPr lIns="45719" rIns="45719"/>
          <a:lstStyle>
            <a:def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pic>
        <p:nvPicPr>
          <p:cNvPr id="10" name="图片 1073743875" descr="学科网 zxxk.com"/>
          <p:cNvPicPr>
            <a:picLocks noChangeAspect="1"/>
          </p:cNvPicPr>
          <p:nvPr>
            <p:custDataLst>
              <p:tags r:id="rId39"/>
            </p:custDataLst>
          </p:nvPr>
        </p:nvPicPr>
        <p:blipFill>
          <a:blip r:embed="rId40" r:link="rId41"/>
          <a:stretch>
            <a:fillRect/>
          </a:stretch>
        </p:blipFill>
        <p:spPr>
          <a:xfrm>
            <a:off x="838201" y="366029"/>
            <a:ext cx="9525" cy="9549"/>
          </a:xfrm>
          <a:prstGeom prst="rect">
            <a:avLst/>
          </a:prstGeom>
          <a:noFill/>
          <a:ln>
            <a:noFill/>
            <a:miter lim="800000"/>
          </a:ln>
        </p:spPr>
      </p:pic>
    </p:spTree>
    <p:extLst>
      <p:ext uri="{BB962C8B-B14F-4D97-AF65-F5344CB8AC3E}">
        <p14:creationId xmlns:p14="http://schemas.microsoft.com/office/powerpoint/2010/main" val="9446432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Lst>
  <p:transition spd="med"/>
  <p:txStyles>
    <p:titleStyle>
      <a:lvl1pPr algn="ctr">
        <a:defRPr sz="4400">
          <a:latin typeface="Arial"/>
          <a:ea typeface="Arial"/>
          <a:cs typeface="Arial"/>
          <a:sym typeface="Arial"/>
        </a:defRPr>
      </a:lvl1pPr>
      <a:lvl2pPr algn="ctr">
        <a:defRPr sz="4400">
          <a:latin typeface="Arial"/>
          <a:ea typeface="Arial"/>
          <a:cs typeface="Arial"/>
          <a:sym typeface="Arial"/>
        </a:defRPr>
      </a:lvl2pPr>
      <a:lvl3pPr algn="ctr">
        <a:defRPr sz="4400">
          <a:latin typeface="Arial"/>
          <a:ea typeface="Arial"/>
          <a:cs typeface="Arial"/>
          <a:sym typeface="Arial"/>
        </a:defRPr>
      </a:lvl3pPr>
      <a:lvl4pPr algn="ctr">
        <a:defRPr sz="4400">
          <a:latin typeface="Arial"/>
          <a:ea typeface="Arial"/>
          <a:cs typeface="Arial"/>
          <a:sym typeface="Arial"/>
        </a:defRPr>
      </a:lvl4pPr>
      <a:lvl5pPr algn="ctr">
        <a:defRPr sz="4400">
          <a:latin typeface="Arial"/>
          <a:ea typeface="Arial"/>
          <a:cs typeface="Arial"/>
          <a:sym typeface="Arial"/>
        </a:defRPr>
      </a:lvl5pPr>
      <a:lvl6pPr indent="457200" algn="ctr">
        <a:defRPr sz="4400">
          <a:latin typeface="Arial"/>
          <a:ea typeface="Arial"/>
          <a:cs typeface="Arial"/>
          <a:sym typeface="Arial"/>
        </a:defRPr>
      </a:lvl6pPr>
      <a:lvl7pPr indent="914400" algn="ctr">
        <a:defRPr sz="4400">
          <a:latin typeface="Arial"/>
          <a:ea typeface="Arial"/>
          <a:cs typeface="Arial"/>
          <a:sym typeface="Arial"/>
        </a:defRPr>
      </a:lvl7pPr>
      <a:lvl8pPr indent="1371600" algn="ctr">
        <a:defRPr sz="4400">
          <a:latin typeface="Arial"/>
          <a:ea typeface="Arial"/>
          <a:cs typeface="Arial"/>
          <a:sym typeface="Arial"/>
        </a:defRPr>
      </a:lvl8pPr>
      <a:lvl9pPr indent="1828800" algn="ctr">
        <a:defRPr sz="4400">
          <a:latin typeface="Arial"/>
          <a:ea typeface="Arial"/>
          <a:cs typeface="Arial"/>
          <a:sym typeface="Arial"/>
        </a:defRPr>
      </a:lvl9pPr>
    </p:titleStyle>
    <p:bodyStyle>
      <a:lvl1pPr marL="342900" indent="-342900">
        <a:spcBef>
          <a:spcPts val="700"/>
        </a:spcBef>
        <a:buSzTx/>
        <a:buChar char="•"/>
        <a:defRPr sz="3200">
          <a:latin typeface="Arial"/>
          <a:ea typeface="Arial"/>
          <a:cs typeface="Arial"/>
          <a:sym typeface="Arial"/>
        </a:defRPr>
      </a:lvl1pPr>
      <a:lvl2pPr marL="783590" indent="-326390">
        <a:spcBef>
          <a:spcPts val="700"/>
        </a:spcBef>
        <a:buSzTx/>
        <a:buChar char="–"/>
        <a:defRPr sz="3200">
          <a:latin typeface="Arial"/>
          <a:ea typeface="Arial"/>
          <a:cs typeface="Arial"/>
          <a:sym typeface="Arial"/>
        </a:defRPr>
      </a:lvl2pPr>
      <a:lvl3pPr marL="1219200" indent="-304800">
        <a:spcBef>
          <a:spcPts val="700"/>
        </a:spcBef>
        <a:buSzTx/>
        <a:buChar char="•"/>
        <a:defRPr sz="3200">
          <a:latin typeface="Arial"/>
          <a:ea typeface="Arial"/>
          <a:cs typeface="Arial"/>
          <a:sym typeface="Arial"/>
        </a:defRPr>
      </a:lvl3pPr>
      <a:lvl4pPr marL="1737360" indent="-365760">
        <a:spcBef>
          <a:spcPts val="700"/>
        </a:spcBef>
        <a:buSzTx/>
        <a:buChar char="–"/>
        <a:defRPr sz="3200">
          <a:latin typeface="Arial"/>
          <a:ea typeface="Arial"/>
          <a:cs typeface="Arial"/>
          <a:sym typeface="Arial"/>
        </a:defRPr>
      </a:lvl4pPr>
      <a:lvl5pPr marL="2194560" indent="-365760">
        <a:spcBef>
          <a:spcPts val="700"/>
        </a:spcBef>
        <a:buSzTx/>
        <a:buChar char="»"/>
        <a:defRPr sz="3200">
          <a:latin typeface="Arial"/>
          <a:ea typeface="Arial"/>
          <a:cs typeface="Arial"/>
          <a:sym typeface="Arial"/>
        </a:defRPr>
      </a:lvl5pPr>
      <a:lvl6pPr marL="2692400" indent="-406400">
        <a:spcBef>
          <a:spcPts val="700"/>
        </a:spcBef>
        <a:buSzTx/>
        <a:buChar char="•"/>
        <a:defRPr sz="3200">
          <a:latin typeface="Arial"/>
          <a:ea typeface="Arial"/>
          <a:cs typeface="Arial"/>
          <a:sym typeface="Arial"/>
        </a:defRPr>
      </a:lvl6pPr>
      <a:lvl7pPr marL="3149600" indent="-406400">
        <a:spcBef>
          <a:spcPts val="700"/>
        </a:spcBef>
        <a:buSzTx/>
        <a:buChar char="•"/>
        <a:defRPr sz="3200">
          <a:latin typeface="Arial"/>
          <a:ea typeface="Arial"/>
          <a:cs typeface="Arial"/>
          <a:sym typeface="Arial"/>
        </a:defRPr>
      </a:lvl7pPr>
      <a:lvl8pPr marL="3606800" indent="-406400">
        <a:spcBef>
          <a:spcPts val="700"/>
        </a:spcBef>
        <a:buSzTx/>
        <a:buChar char="•"/>
        <a:defRPr sz="3200">
          <a:latin typeface="Arial"/>
          <a:ea typeface="Arial"/>
          <a:cs typeface="Arial"/>
          <a:sym typeface="Arial"/>
        </a:defRPr>
      </a:lvl8pPr>
      <a:lvl9pPr marL="4064000" indent="-406400">
        <a:spcBef>
          <a:spcPts val="700"/>
        </a:spcBef>
        <a:buSzTx/>
        <a:buChar char="•"/>
        <a:defRPr sz="3200">
          <a:latin typeface="Arial"/>
          <a:ea typeface="Arial"/>
          <a:cs typeface="Arial"/>
          <a:sym typeface="Arial"/>
        </a:defRPr>
      </a:lvl9pPr>
    </p:bodyStyle>
    <p:otherStyle>
      <a:defPPr/>
      <a:lvl1pPr algn="r">
        <a:defRPr sz="1200">
          <a:solidFill>
            <a:schemeClr val="tx1"/>
          </a:solidFill>
          <a:latin typeface="+mn-lt"/>
          <a:ea typeface="+mn-ea"/>
          <a:cs typeface="+mn-cs"/>
          <a:sym typeface="Arial"/>
        </a:defRPr>
      </a:lvl1pPr>
      <a:lvl2pPr indent="457200" algn="r">
        <a:defRPr sz="1200">
          <a:solidFill>
            <a:schemeClr val="tx1"/>
          </a:solidFill>
          <a:latin typeface="+mn-lt"/>
          <a:ea typeface="+mn-ea"/>
          <a:cs typeface="+mn-cs"/>
          <a:sym typeface="Arial"/>
        </a:defRPr>
      </a:lvl2pPr>
      <a:lvl3pPr indent="914400" algn="r">
        <a:defRPr sz="1200">
          <a:solidFill>
            <a:schemeClr val="tx1"/>
          </a:solidFill>
          <a:latin typeface="+mn-lt"/>
          <a:ea typeface="+mn-ea"/>
          <a:cs typeface="+mn-cs"/>
          <a:sym typeface="Arial"/>
        </a:defRPr>
      </a:lvl3pPr>
      <a:lvl4pPr indent="1371600" algn="r">
        <a:defRPr sz="1200">
          <a:solidFill>
            <a:schemeClr val="tx1"/>
          </a:solidFill>
          <a:latin typeface="+mn-lt"/>
          <a:ea typeface="+mn-ea"/>
          <a:cs typeface="+mn-cs"/>
          <a:sym typeface="Arial"/>
        </a:defRPr>
      </a:lvl4pPr>
      <a:lvl5pPr indent="1828800" algn="r">
        <a:defRPr sz="1200">
          <a:solidFill>
            <a:schemeClr val="tx1"/>
          </a:solidFill>
          <a:latin typeface="+mn-lt"/>
          <a:ea typeface="+mn-ea"/>
          <a:cs typeface="+mn-cs"/>
          <a:sym typeface="Arial"/>
        </a:defRPr>
      </a:lvl5pPr>
      <a:lvl6pPr indent="2286000" algn="r">
        <a:defRPr sz="1200">
          <a:solidFill>
            <a:schemeClr val="tx1"/>
          </a:solidFill>
          <a:latin typeface="+mn-lt"/>
          <a:ea typeface="+mn-ea"/>
          <a:cs typeface="+mn-cs"/>
          <a:sym typeface="Arial"/>
        </a:defRPr>
      </a:lvl6pPr>
      <a:lvl7pPr indent="2743200" algn="r">
        <a:defRPr sz="1200">
          <a:solidFill>
            <a:schemeClr val="tx1"/>
          </a:solidFill>
          <a:latin typeface="+mn-lt"/>
          <a:ea typeface="+mn-ea"/>
          <a:cs typeface="+mn-cs"/>
          <a:sym typeface="Arial"/>
        </a:defRPr>
      </a:lvl7pPr>
      <a:lvl8pPr indent="3200400" algn="r">
        <a:defRPr sz="1200">
          <a:solidFill>
            <a:schemeClr val="tx1"/>
          </a:solidFill>
          <a:latin typeface="+mn-lt"/>
          <a:ea typeface="+mn-ea"/>
          <a:cs typeface="+mn-cs"/>
          <a:sym typeface="Arial"/>
        </a:defRPr>
      </a:lvl8pPr>
      <a:lvl9pPr indent="3657600" algn="r">
        <a:defRPr sz="1200">
          <a:solidFill>
            <a:schemeClr val="tx1"/>
          </a:solid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04.xml"/><Relationship Id="rId7" Type="http://schemas.openxmlformats.org/officeDocument/2006/relationships/image" Target="../media/image8.png"/><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slideLayout" Target="../slideLayouts/slideLayout17.xml"/><Relationship Id="rId5" Type="http://schemas.openxmlformats.org/officeDocument/2006/relationships/tags" Target="../tags/tag206.xml"/><Relationship Id="rId4" Type="http://schemas.openxmlformats.org/officeDocument/2006/relationships/tags" Target="../tags/tag205.xml"/></Relationships>
</file>

<file path=ppt/slides/_rels/slide2.xml.rels><?xml version="1.0" encoding="UTF-8" standalone="yes"?>
<Relationships xmlns="http://schemas.openxmlformats.org/package/2006/relationships"><Relationship Id="rId8" Type="http://schemas.openxmlformats.org/officeDocument/2006/relationships/tags" Target="../tags/tag214.xml"/><Relationship Id="rId13" Type="http://schemas.openxmlformats.org/officeDocument/2006/relationships/slideLayout" Target="../slideLayouts/slideLayout2.xml"/><Relationship Id="rId3" Type="http://schemas.openxmlformats.org/officeDocument/2006/relationships/tags" Target="../tags/tag209.xml"/><Relationship Id="rId7" Type="http://schemas.openxmlformats.org/officeDocument/2006/relationships/tags" Target="../tags/tag213.xml"/><Relationship Id="rId12" Type="http://schemas.openxmlformats.org/officeDocument/2006/relationships/tags" Target="../tags/tag218.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tags" Target="../tags/tag217.xml"/><Relationship Id="rId5" Type="http://schemas.openxmlformats.org/officeDocument/2006/relationships/tags" Target="../tags/tag211.xml"/><Relationship Id="rId15" Type="http://schemas.openxmlformats.org/officeDocument/2006/relationships/image" Target="../media/image10.jpeg"/><Relationship Id="rId10" Type="http://schemas.openxmlformats.org/officeDocument/2006/relationships/tags" Target="../tags/tag216.xml"/><Relationship Id="rId4" Type="http://schemas.openxmlformats.org/officeDocument/2006/relationships/tags" Target="../tags/tag210.xml"/><Relationship Id="rId9" Type="http://schemas.openxmlformats.org/officeDocument/2006/relationships/tags" Target="../tags/tag215.xml"/><Relationship Id="rId1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tags" Target="../tags/tag221.xml"/><Relationship Id="rId7" Type="http://schemas.openxmlformats.org/officeDocument/2006/relationships/image" Target="../media/image12.png"/><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image" Target="../media/image11.png"/><Relationship Id="rId5" Type="http://schemas.openxmlformats.org/officeDocument/2006/relationships/slideLayout" Target="../slideLayouts/slideLayout2.xml"/><Relationship Id="rId4" Type="http://schemas.openxmlformats.org/officeDocument/2006/relationships/tags" Target="../tags/tag222.xml"/></Relationships>
</file>

<file path=ppt/slides/_rels/slide4.xml.rels><?xml version="1.0" encoding="UTF-8" standalone="yes"?>
<Relationships xmlns="http://schemas.openxmlformats.org/package/2006/relationships"><Relationship Id="rId8" Type="http://schemas.openxmlformats.org/officeDocument/2006/relationships/tags" Target="../tags/tag230.xml"/><Relationship Id="rId13" Type="http://schemas.openxmlformats.org/officeDocument/2006/relationships/slideLayout" Target="../slideLayouts/slideLayout2.xml"/><Relationship Id="rId3" Type="http://schemas.openxmlformats.org/officeDocument/2006/relationships/tags" Target="../tags/tag225.xml"/><Relationship Id="rId7" Type="http://schemas.openxmlformats.org/officeDocument/2006/relationships/tags" Target="../tags/tag229.xml"/><Relationship Id="rId12" Type="http://schemas.openxmlformats.org/officeDocument/2006/relationships/tags" Target="../tags/tag234.xml"/><Relationship Id="rId2" Type="http://schemas.openxmlformats.org/officeDocument/2006/relationships/tags" Target="../tags/tag224.xml"/><Relationship Id="rId16" Type="http://schemas.openxmlformats.org/officeDocument/2006/relationships/image" Target="../media/image14.png"/><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tags" Target="../tags/tag233.xml"/><Relationship Id="rId5" Type="http://schemas.openxmlformats.org/officeDocument/2006/relationships/tags" Target="../tags/tag227.xml"/><Relationship Id="rId15" Type="http://schemas.openxmlformats.org/officeDocument/2006/relationships/image" Target="../media/image13.png"/><Relationship Id="rId10" Type="http://schemas.openxmlformats.org/officeDocument/2006/relationships/tags" Target="../tags/tag232.xml"/><Relationship Id="rId4" Type="http://schemas.openxmlformats.org/officeDocument/2006/relationships/tags" Target="../tags/tag226.xml"/><Relationship Id="rId9" Type="http://schemas.openxmlformats.org/officeDocument/2006/relationships/tags" Target="../tags/tag231.xml"/><Relationship Id="rId1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237.xml"/><Relationship Id="rId7" Type="http://schemas.openxmlformats.org/officeDocument/2006/relationships/slideLayout" Target="../slideLayouts/slideLayout2.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9" Type="http://schemas.openxmlformats.org/officeDocument/2006/relationships/image" Target="../media/image16.jpeg"/></Relationships>
</file>

<file path=ppt/slides/_rels/slide6.xml.rels><?xml version="1.0" encoding="UTF-8" standalone="yes"?>
<Relationships xmlns="http://schemas.openxmlformats.org/package/2006/relationships"><Relationship Id="rId8" Type="http://schemas.openxmlformats.org/officeDocument/2006/relationships/tags" Target="../tags/tag248.xml"/><Relationship Id="rId13" Type="http://schemas.openxmlformats.org/officeDocument/2006/relationships/image" Target="../media/image9.png"/><Relationship Id="rId3" Type="http://schemas.openxmlformats.org/officeDocument/2006/relationships/tags" Target="../tags/tag243.xml"/><Relationship Id="rId7" Type="http://schemas.openxmlformats.org/officeDocument/2006/relationships/tags" Target="../tags/tag247.xml"/><Relationship Id="rId12" Type="http://schemas.openxmlformats.org/officeDocument/2006/relationships/slideLayout" Target="../slideLayouts/slideLayout2.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tags" Target="../tags/tag251.xml"/><Relationship Id="rId5" Type="http://schemas.openxmlformats.org/officeDocument/2006/relationships/tags" Target="../tags/tag245.xml"/><Relationship Id="rId15" Type="http://schemas.openxmlformats.org/officeDocument/2006/relationships/image" Target="../media/image14.png"/><Relationship Id="rId10" Type="http://schemas.openxmlformats.org/officeDocument/2006/relationships/tags" Target="../tags/tag250.xml"/><Relationship Id="rId4" Type="http://schemas.openxmlformats.org/officeDocument/2006/relationships/tags" Target="../tags/tag244.xml"/><Relationship Id="rId9" Type="http://schemas.openxmlformats.org/officeDocument/2006/relationships/tags" Target="../tags/tag249.xml"/><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tags" Target="../tags/tag259.xml"/><Relationship Id="rId13" Type="http://schemas.openxmlformats.org/officeDocument/2006/relationships/image" Target="../media/image18.png"/><Relationship Id="rId3" Type="http://schemas.openxmlformats.org/officeDocument/2006/relationships/tags" Target="../tags/tag254.xml"/><Relationship Id="rId7" Type="http://schemas.openxmlformats.org/officeDocument/2006/relationships/tags" Target="../tags/tag258.xml"/><Relationship Id="rId12" Type="http://schemas.openxmlformats.org/officeDocument/2006/relationships/image" Target="../media/image17.png"/><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slideLayout" Target="../slideLayouts/slideLayout2.xml"/><Relationship Id="rId5" Type="http://schemas.openxmlformats.org/officeDocument/2006/relationships/tags" Target="../tags/tag256.xml"/><Relationship Id="rId10" Type="http://schemas.openxmlformats.org/officeDocument/2006/relationships/tags" Target="../tags/tag261.xml"/><Relationship Id="rId4" Type="http://schemas.openxmlformats.org/officeDocument/2006/relationships/tags" Target="../tags/tag255.xml"/><Relationship Id="rId9" Type="http://schemas.openxmlformats.org/officeDocument/2006/relationships/tags" Target="../tags/tag260.xml"/></Relationships>
</file>

<file path=ppt/slides/_rels/slide8.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image" Target="../media/image19.png"/><Relationship Id="rId3" Type="http://schemas.openxmlformats.org/officeDocument/2006/relationships/tags" Target="../tags/tag264.xml"/><Relationship Id="rId7" Type="http://schemas.openxmlformats.org/officeDocument/2006/relationships/tags" Target="../tags/tag268.xml"/><Relationship Id="rId12" Type="http://schemas.openxmlformats.org/officeDocument/2006/relationships/slideLayout" Target="../slideLayouts/slideLayout2.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5" Type="http://schemas.openxmlformats.org/officeDocument/2006/relationships/tags" Target="../tags/tag266.xml"/><Relationship Id="rId10" Type="http://schemas.openxmlformats.org/officeDocument/2006/relationships/tags" Target="../tags/tag271.xml"/><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75.xml"/><Relationship Id="rId7" Type="http://schemas.openxmlformats.org/officeDocument/2006/relationships/tags" Target="../tags/tag279.xml"/><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tags" Target="../tags/tag278.xml"/><Relationship Id="rId5" Type="http://schemas.openxmlformats.org/officeDocument/2006/relationships/tags" Target="../tags/tag277.xml"/><Relationship Id="rId10" Type="http://schemas.openxmlformats.org/officeDocument/2006/relationships/image" Target="../media/image18.png"/><Relationship Id="rId4" Type="http://schemas.openxmlformats.org/officeDocument/2006/relationships/tags" Target="../tags/tag276.xml"/><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280.xml"/><Relationship Id="rId6" Type="http://schemas.openxmlformats.org/officeDocument/2006/relationships/image" Target="../media/image20.png"/><Relationship Id="rId5" Type="http://schemas.openxmlformats.org/officeDocument/2006/relationships/slideLayout" Target="../slideLayouts/slideLayout2.xml"/><Relationship Id="rId4" Type="http://schemas.openxmlformats.org/officeDocument/2006/relationships/tags" Target="../tags/tag281.xml"/></Relationships>
</file>

<file path=ppt/slides/_rels/slide11.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18" Type="http://schemas.openxmlformats.org/officeDocument/2006/relationships/tags" Target="../tags/tag299.xml"/><Relationship Id="rId3" Type="http://schemas.openxmlformats.org/officeDocument/2006/relationships/tags" Target="../tags/tag284.xml"/><Relationship Id="rId21" Type="http://schemas.openxmlformats.org/officeDocument/2006/relationships/slideLayout" Target="../slideLayouts/slideLayout2.xml"/><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tags" Target="../tags/tag298.xml"/><Relationship Id="rId2" Type="http://schemas.openxmlformats.org/officeDocument/2006/relationships/tags" Target="../tags/tag283.xml"/><Relationship Id="rId16" Type="http://schemas.openxmlformats.org/officeDocument/2006/relationships/tags" Target="../tags/tag297.xml"/><Relationship Id="rId20" Type="http://schemas.openxmlformats.org/officeDocument/2006/relationships/tags" Target="../tags/tag301.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5" Type="http://schemas.openxmlformats.org/officeDocument/2006/relationships/tags" Target="../tags/tag286.xml"/><Relationship Id="rId15" Type="http://schemas.openxmlformats.org/officeDocument/2006/relationships/tags" Target="../tags/tag296.xml"/><Relationship Id="rId10" Type="http://schemas.openxmlformats.org/officeDocument/2006/relationships/tags" Target="../tags/tag291.xml"/><Relationship Id="rId19" Type="http://schemas.openxmlformats.org/officeDocument/2006/relationships/tags" Target="../tags/tag300.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 Id="rId22"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tags" Target="../tags/tag309.xml"/><Relationship Id="rId3" Type="http://schemas.openxmlformats.org/officeDocument/2006/relationships/tags" Target="../tags/tag304.xml"/><Relationship Id="rId7" Type="http://schemas.openxmlformats.org/officeDocument/2006/relationships/tags" Target="../tags/tag308.xml"/><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tags" Target="../tags/tag307.xml"/><Relationship Id="rId11" Type="http://schemas.openxmlformats.org/officeDocument/2006/relationships/image" Target="../media/image22.png"/><Relationship Id="rId5" Type="http://schemas.openxmlformats.org/officeDocument/2006/relationships/tags" Target="../tags/tag306.xml"/><Relationship Id="rId10" Type="http://schemas.openxmlformats.org/officeDocument/2006/relationships/image" Target="../media/image21.png"/><Relationship Id="rId4" Type="http://schemas.openxmlformats.org/officeDocument/2006/relationships/tags" Target="../tags/tag305.xml"/><Relationship Id="rId9"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317.xml"/><Relationship Id="rId3" Type="http://schemas.openxmlformats.org/officeDocument/2006/relationships/tags" Target="../tags/tag312.xml"/><Relationship Id="rId7" Type="http://schemas.openxmlformats.org/officeDocument/2006/relationships/tags" Target="../tags/tag316.xml"/><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image" Target="../media/image18.png"/><Relationship Id="rId5" Type="http://schemas.openxmlformats.org/officeDocument/2006/relationships/tags" Target="../tags/tag314.xml"/><Relationship Id="rId10" Type="http://schemas.openxmlformats.org/officeDocument/2006/relationships/slideLayout" Target="../slideLayouts/slideLayout2.xml"/><Relationship Id="rId4" Type="http://schemas.openxmlformats.org/officeDocument/2006/relationships/tags" Target="../tags/tag313.xml"/><Relationship Id="rId9" Type="http://schemas.openxmlformats.org/officeDocument/2006/relationships/tags" Target="../tags/tag318.xml"/></Relationships>
</file>

<file path=ppt/slides/_rels/slide15.xml.rels><?xml version="1.0" encoding="UTF-8" standalone="yes"?>
<Relationships xmlns="http://schemas.openxmlformats.org/package/2006/relationships"><Relationship Id="rId8" Type="http://schemas.openxmlformats.org/officeDocument/2006/relationships/tags" Target="../tags/tag326.xml"/><Relationship Id="rId13" Type="http://schemas.openxmlformats.org/officeDocument/2006/relationships/tags" Target="../tags/tag331.xml"/><Relationship Id="rId3" Type="http://schemas.openxmlformats.org/officeDocument/2006/relationships/tags" Target="../tags/tag321.xml"/><Relationship Id="rId7" Type="http://schemas.openxmlformats.org/officeDocument/2006/relationships/tags" Target="../tags/tag325.xml"/><Relationship Id="rId12" Type="http://schemas.openxmlformats.org/officeDocument/2006/relationships/tags" Target="../tags/tag330.xml"/><Relationship Id="rId2" Type="http://schemas.openxmlformats.org/officeDocument/2006/relationships/tags" Target="../tags/tag320.xml"/><Relationship Id="rId1" Type="http://schemas.openxmlformats.org/officeDocument/2006/relationships/tags" Target="../tags/tag319.xml"/><Relationship Id="rId6" Type="http://schemas.openxmlformats.org/officeDocument/2006/relationships/tags" Target="../tags/tag324.xml"/><Relationship Id="rId11" Type="http://schemas.openxmlformats.org/officeDocument/2006/relationships/tags" Target="../tags/tag329.xml"/><Relationship Id="rId5" Type="http://schemas.openxmlformats.org/officeDocument/2006/relationships/tags" Target="../tags/tag323.xml"/><Relationship Id="rId15" Type="http://schemas.openxmlformats.org/officeDocument/2006/relationships/image" Target="../media/image12.png"/><Relationship Id="rId10" Type="http://schemas.openxmlformats.org/officeDocument/2006/relationships/tags" Target="../tags/tag328.xml"/><Relationship Id="rId4" Type="http://schemas.openxmlformats.org/officeDocument/2006/relationships/tags" Target="../tags/tag322.xml"/><Relationship Id="rId9" Type="http://schemas.openxmlformats.org/officeDocument/2006/relationships/tags" Target="../tags/tag327.xml"/><Relationship Id="rId1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339.xml"/><Relationship Id="rId3" Type="http://schemas.openxmlformats.org/officeDocument/2006/relationships/tags" Target="../tags/tag334.xml"/><Relationship Id="rId7" Type="http://schemas.openxmlformats.org/officeDocument/2006/relationships/tags" Target="../tags/tag338.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5" Type="http://schemas.openxmlformats.org/officeDocument/2006/relationships/tags" Target="../tags/tag336.xml"/><Relationship Id="rId10" Type="http://schemas.openxmlformats.org/officeDocument/2006/relationships/slideLayout" Target="../slideLayouts/slideLayout2.xml"/><Relationship Id="rId4" Type="http://schemas.openxmlformats.org/officeDocument/2006/relationships/tags" Target="../tags/tag335.xml"/><Relationship Id="rId9" Type="http://schemas.openxmlformats.org/officeDocument/2006/relationships/tags" Target="../tags/tag340.xml"/></Relationships>
</file>

<file path=ppt/slides/_rels/slide17.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tags" Target="../tags/tag353.xml"/><Relationship Id="rId18" Type="http://schemas.openxmlformats.org/officeDocument/2006/relationships/tags" Target="../tags/tag358.xml"/><Relationship Id="rId26" Type="http://schemas.openxmlformats.org/officeDocument/2006/relationships/slideLayout" Target="../slideLayouts/slideLayout2.xml"/><Relationship Id="rId3" Type="http://schemas.openxmlformats.org/officeDocument/2006/relationships/tags" Target="../tags/tag343.xml"/><Relationship Id="rId21" Type="http://schemas.openxmlformats.org/officeDocument/2006/relationships/tags" Target="../tags/tag361.xml"/><Relationship Id="rId7" Type="http://schemas.openxmlformats.org/officeDocument/2006/relationships/tags" Target="../tags/tag347.xml"/><Relationship Id="rId12" Type="http://schemas.openxmlformats.org/officeDocument/2006/relationships/tags" Target="../tags/tag352.xml"/><Relationship Id="rId17" Type="http://schemas.openxmlformats.org/officeDocument/2006/relationships/tags" Target="../tags/tag357.xml"/><Relationship Id="rId25" Type="http://schemas.openxmlformats.org/officeDocument/2006/relationships/tags" Target="../tags/tag365.xml"/><Relationship Id="rId2" Type="http://schemas.openxmlformats.org/officeDocument/2006/relationships/tags" Target="../tags/tag342.xml"/><Relationship Id="rId16" Type="http://schemas.openxmlformats.org/officeDocument/2006/relationships/tags" Target="../tags/tag356.xml"/><Relationship Id="rId20" Type="http://schemas.openxmlformats.org/officeDocument/2006/relationships/tags" Target="../tags/tag360.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24" Type="http://schemas.openxmlformats.org/officeDocument/2006/relationships/tags" Target="../tags/tag364.xml"/><Relationship Id="rId5" Type="http://schemas.openxmlformats.org/officeDocument/2006/relationships/tags" Target="../tags/tag345.xml"/><Relationship Id="rId15" Type="http://schemas.openxmlformats.org/officeDocument/2006/relationships/tags" Target="../tags/tag355.xml"/><Relationship Id="rId23" Type="http://schemas.openxmlformats.org/officeDocument/2006/relationships/tags" Target="../tags/tag363.xml"/><Relationship Id="rId10" Type="http://schemas.openxmlformats.org/officeDocument/2006/relationships/tags" Target="../tags/tag350.xml"/><Relationship Id="rId19" Type="http://schemas.openxmlformats.org/officeDocument/2006/relationships/tags" Target="../tags/tag359.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tags" Target="../tags/tag354.xml"/><Relationship Id="rId22" Type="http://schemas.openxmlformats.org/officeDocument/2006/relationships/tags" Target="../tags/tag362.xml"/><Relationship Id="rId27"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tags" Target="../tags/tag373.xml"/><Relationship Id="rId13" Type="http://schemas.openxmlformats.org/officeDocument/2006/relationships/tags" Target="../tags/tag378.xml"/><Relationship Id="rId18" Type="http://schemas.openxmlformats.org/officeDocument/2006/relationships/slideLayout" Target="../slideLayouts/slideLayout2.xml"/><Relationship Id="rId3" Type="http://schemas.openxmlformats.org/officeDocument/2006/relationships/tags" Target="../tags/tag368.xml"/><Relationship Id="rId7" Type="http://schemas.openxmlformats.org/officeDocument/2006/relationships/tags" Target="../tags/tag372.xml"/><Relationship Id="rId12" Type="http://schemas.openxmlformats.org/officeDocument/2006/relationships/tags" Target="../tags/tag377.xml"/><Relationship Id="rId17" Type="http://schemas.openxmlformats.org/officeDocument/2006/relationships/tags" Target="../tags/tag382.xml"/><Relationship Id="rId2" Type="http://schemas.openxmlformats.org/officeDocument/2006/relationships/tags" Target="../tags/tag367.xml"/><Relationship Id="rId16" Type="http://schemas.openxmlformats.org/officeDocument/2006/relationships/tags" Target="../tags/tag381.xml"/><Relationship Id="rId1" Type="http://schemas.openxmlformats.org/officeDocument/2006/relationships/tags" Target="../tags/tag366.xml"/><Relationship Id="rId6" Type="http://schemas.openxmlformats.org/officeDocument/2006/relationships/tags" Target="../tags/tag371.xml"/><Relationship Id="rId11" Type="http://schemas.openxmlformats.org/officeDocument/2006/relationships/tags" Target="../tags/tag376.xml"/><Relationship Id="rId5" Type="http://schemas.openxmlformats.org/officeDocument/2006/relationships/tags" Target="../tags/tag370.xml"/><Relationship Id="rId15" Type="http://schemas.openxmlformats.org/officeDocument/2006/relationships/tags" Target="../tags/tag380.xml"/><Relationship Id="rId10" Type="http://schemas.openxmlformats.org/officeDocument/2006/relationships/tags" Target="../tags/tag375.xml"/><Relationship Id="rId19" Type="http://schemas.openxmlformats.org/officeDocument/2006/relationships/image" Target="../media/image12.png"/><Relationship Id="rId4" Type="http://schemas.openxmlformats.org/officeDocument/2006/relationships/tags" Target="../tags/tag369.xml"/><Relationship Id="rId9" Type="http://schemas.openxmlformats.org/officeDocument/2006/relationships/tags" Target="../tags/tag374.xml"/><Relationship Id="rId14" Type="http://schemas.openxmlformats.org/officeDocument/2006/relationships/tags" Target="../tags/tag379.xml"/></Relationships>
</file>

<file path=ppt/slides/_rels/slide19.xml.rels><?xml version="1.0" encoding="UTF-8" standalone="yes"?>
<Relationships xmlns="http://schemas.openxmlformats.org/package/2006/relationships"><Relationship Id="rId8" Type="http://schemas.openxmlformats.org/officeDocument/2006/relationships/tags" Target="../tags/tag390.xml"/><Relationship Id="rId13" Type="http://schemas.openxmlformats.org/officeDocument/2006/relationships/tags" Target="../tags/tag395.xml"/><Relationship Id="rId18" Type="http://schemas.openxmlformats.org/officeDocument/2006/relationships/tags" Target="../tags/tag400.xml"/><Relationship Id="rId26" Type="http://schemas.openxmlformats.org/officeDocument/2006/relationships/tags" Target="../tags/tag408.xml"/><Relationship Id="rId39" Type="http://schemas.openxmlformats.org/officeDocument/2006/relationships/image" Target="../media/image14.png"/><Relationship Id="rId3" Type="http://schemas.openxmlformats.org/officeDocument/2006/relationships/tags" Target="../tags/tag385.xml"/><Relationship Id="rId21" Type="http://schemas.openxmlformats.org/officeDocument/2006/relationships/tags" Target="../tags/tag403.xml"/><Relationship Id="rId34" Type="http://schemas.openxmlformats.org/officeDocument/2006/relationships/tags" Target="../tags/tag416.xml"/><Relationship Id="rId7" Type="http://schemas.openxmlformats.org/officeDocument/2006/relationships/tags" Target="../tags/tag389.xml"/><Relationship Id="rId12" Type="http://schemas.openxmlformats.org/officeDocument/2006/relationships/tags" Target="../tags/tag394.xml"/><Relationship Id="rId17" Type="http://schemas.openxmlformats.org/officeDocument/2006/relationships/tags" Target="../tags/tag399.xml"/><Relationship Id="rId25" Type="http://schemas.openxmlformats.org/officeDocument/2006/relationships/tags" Target="../tags/tag407.xml"/><Relationship Id="rId33" Type="http://schemas.openxmlformats.org/officeDocument/2006/relationships/tags" Target="../tags/tag415.xml"/><Relationship Id="rId38" Type="http://schemas.openxmlformats.org/officeDocument/2006/relationships/image" Target="../media/image13.png"/><Relationship Id="rId2" Type="http://schemas.openxmlformats.org/officeDocument/2006/relationships/tags" Target="../tags/tag384.xml"/><Relationship Id="rId16" Type="http://schemas.openxmlformats.org/officeDocument/2006/relationships/tags" Target="../tags/tag398.xml"/><Relationship Id="rId20" Type="http://schemas.openxmlformats.org/officeDocument/2006/relationships/tags" Target="../tags/tag402.xml"/><Relationship Id="rId29" Type="http://schemas.openxmlformats.org/officeDocument/2006/relationships/tags" Target="../tags/tag411.xml"/><Relationship Id="rId1" Type="http://schemas.openxmlformats.org/officeDocument/2006/relationships/tags" Target="../tags/tag383.xml"/><Relationship Id="rId6" Type="http://schemas.openxmlformats.org/officeDocument/2006/relationships/tags" Target="../tags/tag388.xml"/><Relationship Id="rId11" Type="http://schemas.openxmlformats.org/officeDocument/2006/relationships/tags" Target="../tags/tag393.xml"/><Relationship Id="rId24" Type="http://schemas.openxmlformats.org/officeDocument/2006/relationships/tags" Target="../tags/tag406.xml"/><Relationship Id="rId32" Type="http://schemas.openxmlformats.org/officeDocument/2006/relationships/tags" Target="../tags/tag414.xml"/><Relationship Id="rId37" Type="http://schemas.openxmlformats.org/officeDocument/2006/relationships/image" Target="../media/image9.png"/><Relationship Id="rId40" Type="http://schemas.openxmlformats.org/officeDocument/2006/relationships/image" Target="../media/image18.png"/><Relationship Id="rId5" Type="http://schemas.openxmlformats.org/officeDocument/2006/relationships/tags" Target="../tags/tag387.xml"/><Relationship Id="rId15" Type="http://schemas.openxmlformats.org/officeDocument/2006/relationships/tags" Target="../tags/tag397.xml"/><Relationship Id="rId23" Type="http://schemas.openxmlformats.org/officeDocument/2006/relationships/tags" Target="../tags/tag405.xml"/><Relationship Id="rId28" Type="http://schemas.openxmlformats.org/officeDocument/2006/relationships/tags" Target="../tags/tag410.xml"/><Relationship Id="rId36" Type="http://schemas.openxmlformats.org/officeDocument/2006/relationships/slideLayout" Target="../slideLayouts/slideLayout2.xml"/><Relationship Id="rId10" Type="http://schemas.openxmlformats.org/officeDocument/2006/relationships/tags" Target="../tags/tag392.xml"/><Relationship Id="rId19" Type="http://schemas.openxmlformats.org/officeDocument/2006/relationships/tags" Target="../tags/tag401.xml"/><Relationship Id="rId31" Type="http://schemas.openxmlformats.org/officeDocument/2006/relationships/tags" Target="../tags/tag413.xml"/><Relationship Id="rId4" Type="http://schemas.openxmlformats.org/officeDocument/2006/relationships/tags" Target="../tags/tag386.xml"/><Relationship Id="rId9" Type="http://schemas.openxmlformats.org/officeDocument/2006/relationships/tags" Target="../tags/tag391.xml"/><Relationship Id="rId14" Type="http://schemas.openxmlformats.org/officeDocument/2006/relationships/tags" Target="../tags/tag396.xml"/><Relationship Id="rId22" Type="http://schemas.openxmlformats.org/officeDocument/2006/relationships/tags" Target="../tags/tag404.xml"/><Relationship Id="rId27" Type="http://schemas.openxmlformats.org/officeDocument/2006/relationships/tags" Target="../tags/tag409.xml"/><Relationship Id="rId30" Type="http://schemas.openxmlformats.org/officeDocument/2006/relationships/tags" Target="../tags/tag412.xml"/><Relationship Id="rId35" Type="http://schemas.openxmlformats.org/officeDocument/2006/relationships/tags" Target="../tags/tag417.xml"/></Relationships>
</file>

<file path=ppt/slides/_rels/slide20.xml.rels><?xml version="1.0" encoding="UTF-8" standalone="yes"?>
<Relationships xmlns="http://schemas.openxmlformats.org/package/2006/relationships"><Relationship Id="rId8" Type="http://schemas.openxmlformats.org/officeDocument/2006/relationships/tags" Target="../tags/tag425.xml"/><Relationship Id="rId13" Type="http://schemas.openxmlformats.org/officeDocument/2006/relationships/tags" Target="../tags/tag430.xml"/><Relationship Id="rId18" Type="http://schemas.openxmlformats.org/officeDocument/2006/relationships/tags" Target="../tags/tag435.xml"/><Relationship Id="rId3" Type="http://schemas.openxmlformats.org/officeDocument/2006/relationships/tags" Target="../tags/tag420.xml"/><Relationship Id="rId21" Type="http://schemas.openxmlformats.org/officeDocument/2006/relationships/tags" Target="../tags/tag438.xml"/><Relationship Id="rId7" Type="http://schemas.openxmlformats.org/officeDocument/2006/relationships/tags" Target="../tags/tag424.xml"/><Relationship Id="rId12" Type="http://schemas.openxmlformats.org/officeDocument/2006/relationships/tags" Target="../tags/tag429.xml"/><Relationship Id="rId17" Type="http://schemas.openxmlformats.org/officeDocument/2006/relationships/tags" Target="../tags/tag434.xml"/><Relationship Id="rId2" Type="http://schemas.openxmlformats.org/officeDocument/2006/relationships/tags" Target="../tags/tag419.xml"/><Relationship Id="rId16" Type="http://schemas.openxmlformats.org/officeDocument/2006/relationships/tags" Target="../tags/tag433.xml"/><Relationship Id="rId20" Type="http://schemas.openxmlformats.org/officeDocument/2006/relationships/tags" Target="../tags/tag437.xml"/><Relationship Id="rId1" Type="http://schemas.openxmlformats.org/officeDocument/2006/relationships/tags" Target="../tags/tag418.xml"/><Relationship Id="rId6" Type="http://schemas.openxmlformats.org/officeDocument/2006/relationships/tags" Target="../tags/tag423.xml"/><Relationship Id="rId11" Type="http://schemas.openxmlformats.org/officeDocument/2006/relationships/tags" Target="../tags/tag428.xml"/><Relationship Id="rId24" Type="http://schemas.openxmlformats.org/officeDocument/2006/relationships/slideLayout" Target="../slideLayouts/slideLayout2.xml"/><Relationship Id="rId5" Type="http://schemas.openxmlformats.org/officeDocument/2006/relationships/tags" Target="../tags/tag422.xml"/><Relationship Id="rId15" Type="http://schemas.openxmlformats.org/officeDocument/2006/relationships/tags" Target="../tags/tag432.xml"/><Relationship Id="rId23" Type="http://schemas.openxmlformats.org/officeDocument/2006/relationships/tags" Target="../tags/tag440.xml"/><Relationship Id="rId10" Type="http://schemas.openxmlformats.org/officeDocument/2006/relationships/tags" Target="../tags/tag427.xml"/><Relationship Id="rId19" Type="http://schemas.openxmlformats.org/officeDocument/2006/relationships/tags" Target="../tags/tag436.xml"/><Relationship Id="rId4" Type="http://schemas.openxmlformats.org/officeDocument/2006/relationships/tags" Target="../tags/tag421.xml"/><Relationship Id="rId9" Type="http://schemas.openxmlformats.org/officeDocument/2006/relationships/tags" Target="../tags/tag426.xml"/><Relationship Id="rId14" Type="http://schemas.openxmlformats.org/officeDocument/2006/relationships/tags" Target="../tags/tag431.xml"/><Relationship Id="rId22" Type="http://schemas.openxmlformats.org/officeDocument/2006/relationships/tags" Target="../tags/tag439.xml"/></Relationships>
</file>

<file path=ppt/slides/_rels/slide21.xml.rels><?xml version="1.0" encoding="UTF-8" standalone="yes"?>
<Relationships xmlns="http://schemas.openxmlformats.org/package/2006/relationships"><Relationship Id="rId8" Type="http://schemas.openxmlformats.org/officeDocument/2006/relationships/tags" Target="../tags/tag448.xml"/><Relationship Id="rId13" Type="http://schemas.openxmlformats.org/officeDocument/2006/relationships/tags" Target="../tags/tag453.xml"/><Relationship Id="rId18" Type="http://schemas.openxmlformats.org/officeDocument/2006/relationships/tags" Target="../tags/tag458.xml"/><Relationship Id="rId26" Type="http://schemas.openxmlformats.org/officeDocument/2006/relationships/tags" Target="../tags/tag466.xml"/><Relationship Id="rId39" Type="http://schemas.openxmlformats.org/officeDocument/2006/relationships/tags" Target="../tags/tag479.xml"/><Relationship Id="rId3" Type="http://schemas.openxmlformats.org/officeDocument/2006/relationships/tags" Target="../tags/tag443.xml"/><Relationship Id="rId21" Type="http://schemas.openxmlformats.org/officeDocument/2006/relationships/tags" Target="../tags/tag461.xml"/><Relationship Id="rId34" Type="http://schemas.openxmlformats.org/officeDocument/2006/relationships/tags" Target="../tags/tag474.xml"/><Relationship Id="rId42" Type="http://schemas.openxmlformats.org/officeDocument/2006/relationships/tags" Target="../tags/tag482.xml"/><Relationship Id="rId7" Type="http://schemas.openxmlformats.org/officeDocument/2006/relationships/tags" Target="../tags/tag447.xml"/><Relationship Id="rId12" Type="http://schemas.openxmlformats.org/officeDocument/2006/relationships/tags" Target="../tags/tag452.xml"/><Relationship Id="rId17" Type="http://schemas.openxmlformats.org/officeDocument/2006/relationships/tags" Target="../tags/tag457.xml"/><Relationship Id="rId25" Type="http://schemas.openxmlformats.org/officeDocument/2006/relationships/tags" Target="../tags/tag465.xml"/><Relationship Id="rId33" Type="http://schemas.openxmlformats.org/officeDocument/2006/relationships/tags" Target="../tags/tag473.xml"/><Relationship Id="rId38" Type="http://schemas.openxmlformats.org/officeDocument/2006/relationships/tags" Target="../tags/tag478.xml"/><Relationship Id="rId46" Type="http://schemas.openxmlformats.org/officeDocument/2006/relationships/image" Target="../media/image24.png"/><Relationship Id="rId2" Type="http://schemas.openxmlformats.org/officeDocument/2006/relationships/tags" Target="../tags/tag442.xml"/><Relationship Id="rId16" Type="http://schemas.openxmlformats.org/officeDocument/2006/relationships/tags" Target="../tags/tag456.xml"/><Relationship Id="rId20" Type="http://schemas.openxmlformats.org/officeDocument/2006/relationships/tags" Target="../tags/tag460.xml"/><Relationship Id="rId29" Type="http://schemas.openxmlformats.org/officeDocument/2006/relationships/tags" Target="../tags/tag469.xml"/><Relationship Id="rId41" Type="http://schemas.openxmlformats.org/officeDocument/2006/relationships/tags" Target="../tags/tag481.xml"/><Relationship Id="rId1" Type="http://schemas.openxmlformats.org/officeDocument/2006/relationships/tags" Target="../tags/tag441.xml"/><Relationship Id="rId6" Type="http://schemas.openxmlformats.org/officeDocument/2006/relationships/tags" Target="../tags/tag446.xml"/><Relationship Id="rId11" Type="http://schemas.openxmlformats.org/officeDocument/2006/relationships/tags" Target="../tags/tag451.xml"/><Relationship Id="rId24" Type="http://schemas.openxmlformats.org/officeDocument/2006/relationships/tags" Target="../tags/tag464.xml"/><Relationship Id="rId32" Type="http://schemas.openxmlformats.org/officeDocument/2006/relationships/tags" Target="../tags/tag472.xml"/><Relationship Id="rId37" Type="http://schemas.openxmlformats.org/officeDocument/2006/relationships/tags" Target="../tags/tag477.xml"/><Relationship Id="rId40" Type="http://schemas.openxmlformats.org/officeDocument/2006/relationships/tags" Target="../tags/tag480.xml"/><Relationship Id="rId45" Type="http://schemas.openxmlformats.org/officeDocument/2006/relationships/image" Target="../media/image23.png"/><Relationship Id="rId5" Type="http://schemas.openxmlformats.org/officeDocument/2006/relationships/tags" Target="../tags/tag445.xml"/><Relationship Id="rId15" Type="http://schemas.openxmlformats.org/officeDocument/2006/relationships/tags" Target="../tags/tag455.xml"/><Relationship Id="rId23" Type="http://schemas.openxmlformats.org/officeDocument/2006/relationships/tags" Target="../tags/tag463.xml"/><Relationship Id="rId28" Type="http://schemas.openxmlformats.org/officeDocument/2006/relationships/tags" Target="../tags/tag468.xml"/><Relationship Id="rId36" Type="http://schemas.openxmlformats.org/officeDocument/2006/relationships/tags" Target="../tags/tag476.xml"/><Relationship Id="rId10" Type="http://schemas.openxmlformats.org/officeDocument/2006/relationships/tags" Target="../tags/tag450.xml"/><Relationship Id="rId19" Type="http://schemas.openxmlformats.org/officeDocument/2006/relationships/tags" Target="../tags/tag459.xml"/><Relationship Id="rId31" Type="http://schemas.openxmlformats.org/officeDocument/2006/relationships/tags" Target="../tags/tag471.xml"/><Relationship Id="rId44" Type="http://schemas.openxmlformats.org/officeDocument/2006/relationships/slideLayout" Target="../slideLayouts/slideLayout2.xml"/><Relationship Id="rId4" Type="http://schemas.openxmlformats.org/officeDocument/2006/relationships/tags" Target="../tags/tag444.xml"/><Relationship Id="rId9" Type="http://schemas.openxmlformats.org/officeDocument/2006/relationships/tags" Target="../tags/tag449.xml"/><Relationship Id="rId14" Type="http://schemas.openxmlformats.org/officeDocument/2006/relationships/tags" Target="../tags/tag454.xml"/><Relationship Id="rId22" Type="http://schemas.openxmlformats.org/officeDocument/2006/relationships/tags" Target="../tags/tag462.xml"/><Relationship Id="rId27" Type="http://schemas.openxmlformats.org/officeDocument/2006/relationships/tags" Target="../tags/tag467.xml"/><Relationship Id="rId30" Type="http://schemas.openxmlformats.org/officeDocument/2006/relationships/tags" Target="../tags/tag470.xml"/><Relationship Id="rId35" Type="http://schemas.openxmlformats.org/officeDocument/2006/relationships/tags" Target="../tags/tag475.xml"/><Relationship Id="rId43" Type="http://schemas.openxmlformats.org/officeDocument/2006/relationships/tags" Target="../tags/tag483.xml"/></Relationships>
</file>

<file path=ppt/slides/_rels/slide22.xml.rels><?xml version="1.0" encoding="UTF-8" standalone="yes"?>
<Relationships xmlns="http://schemas.openxmlformats.org/package/2006/relationships"><Relationship Id="rId8" Type="http://schemas.openxmlformats.org/officeDocument/2006/relationships/tags" Target="../tags/tag491.xml"/><Relationship Id="rId13" Type="http://schemas.openxmlformats.org/officeDocument/2006/relationships/tags" Target="../tags/tag496.xml"/><Relationship Id="rId18" Type="http://schemas.openxmlformats.org/officeDocument/2006/relationships/tags" Target="../tags/tag501.xml"/><Relationship Id="rId26" Type="http://schemas.openxmlformats.org/officeDocument/2006/relationships/tags" Target="../tags/tag509.xml"/><Relationship Id="rId39" Type="http://schemas.openxmlformats.org/officeDocument/2006/relationships/image" Target="../media/image28.png"/><Relationship Id="rId3" Type="http://schemas.openxmlformats.org/officeDocument/2006/relationships/tags" Target="../tags/tag486.xml"/><Relationship Id="rId21" Type="http://schemas.openxmlformats.org/officeDocument/2006/relationships/tags" Target="../tags/tag504.xml"/><Relationship Id="rId34" Type="http://schemas.openxmlformats.org/officeDocument/2006/relationships/tags" Target="../tags/tag517.xml"/><Relationship Id="rId42" Type="http://schemas.openxmlformats.org/officeDocument/2006/relationships/image" Target="../media/image31.png"/><Relationship Id="rId7" Type="http://schemas.openxmlformats.org/officeDocument/2006/relationships/tags" Target="../tags/tag490.xml"/><Relationship Id="rId12" Type="http://schemas.openxmlformats.org/officeDocument/2006/relationships/tags" Target="../tags/tag495.xml"/><Relationship Id="rId17" Type="http://schemas.openxmlformats.org/officeDocument/2006/relationships/tags" Target="../tags/tag500.xml"/><Relationship Id="rId25" Type="http://schemas.openxmlformats.org/officeDocument/2006/relationships/tags" Target="../tags/tag508.xml"/><Relationship Id="rId33" Type="http://schemas.openxmlformats.org/officeDocument/2006/relationships/tags" Target="../tags/tag516.xml"/><Relationship Id="rId38" Type="http://schemas.openxmlformats.org/officeDocument/2006/relationships/image" Target="../media/image27.png"/><Relationship Id="rId2" Type="http://schemas.openxmlformats.org/officeDocument/2006/relationships/tags" Target="../tags/tag485.xml"/><Relationship Id="rId16" Type="http://schemas.openxmlformats.org/officeDocument/2006/relationships/tags" Target="../tags/tag499.xml"/><Relationship Id="rId20" Type="http://schemas.openxmlformats.org/officeDocument/2006/relationships/tags" Target="../tags/tag503.xml"/><Relationship Id="rId29" Type="http://schemas.openxmlformats.org/officeDocument/2006/relationships/tags" Target="../tags/tag512.xml"/><Relationship Id="rId41" Type="http://schemas.openxmlformats.org/officeDocument/2006/relationships/image" Target="../media/image30.png"/><Relationship Id="rId1" Type="http://schemas.openxmlformats.org/officeDocument/2006/relationships/tags" Target="../tags/tag484.xml"/><Relationship Id="rId6" Type="http://schemas.openxmlformats.org/officeDocument/2006/relationships/tags" Target="../tags/tag489.xml"/><Relationship Id="rId11" Type="http://schemas.openxmlformats.org/officeDocument/2006/relationships/tags" Target="../tags/tag494.xml"/><Relationship Id="rId24" Type="http://schemas.openxmlformats.org/officeDocument/2006/relationships/tags" Target="../tags/tag507.xml"/><Relationship Id="rId32" Type="http://schemas.openxmlformats.org/officeDocument/2006/relationships/tags" Target="../tags/tag515.xml"/><Relationship Id="rId37" Type="http://schemas.openxmlformats.org/officeDocument/2006/relationships/image" Target="../media/image26.png"/><Relationship Id="rId40" Type="http://schemas.openxmlformats.org/officeDocument/2006/relationships/image" Target="../media/image29.png"/><Relationship Id="rId5" Type="http://schemas.openxmlformats.org/officeDocument/2006/relationships/tags" Target="../tags/tag488.xml"/><Relationship Id="rId15" Type="http://schemas.openxmlformats.org/officeDocument/2006/relationships/tags" Target="../tags/tag498.xml"/><Relationship Id="rId23" Type="http://schemas.openxmlformats.org/officeDocument/2006/relationships/tags" Target="../tags/tag506.xml"/><Relationship Id="rId28" Type="http://schemas.openxmlformats.org/officeDocument/2006/relationships/tags" Target="../tags/tag511.xml"/><Relationship Id="rId36" Type="http://schemas.openxmlformats.org/officeDocument/2006/relationships/image" Target="../media/image25.png"/><Relationship Id="rId10" Type="http://schemas.openxmlformats.org/officeDocument/2006/relationships/tags" Target="../tags/tag493.xml"/><Relationship Id="rId19" Type="http://schemas.openxmlformats.org/officeDocument/2006/relationships/tags" Target="../tags/tag502.xml"/><Relationship Id="rId31" Type="http://schemas.openxmlformats.org/officeDocument/2006/relationships/tags" Target="../tags/tag514.xml"/><Relationship Id="rId4" Type="http://schemas.openxmlformats.org/officeDocument/2006/relationships/tags" Target="../tags/tag487.xml"/><Relationship Id="rId9" Type="http://schemas.openxmlformats.org/officeDocument/2006/relationships/tags" Target="../tags/tag492.xml"/><Relationship Id="rId14" Type="http://schemas.openxmlformats.org/officeDocument/2006/relationships/tags" Target="../tags/tag497.xml"/><Relationship Id="rId22" Type="http://schemas.openxmlformats.org/officeDocument/2006/relationships/tags" Target="../tags/tag505.xml"/><Relationship Id="rId27" Type="http://schemas.openxmlformats.org/officeDocument/2006/relationships/tags" Target="../tags/tag510.xml"/><Relationship Id="rId30" Type="http://schemas.openxmlformats.org/officeDocument/2006/relationships/tags" Target="../tags/tag513.xml"/><Relationship Id="rId35"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525.xml"/><Relationship Id="rId13" Type="http://schemas.openxmlformats.org/officeDocument/2006/relationships/tags" Target="../tags/tag530.xml"/><Relationship Id="rId18" Type="http://schemas.openxmlformats.org/officeDocument/2006/relationships/tags" Target="../tags/tag535.xml"/><Relationship Id="rId3" Type="http://schemas.openxmlformats.org/officeDocument/2006/relationships/tags" Target="../tags/tag520.xml"/><Relationship Id="rId21" Type="http://schemas.openxmlformats.org/officeDocument/2006/relationships/image" Target="../media/image23.gif"/><Relationship Id="rId7" Type="http://schemas.openxmlformats.org/officeDocument/2006/relationships/tags" Target="../tags/tag524.xml"/><Relationship Id="rId12" Type="http://schemas.openxmlformats.org/officeDocument/2006/relationships/tags" Target="../tags/tag529.xml"/><Relationship Id="rId17" Type="http://schemas.openxmlformats.org/officeDocument/2006/relationships/tags" Target="../tags/tag534.xml"/><Relationship Id="rId2" Type="http://schemas.openxmlformats.org/officeDocument/2006/relationships/tags" Target="../tags/tag519.xml"/><Relationship Id="rId16" Type="http://schemas.openxmlformats.org/officeDocument/2006/relationships/tags" Target="../tags/tag533.xml"/><Relationship Id="rId20" Type="http://schemas.openxmlformats.org/officeDocument/2006/relationships/slideLayout" Target="../slideLayouts/slideLayout2.xml"/><Relationship Id="rId1" Type="http://schemas.openxmlformats.org/officeDocument/2006/relationships/tags" Target="../tags/tag518.xml"/><Relationship Id="rId6" Type="http://schemas.openxmlformats.org/officeDocument/2006/relationships/tags" Target="../tags/tag523.xml"/><Relationship Id="rId11" Type="http://schemas.openxmlformats.org/officeDocument/2006/relationships/tags" Target="../tags/tag528.xml"/><Relationship Id="rId5" Type="http://schemas.openxmlformats.org/officeDocument/2006/relationships/tags" Target="../tags/tag522.xml"/><Relationship Id="rId15" Type="http://schemas.openxmlformats.org/officeDocument/2006/relationships/tags" Target="../tags/tag532.xml"/><Relationship Id="rId23" Type="http://schemas.openxmlformats.org/officeDocument/2006/relationships/image" Target="../media/image32.png"/><Relationship Id="rId10" Type="http://schemas.openxmlformats.org/officeDocument/2006/relationships/tags" Target="../tags/tag527.xml"/><Relationship Id="rId19" Type="http://schemas.openxmlformats.org/officeDocument/2006/relationships/tags" Target="../tags/tag536.xml"/><Relationship Id="rId4" Type="http://schemas.openxmlformats.org/officeDocument/2006/relationships/tags" Target="../tags/tag521.xml"/><Relationship Id="rId9" Type="http://schemas.openxmlformats.org/officeDocument/2006/relationships/tags" Target="../tags/tag526.xml"/><Relationship Id="rId14" Type="http://schemas.openxmlformats.org/officeDocument/2006/relationships/tags" Target="../tags/tag531.xml"/><Relationship Id="rId22" Type="http://schemas.openxmlformats.org/officeDocument/2006/relationships/image" Target="../media/image24.jpeg"/></Relationships>
</file>

<file path=ppt/slides/_rels/slide24.xml.rels><?xml version="1.0" encoding="UTF-8" standalone="yes"?>
<Relationships xmlns="http://schemas.openxmlformats.org/package/2006/relationships"><Relationship Id="rId8" Type="http://schemas.openxmlformats.org/officeDocument/2006/relationships/tags" Target="../tags/tag544.xml"/><Relationship Id="rId13" Type="http://schemas.openxmlformats.org/officeDocument/2006/relationships/tags" Target="../tags/tag549.xml"/><Relationship Id="rId18" Type="http://schemas.openxmlformats.org/officeDocument/2006/relationships/tags" Target="../tags/tag554.xml"/><Relationship Id="rId3" Type="http://schemas.openxmlformats.org/officeDocument/2006/relationships/tags" Target="../tags/tag539.xml"/><Relationship Id="rId21" Type="http://schemas.openxmlformats.org/officeDocument/2006/relationships/tags" Target="../tags/tag557.xml"/><Relationship Id="rId7" Type="http://schemas.openxmlformats.org/officeDocument/2006/relationships/tags" Target="../tags/tag543.xml"/><Relationship Id="rId12" Type="http://schemas.openxmlformats.org/officeDocument/2006/relationships/tags" Target="../tags/tag548.xml"/><Relationship Id="rId17" Type="http://schemas.openxmlformats.org/officeDocument/2006/relationships/tags" Target="../tags/tag553.xml"/><Relationship Id="rId25" Type="http://schemas.openxmlformats.org/officeDocument/2006/relationships/image" Target="../media/image38.png"/><Relationship Id="rId2" Type="http://schemas.openxmlformats.org/officeDocument/2006/relationships/tags" Target="../tags/tag538.xml"/><Relationship Id="rId16" Type="http://schemas.openxmlformats.org/officeDocument/2006/relationships/tags" Target="../tags/tag552.xml"/><Relationship Id="rId20" Type="http://schemas.openxmlformats.org/officeDocument/2006/relationships/tags" Target="../tags/tag556.xml"/><Relationship Id="rId1" Type="http://schemas.openxmlformats.org/officeDocument/2006/relationships/tags" Target="../tags/tag537.xml"/><Relationship Id="rId6" Type="http://schemas.openxmlformats.org/officeDocument/2006/relationships/tags" Target="../tags/tag542.xml"/><Relationship Id="rId11" Type="http://schemas.openxmlformats.org/officeDocument/2006/relationships/tags" Target="../tags/tag547.xml"/><Relationship Id="rId24" Type="http://schemas.openxmlformats.org/officeDocument/2006/relationships/image" Target="../media/image33.jpeg"/><Relationship Id="rId5" Type="http://schemas.openxmlformats.org/officeDocument/2006/relationships/tags" Target="../tags/tag541.xml"/><Relationship Id="rId15" Type="http://schemas.openxmlformats.org/officeDocument/2006/relationships/tags" Target="../tags/tag551.xml"/><Relationship Id="rId23" Type="http://schemas.openxmlformats.org/officeDocument/2006/relationships/slideLayout" Target="../slideLayouts/slideLayout2.xml"/><Relationship Id="rId10" Type="http://schemas.openxmlformats.org/officeDocument/2006/relationships/tags" Target="../tags/tag546.xml"/><Relationship Id="rId19" Type="http://schemas.openxmlformats.org/officeDocument/2006/relationships/tags" Target="../tags/tag555.xml"/><Relationship Id="rId4" Type="http://schemas.openxmlformats.org/officeDocument/2006/relationships/tags" Target="../tags/tag540.xml"/><Relationship Id="rId9" Type="http://schemas.openxmlformats.org/officeDocument/2006/relationships/tags" Target="../tags/tag545.xml"/><Relationship Id="rId14" Type="http://schemas.openxmlformats.org/officeDocument/2006/relationships/tags" Target="../tags/tag550.xml"/><Relationship Id="rId22" Type="http://schemas.openxmlformats.org/officeDocument/2006/relationships/tags" Target="../tags/tag558.xml"/></Relationships>
</file>

<file path=ppt/slides/_rels/slide25.xml.rels><?xml version="1.0" encoding="UTF-8" standalone="yes"?>
<Relationships xmlns="http://schemas.openxmlformats.org/package/2006/relationships"><Relationship Id="rId3" Type="http://schemas.openxmlformats.org/officeDocument/2006/relationships/tags" Target="../tags/tag561.xml"/><Relationship Id="rId2" Type="http://schemas.openxmlformats.org/officeDocument/2006/relationships/tags" Target="../tags/tag560.xml"/><Relationship Id="rId1" Type="http://schemas.openxmlformats.org/officeDocument/2006/relationships/tags" Target="../tags/tag559.xml"/><Relationship Id="rId5" Type="http://schemas.openxmlformats.org/officeDocument/2006/relationships/image" Target="../media/image34.png"/><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569.xml"/><Relationship Id="rId3" Type="http://schemas.openxmlformats.org/officeDocument/2006/relationships/tags" Target="../tags/tag564.xml"/><Relationship Id="rId7" Type="http://schemas.openxmlformats.org/officeDocument/2006/relationships/tags" Target="../tags/tag568.xml"/><Relationship Id="rId2" Type="http://schemas.openxmlformats.org/officeDocument/2006/relationships/tags" Target="../tags/tag563.xml"/><Relationship Id="rId1" Type="http://schemas.openxmlformats.org/officeDocument/2006/relationships/tags" Target="../tags/tag562.xml"/><Relationship Id="rId6" Type="http://schemas.openxmlformats.org/officeDocument/2006/relationships/tags" Target="../tags/tag567.xml"/><Relationship Id="rId5" Type="http://schemas.openxmlformats.org/officeDocument/2006/relationships/tags" Target="../tags/tag566.xml"/><Relationship Id="rId4" Type="http://schemas.openxmlformats.org/officeDocument/2006/relationships/tags" Target="../tags/tag565.xml"/><Relationship Id="rId9"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1.xml"/><Relationship Id="rId1" Type="http://schemas.openxmlformats.org/officeDocument/2006/relationships/tags" Target="../tags/tag570.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7394865" y="3460903"/>
            <a:ext cx="1872568" cy="1872568"/>
          </a:xfrm>
          <a:prstGeom prst="rect">
            <a:avLst/>
          </a:prstGeom>
        </p:spPr>
      </p:pic>
      <p:sp>
        <p:nvSpPr>
          <p:cNvPr id="4" name="Shape 40">
            <a:extLst>
              <a:ext uri="{FF2B5EF4-FFF2-40B4-BE49-F238E27FC236}">
                <a16:creationId xmlns:a16="http://schemas.microsoft.com/office/drawing/2014/main" id="{53DA0610-1477-71EA-AFDB-6409C9B519DC}"/>
              </a:ext>
            </a:extLst>
          </p:cNvPr>
          <p:cNvSpPr/>
          <p:nvPr>
            <p:custDataLst>
              <p:tags r:id="rId2"/>
            </p:custDataLst>
          </p:nvPr>
        </p:nvSpPr>
        <p:spPr>
          <a:xfrm>
            <a:off x="1235075" y="2364105"/>
            <a:ext cx="6824345" cy="645160"/>
          </a:xfrm>
          <a:prstGeom prst="rect">
            <a:avLst/>
          </a:prstGeom>
          <a:ln w="12700">
            <a:miter lim="400000"/>
          </a:ln>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sz="1800">
                <a:solidFill>
                  <a:srgbClr val="000000"/>
                </a:solidFill>
              </a:defRPr>
            </a:pPr>
            <a:r>
              <a:rPr lang="zh-CN" altLang="en-US" sz="3600" b="1">
                <a:solidFill>
                  <a:srgbClr val="7030A0"/>
                </a:solidFill>
                <a:latin typeface="等线" panose="02010600030101010101" pitchFamily="2" charset="-122"/>
                <a:ea typeface="等线" panose="02010600030101010101" pitchFamily="2" charset="-122"/>
              </a:rPr>
              <a:t>第三章 </a:t>
            </a:r>
            <a:r>
              <a:rPr lang="en-US" altLang="zh-CN" sz="3600" b="1">
                <a:solidFill>
                  <a:srgbClr val="7030A0"/>
                </a:solidFill>
                <a:latin typeface="等线" panose="02010600030101010101" pitchFamily="2" charset="-122"/>
                <a:ea typeface="等线" panose="02010600030101010101" pitchFamily="2" charset="-122"/>
              </a:rPr>
              <a:t>   </a:t>
            </a:r>
            <a:r>
              <a:rPr lang="zh-CN" altLang="en-US" sz="3600" b="1">
                <a:solidFill>
                  <a:srgbClr val="7030A0"/>
                </a:solidFill>
                <a:latin typeface="等线" panose="02010600030101010101" pitchFamily="2" charset="-122"/>
                <a:ea typeface="等线" panose="02010600030101010101" pitchFamily="2" charset="-122"/>
              </a:rPr>
              <a:t>相互作用</a:t>
            </a:r>
            <a:r>
              <a:rPr lang="en-US" altLang="zh-CN" sz="3600" b="1">
                <a:solidFill>
                  <a:srgbClr val="7030A0"/>
                </a:solidFill>
                <a:latin typeface="等线" panose="02010600030101010101" pitchFamily="2" charset="-122"/>
                <a:ea typeface="等线" panose="02010600030101010101" pitchFamily="2" charset="-122"/>
              </a:rPr>
              <a:t>——</a:t>
            </a:r>
            <a:r>
              <a:rPr lang="zh-CN" altLang="en-US" sz="3600" b="1">
                <a:solidFill>
                  <a:srgbClr val="7030A0"/>
                </a:solidFill>
                <a:latin typeface="等线" panose="02010600030101010101" pitchFamily="2" charset="-122"/>
                <a:ea typeface="等线" panose="02010600030101010101" pitchFamily="2" charset="-122"/>
              </a:rPr>
              <a:t>力</a:t>
            </a:r>
          </a:p>
        </p:txBody>
      </p:sp>
      <p:sp>
        <p:nvSpPr>
          <p:cNvPr id="5" name="Shape 40">
            <a:extLst>
              <a:ext uri="{FF2B5EF4-FFF2-40B4-BE49-F238E27FC236}">
                <a16:creationId xmlns:a16="http://schemas.microsoft.com/office/drawing/2014/main" id="{C676A09D-4EDE-F193-D3B5-9E8E8C0E7715}"/>
              </a:ext>
            </a:extLst>
          </p:cNvPr>
          <p:cNvSpPr/>
          <p:nvPr>
            <p:custDataLst>
              <p:tags r:id="rId3"/>
            </p:custDataLst>
          </p:nvPr>
        </p:nvSpPr>
        <p:spPr>
          <a:xfrm>
            <a:off x="1348105" y="3357880"/>
            <a:ext cx="6774815" cy="460375"/>
          </a:xfrm>
          <a:prstGeom prst="rect">
            <a:avLst/>
          </a:prstGeom>
          <a:ln w="12700">
            <a:miter lim="400000"/>
          </a:ln>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lnSpc>
                <a:spcPct val="100000"/>
              </a:lnSpc>
              <a:defRPr sz="1800" b="0"/>
            </a:pPr>
            <a:r>
              <a:rPr lang="zh-CN" altLang="en-US" sz="2400" b="1" dirty="0">
                <a:solidFill>
                  <a:srgbClr val="FF0000"/>
                </a:solidFill>
                <a:latin typeface="华文楷体" panose="02010600040101010101" pitchFamily="2" charset="-122"/>
                <a:ea typeface="华文楷体" panose="02010600040101010101" pitchFamily="2" charset="-122"/>
              </a:rPr>
              <a:t>第</a:t>
            </a:r>
            <a:r>
              <a:rPr lang="en-US" altLang="zh-CN" sz="2400" b="1" dirty="0">
                <a:solidFill>
                  <a:srgbClr val="FF0000"/>
                </a:solidFill>
                <a:latin typeface="华文楷体" panose="02010600040101010101" pitchFamily="2" charset="-122"/>
                <a:ea typeface="华文楷体" panose="02010600040101010101" pitchFamily="2" charset="-122"/>
              </a:rPr>
              <a:t>4</a:t>
            </a:r>
            <a:r>
              <a:rPr lang="zh-CN" altLang="en-US" sz="2400" b="1" dirty="0">
                <a:solidFill>
                  <a:srgbClr val="FF0000"/>
                </a:solidFill>
                <a:latin typeface="华文楷体" panose="02010600040101010101" pitchFamily="2" charset="-122"/>
                <a:ea typeface="华文楷体" panose="02010600040101010101" pitchFamily="2" charset="-122"/>
              </a:rPr>
              <a:t>节 </a:t>
            </a:r>
            <a:r>
              <a:rPr lang="en-US" altLang="zh-CN" sz="2400" b="1" dirty="0">
                <a:solidFill>
                  <a:srgbClr val="FF0000"/>
                </a:solidFill>
                <a:latin typeface="华文楷体" panose="02010600040101010101" pitchFamily="2" charset="-122"/>
                <a:ea typeface="华文楷体" panose="02010600040101010101" pitchFamily="2" charset="-122"/>
              </a:rPr>
              <a:t>   </a:t>
            </a:r>
            <a:r>
              <a:rPr lang="zh-CN" altLang="en-US" sz="2400" b="1" dirty="0">
                <a:solidFill>
                  <a:srgbClr val="FF0000"/>
                </a:solidFill>
                <a:latin typeface="华文楷体" panose="02010600040101010101" pitchFamily="2" charset="-122"/>
                <a:ea typeface="华文楷体" panose="02010600040101010101" pitchFamily="2" charset="-122"/>
              </a:rPr>
              <a:t>力的合成与分解</a:t>
            </a:r>
            <a:endParaRPr lang="zh-CN" sz="2400" b="1" spc="300" dirty="0">
              <a:solidFill>
                <a:srgbClr val="FF0000"/>
              </a:solidFill>
              <a:latin typeface="楷体" panose="02010609060101010101" charset="-122"/>
              <a:ea typeface="楷体" panose="02010609060101010101" charset="-122"/>
              <a:cs typeface="楷体" panose="02010609060101010101" charset="-122"/>
              <a:sym typeface="+mn-ea"/>
            </a:endParaRPr>
          </a:p>
        </p:txBody>
      </p:sp>
      <p:pic>
        <p:nvPicPr>
          <p:cNvPr id="7" name="图片 6">
            <a:extLst>
              <a:ext uri="{FF2B5EF4-FFF2-40B4-BE49-F238E27FC236}">
                <a16:creationId xmlns:a16="http://schemas.microsoft.com/office/drawing/2014/main" id="{98F946F5-E723-ED3D-3F26-D1EA81AC1051}"/>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7394865" y="3454553"/>
            <a:ext cx="1872568" cy="1872568"/>
          </a:xfrm>
          <a:prstGeom prst="rect">
            <a:avLst/>
          </a:prstGeom>
        </p:spPr>
      </p:pic>
      <p:sp>
        <p:nvSpPr>
          <p:cNvPr id="8" name="Shape 40">
            <a:extLst>
              <a:ext uri="{FF2B5EF4-FFF2-40B4-BE49-F238E27FC236}">
                <a16:creationId xmlns:a16="http://schemas.microsoft.com/office/drawing/2014/main" id="{ABEF3A41-FE46-5370-CB98-C8B7DF4A246A}"/>
              </a:ext>
            </a:extLst>
          </p:cNvPr>
          <p:cNvSpPr/>
          <p:nvPr>
            <p:custDataLst>
              <p:tags r:id="rId5"/>
            </p:custDataLst>
          </p:nvPr>
        </p:nvSpPr>
        <p:spPr>
          <a:xfrm>
            <a:off x="971600" y="835660"/>
            <a:ext cx="7488832" cy="922020"/>
          </a:xfrm>
          <a:prstGeom prst="rect">
            <a:avLst/>
          </a:prstGeom>
          <a:ln w="12700">
            <a:miter lim="400000"/>
          </a:ln>
          <a:effectLst>
            <a:outerShdw blurRad="50800" dist="38100" dir="5400000" algn="t" rotWithShape="0">
              <a:prstClr val="black">
                <a:alpha val="40000"/>
              </a:prstClr>
            </a:outerShdw>
          </a:effectLst>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defRPr sz="1800">
                <a:solidFill>
                  <a:srgbClr val="000000"/>
                </a:solidFill>
              </a:defRPr>
            </a:pPr>
            <a:r>
              <a:rPr lang="zh-CN" altLang="en-US" sz="4800" b="1" dirty="0">
                <a:solidFill>
                  <a:srgbClr val="B61C22"/>
                </a:solidFill>
                <a:latin typeface="方正姚体" panose="02010601030101010101" pitchFamily="2" charset="-122"/>
                <a:ea typeface="方正姚体" panose="02010601030101010101" pitchFamily="2" charset="-122"/>
              </a:rPr>
              <a:t>新教材人教版   </a:t>
            </a:r>
            <a:r>
              <a:rPr lang="zh-CN" altLang="en-US" sz="5400" b="1" dirty="0">
                <a:solidFill>
                  <a:srgbClr val="C00000"/>
                </a:solidFill>
                <a:latin typeface="方正姚体" panose="02010601030101010101" pitchFamily="2" charset="-122"/>
                <a:ea typeface="方正姚体" panose="02010601030101010101" pitchFamily="2" charset="-122"/>
              </a:rPr>
              <a:t>物理</a:t>
            </a:r>
            <a:r>
              <a:rPr lang="zh-CN" altLang="en-US" sz="1400" b="1" dirty="0">
                <a:solidFill>
                  <a:srgbClr val="B61C22"/>
                </a:solidFill>
                <a:latin typeface="方正姚体" panose="02010601030101010101" pitchFamily="2" charset="-122"/>
                <a:ea typeface="方正姚体" panose="02010601030101010101" pitchFamily="2" charset="-122"/>
              </a:rPr>
              <a:t>（必修第一册）</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共点力</a:t>
            </a:r>
          </a:p>
        </p:txBody>
      </p:sp>
      <p:sp>
        <p:nvSpPr>
          <p:cNvPr id="4" name="Rectangle 20"/>
          <p:cNvSpPr>
            <a:spLocks noChangeArrowheads="1"/>
          </p:cNvSpPr>
          <p:nvPr>
            <p:custDataLst>
              <p:tags r:id="rId2"/>
            </p:custDataLst>
          </p:nvPr>
        </p:nvSpPr>
        <p:spPr bwMode="auto">
          <a:xfrm>
            <a:off x="683568" y="1039156"/>
            <a:ext cx="4176463" cy="1587287"/>
          </a:xfrm>
          <a:prstGeom prst="rect">
            <a:avLst/>
          </a:prstGeom>
        </p:spPr>
        <p:style>
          <a:lnRef idx="2">
            <a:schemeClr val="accent2"/>
          </a:lnRef>
          <a:fillRef idx="1">
            <a:schemeClr val="lt1"/>
          </a:fillRef>
          <a:effectRef idx="0">
            <a:schemeClr val="accent2"/>
          </a:effectRef>
          <a:fontRef idx="minor">
            <a:schemeClr val="dk1"/>
          </a:fontRef>
        </p:style>
        <p:txBody>
          <a:bodyPr wrap="square" lIns="108896" tIns="54448" rIns="108896" bIns="54448">
            <a:spAutoFit/>
          </a:bodyPr>
          <a:lstStyle/>
          <a:p>
            <a:pPr>
              <a:defRPr/>
            </a:pPr>
            <a:r>
              <a:rPr lang="zh-CN" altLang="en-US" sz="2400" b="1" kern="0" dirty="0">
                <a:solidFill>
                  <a:sysClr val="windowText" lastClr="000000"/>
                </a:solidFill>
              </a:rPr>
              <a:t>共点力：</a:t>
            </a:r>
            <a:r>
              <a:rPr kumimoji="1" lang="zh-CN" altLang="en-US" sz="2400" b="1" dirty="0"/>
              <a:t>几个力如果都作用在物体的</a:t>
            </a:r>
            <a:r>
              <a:rPr kumimoji="1" lang="zh-CN" altLang="en-US" sz="2400" b="1" dirty="0">
                <a:solidFill>
                  <a:srgbClr val="FF0000"/>
                </a:solidFill>
              </a:rPr>
              <a:t>同一点上</a:t>
            </a:r>
            <a:r>
              <a:rPr kumimoji="1" lang="zh-CN" altLang="en-US" sz="2400" b="1" dirty="0"/>
              <a:t>，或者它们的作用线</a:t>
            </a:r>
            <a:r>
              <a:rPr kumimoji="1" lang="zh-CN" altLang="en-US" sz="2400" b="1" dirty="0">
                <a:solidFill>
                  <a:srgbClr val="FF0000"/>
                </a:solidFill>
              </a:rPr>
              <a:t>相交于同一点</a:t>
            </a:r>
            <a:r>
              <a:rPr kumimoji="1" lang="zh-CN" altLang="en-US" sz="2400" b="1" dirty="0"/>
              <a:t>上，这几个力叫做共点力 </a:t>
            </a:r>
            <a:r>
              <a:rPr kumimoji="1" lang="en-US" altLang="zh-CN" sz="2400" b="1" dirty="0"/>
              <a:t>.</a:t>
            </a:r>
          </a:p>
        </p:txBody>
      </p:sp>
      <p:sp>
        <p:nvSpPr>
          <p:cNvPr id="5" name="Text Box 27"/>
          <p:cNvSpPr txBox="1">
            <a:spLocks noChangeArrowheads="1"/>
          </p:cNvSpPr>
          <p:nvPr>
            <p:custDataLst>
              <p:tags r:id="rId3"/>
            </p:custDataLst>
          </p:nvPr>
        </p:nvSpPr>
        <p:spPr bwMode="auto">
          <a:xfrm>
            <a:off x="683568" y="3300110"/>
            <a:ext cx="4176463" cy="1279510"/>
          </a:xfrm>
          <a:prstGeom prst="rect">
            <a:avLst/>
          </a:prstGeom>
        </p:spPr>
        <p:style>
          <a:lnRef idx="2">
            <a:schemeClr val="accent2"/>
          </a:lnRef>
          <a:fillRef idx="1">
            <a:schemeClr val="lt1"/>
          </a:fillRef>
          <a:effectRef idx="0">
            <a:schemeClr val="accent2"/>
          </a:effectRef>
          <a:fontRef idx="minor">
            <a:schemeClr val="dk1"/>
          </a:fontRef>
        </p:style>
        <p:txBody>
          <a:bodyPr wrap="square" lIns="108896" tIns="54448" rIns="108896" bIns="54448">
            <a:spAutoFit/>
          </a:bodyPr>
          <a:lstStyle/>
          <a:p>
            <a:pPr fontAlgn="auto">
              <a:spcAft>
                <a:spcPct val="0"/>
              </a:spcAft>
              <a:defRPr/>
            </a:pPr>
            <a:r>
              <a:rPr lang="zh-CN" altLang="en-US" sz="2400" b="1" kern="0" dirty="0">
                <a:solidFill>
                  <a:sysClr val="windowText" lastClr="000000"/>
                </a:solidFill>
              </a:rPr>
              <a:t>非共点力：力不但没有作用在同一点上，它们的延长线也不能相交于一点 </a:t>
            </a:r>
            <a:r>
              <a:rPr lang="en-US" altLang="zh-CN" sz="2800" b="1" kern="0" dirty="0">
                <a:solidFill>
                  <a:sysClr val="windowText" lastClr="000000"/>
                </a:solidFill>
              </a:rPr>
              <a:t>.</a:t>
            </a:r>
          </a:p>
        </p:txBody>
      </p:sp>
      <p:grpSp>
        <p:nvGrpSpPr>
          <p:cNvPr id="6" name="Group 31"/>
          <p:cNvGrpSpPr/>
          <p:nvPr>
            <p:custDataLst>
              <p:tags r:id="rId4"/>
            </p:custDataLst>
          </p:nvPr>
        </p:nvGrpSpPr>
        <p:grpSpPr>
          <a:xfrm>
            <a:off x="5368502" y="646460"/>
            <a:ext cx="3286125" cy="2643187"/>
            <a:chOff x="192" y="642"/>
            <a:chExt cx="2064" cy="1826"/>
          </a:xfrm>
        </p:grpSpPr>
        <p:pic>
          <p:nvPicPr>
            <p:cNvPr id="7" name="Picture 4"/>
            <p:cNvPicPr>
              <a:picLocks noChangeAspect="1" noChangeArrowheads="1"/>
            </p:cNvPicPr>
            <p:nvPr>
              <p:custDataLst>
                <p:tags r:id="rId10"/>
              </p:custDataLst>
            </p:nvPr>
          </p:nvPicPr>
          <p:blipFill>
            <a:blip r:embed="rId14">
              <a:extLst>
                <a:ext uri="{28A0092B-C50C-407E-A947-70E740481C1C}">
                  <a14:useLocalDpi xmlns:a14="http://schemas.microsoft.com/office/drawing/2010/main" val="0"/>
                </a:ext>
              </a:extLst>
            </a:blip>
            <a:stretch>
              <a:fillRect/>
            </a:stretch>
          </p:blipFill>
          <p:spPr bwMode="auto">
            <a:xfrm>
              <a:off x="192" y="644"/>
              <a:ext cx="2064"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8"/>
            <p:cNvSpPr txBox="1">
              <a:spLocks noChangeArrowheads="1"/>
            </p:cNvSpPr>
            <p:nvPr>
              <p:custDataLst>
                <p:tags r:id="rId11"/>
              </p:custDataLst>
            </p:nvPr>
          </p:nvSpPr>
          <p:spPr bwMode="auto">
            <a:xfrm>
              <a:off x="240" y="720"/>
              <a:ext cx="28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1</a:t>
              </a:r>
            </a:p>
          </p:txBody>
        </p:sp>
        <p:sp>
          <p:nvSpPr>
            <p:cNvPr id="9" name="Text Box 29"/>
            <p:cNvSpPr txBox="1">
              <a:spLocks noChangeArrowheads="1"/>
            </p:cNvSpPr>
            <p:nvPr>
              <p:custDataLst>
                <p:tags r:id="rId12"/>
              </p:custDataLst>
            </p:nvPr>
          </p:nvSpPr>
          <p:spPr bwMode="auto">
            <a:xfrm>
              <a:off x="1536" y="642"/>
              <a:ext cx="28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2</a:t>
              </a:r>
            </a:p>
          </p:txBody>
        </p:sp>
      </p:grpSp>
      <p:grpSp>
        <p:nvGrpSpPr>
          <p:cNvPr id="10" name="组合 14"/>
          <p:cNvGrpSpPr/>
          <p:nvPr>
            <p:custDataLst>
              <p:tags r:id="rId5"/>
            </p:custDataLst>
          </p:nvPr>
        </p:nvGrpSpPr>
        <p:grpSpPr>
          <a:xfrm>
            <a:off x="5615212" y="2880107"/>
            <a:ext cx="2652322" cy="2218489"/>
            <a:chOff x="428625" y="3930650"/>
            <a:chExt cx="3328988" cy="2784475"/>
          </a:xfrm>
        </p:grpSpPr>
        <p:pic>
          <p:nvPicPr>
            <p:cNvPr id="11" name="Picture 20" descr="2-3"/>
            <p:cNvPicPr>
              <a:picLocks noChangeAspect="1" noChangeArrowheads="1"/>
            </p:cNvPicPr>
            <p:nvPr>
              <p:custDataLst>
                <p:tags r:id="rId6"/>
              </p:custDataLst>
            </p:nvPr>
          </p:nvPicPr>
          <p:blipFill>
            <a:blip r:embed="rId15">
              <a:extLst>
                <a:ext uri="{28A0092B-C50C-407E-A947-70E740481C1C}">
                  <a14:useLocalDpi xmlns:a14="http://schemas.microsoft.com/office/drawing/2010/main" val="0"/>
                </a:ext>
              </a:extLst>
            </a:blip>
            <a:srcRect l="52077" t="22757" r="28073" b="63817"/>
            <a:stretch>
              <a:fillRect/>
            </a:stretch>
          </p:blipFill>
          <p:spPr bwMode="auto">
            <a:xfrm>
              <a:off x="428625" y="4429125"/>
              <a:ext cx="33289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直接箭头连接符 11"/>
            <p:cNvCxnSpPr/>
            <p:nvPr>
              <p:custDataLst>
                <p:tags r:id="rId7"/>
              </p:custDataLst>
            </p:nvPr>
          </p:nvCxnSpPr>
          <p:spPr>
            <a:xfrm rot="5400000" flipH="1" flipV="1">
              <a:off x="1570832" y="4358481"/>
              <a:ext cx="857250"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custDataLst>
                <p:tags r:id="rId8"/>
              </p:custDataLst>
            </p:nvPr>
          </p:nvCxnSpPr>
          <p:spPr>
            <a:xfrm rot="5400000">
              <a:off x="2501106" y="5357019"/>
              <a:ext cx="1000125"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custDataLst>
                <p:tags r:id="rId9"/>
              </p:custDataLst>
            </p:nvPr>
          </p:nvCxnSpPr>
          <p:spPr>
            <a:xfrm rot="5400000">
              <a:off x="572294" y="5357019"/>
              <a:ext cx="1000125"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41485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小试牛刀</a:t>
            </a:r>
          </a:p>
        </p:txBody>
      </p:sp>
      <p:pic>
        <p:nvPicPr>
          <p:cNvPr id="6146" name="Picture 2"/>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bwMode="auto">
          <a:xfrm>
            <a:off x="539552" y="555526"/>
            <a:ext cx="4724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descr="G:\下载\downs\图片1.png"/>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bwMode="auto">
          <a:xfrm>
            <a:off x="7239198" y="2402235"/>
            <a:ext cx="1152128" cy="2673099"/>
          </a:xfrm>
          <a:prstGeom prst="rect">
            <a:avLst/>
          </a:prstGeom>
          <a:noFill/>
          <a:extLst>
            <a:ext uri="{909E8E84-426E-40DD-AFC4-6F175D3DCCD1}">
              <a14:hiddenFill xmlns:a14="http://schemas.microsoft.com/office/drawing/2010/main">
                <a:solidFill>
                  <a:srgbClr val="FFFFFF"/>
                </a:solidFill>
              </a14:hiddenFill>
            </a:ext>
          </a:extLst>
        </p:spPr>
      </p:pic>
      <p:sp>
        <p:nvSpPr>
          <p:cNvPr id="5" name="圆角矩形标注 4"/>
          <p:cNvSpPr/>
          <p:nvPr>
            <p:custDataLst>
              <p:tags r:id="rId4"/>
            </p:custDataLst>
          </p:nvPr>
        </p:nvSpPr>
        <p:spPr>
          <a:xfrm>
            <a:off x="5666505" y="745654"/>
            <a:ext cx="2148757" cy="1051838"/>
          </a:xfrm>
          <a:prstGeom prst="wedgeRoundRectCallout">
            <a:avLst>
              <a:gd name="adj1" fmla="val 39634"/>
              <a:gd name="adj2" fmla="val 10343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请指出图中属于共点力的是？</a:t>
            </a:r>
          </a:p>
        </p:txBody>
      </p:sp>
    </p:spTree>
    <p:extLst>
      <p:ext uri="{BB962C8B-B14F-4D97-AF65-F5344CB8AC3E}">
        <p14:creationId xmlns:p14="http://schemas.microsoft.com/office/powerpoint/2010/main" val="389367811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合力与分力</a:t>
            </a:r>
          </a:p>
        </p:txBody>
      </p:sp>
      <p:grpSp>
        <p:nvGrpSpPr>
          <p:cNvPr id="3" name="Group 31"/>
          <p:cNvGrpSpPr/>
          <p:nvPr>
            <p:custDataLst>
              <p:tags r:id="rId2"/>
            </p:custDataLst>
          </p:nvPr>
        </p:nvGrpSpPr>
        <p:grpSpPr>
          <a:xfrm>
            <a:off x="595671" y="2748846"/>
            <a:ext cx="2946375" cy="2367314"/>
            <a:chOff x="192" y="644"/>
            <a:chExt cx="2064" cy="1824"/>
          </a:xfrm>
        </p:grpSpPr>
        <p:pic>
          <p:nvPicPr>
            <p:cNvPr id="4" name="Picture 4"/>
            <p:cNvPicPr>
              <a:picLocks noChangeAspect="1" noChangeArrowheads="1"/>
            </p:cNvPicPr>
            <p:nvPr>
              <p:custDataLst>
                <p:tags r:id="rId10"/>
              </p:custDataLst>
            </p:nvPr>
          </p:nvPicPr>
          <p:blipFill>
            <a:blip r:embed="rId14">
              <a:extLst>
                <a:ext uri="{28A0092B-C50C-407E-A947-70E740481C1C}">
                  <a14:useLocalDpi xmlns:a14="http://schemas.microsoft.com/office/drawing/2010/main" val="0"/>
                </a:ext>
              </a:extLst>
            </a:blip>
            <a:stretch>
              <a:fillRect/>
            </a:stretch>
          </p:blipFill>
          <p:spPr bwMode="auto">
            <a:xfrm>
              <a:off x="192" y="644"/>
              <a:ext cx="2064"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8"/>
            <p:cNvSpPr txBox="1">
              <a:spLocks noChangeArrowheads="1"/>
            </p:cNvSpPr>
            <p:nvPr>
              <p:custDataLst>
                <p:tags r:id="rId11"/>
              </p:custDataLst>
            </p:nvPr>
          </p:nvSpPr>
          <p:spPr bwMode="auto">
            <a:xfrm>
              <a:off x="232" y="790"/>
              <a:ext cx="56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dirty="0">
                  <a:latin typeface="Times New Roman" pitchFamily="18" charset="0"/>
                  <a:ea typeface="黑体" pitchFamily="49" charset="-122"/>
                </a:rPr>
                <a:t>F</a:t>
              </a:r>
              <a:r>
                <a:rPr lang="en-US" altLang="zh-CN" b="1" baseline="-25000" dirty="0">
                  <a:latin typeface="Times New Roman" pitchFamily="18" charset="0"/>
                  <a:ea typeface="黑体" pitchFamily="49" charset="-122"/>
                </a:rPr>
                <a:t>1</a:t>
              </a:r>
            </a:p>
          </p:txBody>
        </p:sp>
        <p:sp>
          <p:nvSpPr>
            <p:cNvPr id="6" name="Text Box 29"/>
            <p:cNvSpPr txBox="1">
              <a:spLocks noChangeArrowheads="1"/>
            </p:cNvSpPr>
            <p:nvPr>
              <p:custDataLst>
                <p:tags r:id="rId12"/>
              </p:custDataLst>
            </p:nvPr>
          </p:nvSpPr>
          <p:spPr bwMode="auto">
            <a:xfrm>
              <a:off x="1517" y="790"/>
              <a:ext cx="53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dirty="0">
                  <a:latin typeface="Times New Roman" pitchFamily="18" charset="0"/>
                  <a:ea typeface="黑体" pitchFamily="49" charset="-122"/>
                </a:rPr>
                <a:t>F</a:t>
              </a:r>
              <a:r>
                <a:rPr lang="en-US" altLang="zh-CN" b="1" baseline="-25000" dirty="0">
                  <a:latin typeface="Times New Roman" pitchFamily="18" charset="0"/>
                  <a:ea typeface="黑体" pitchFamily="49" charset="-122"/>
                </a:rPr>
                <a:t>2</a:t>
              </a:r>
            </a:p>
          </p:txBody>
        </p:sp>
      </p:grpSp>
      <p:grpSp>
        <p:nvGrpSpPr>
          <p:cNvPr id="7" name="Group 8"/>
          <p:cNvGrpSpPr/>
          <p:nvPr>
            <p:custDataLst>
              <p:tags r:id="rId3"/>
            </p:custDataLst>
          </p:nvPr>
        </p:nvGrpSpPr>
        <p:grpSpPr>
          <a:xfrm>
            <a:off x="6350000" y="2283718"/>
            <a:ext cx="2079625" cy="2860121"/>
            <a:chOff x="3101" y="436"/>
            <a:chExt cx="2659" cy="2995"/>
          </a:xfrm>
        </p:grpSpPr>
        <p:pic>
          <p:nvPicPr>
            <p:cNvPr id="8" name="Picture 9"/>
            <p:cNvPicPr>
              <a:picLocks noChangeAspect="1" noChangeArrowheads="1"/>
            </p:cNvPicPr>
            <p:nvPr>
              <p:custDataLst>
                <p:tags r:id="rId8"/>
              </p:custDataLst>
            </p:nvPr>
          </p:nvPicPr>
          <p:blipFill>
            <a:blip r:embed="rId15">
              <a:extLst>
                <a:ext uri="{28A0092B-C50C-407E-A947-70E740481C1C}">
                  <a14:useLocalDpi xmlns:a14="http://schemas.microsoft.com/office/drawing/2010/main" val="0"/>
                </a:ext>
              </a:extLst>
            </a:blip>
            <a:srcRect b="6999"/>
            <a:stretch>
              <a:fillRect/>
            </a:stretch>
          </p:blipFill>
          <p:spPr bwMode="auto">
            <a:xfrm>
              <a:off x="3101" y="436"/>
              <a:ext cx="2659" cy="2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bwMode="auto">
            <a:xfrm>
              <a:off x="3214" y="981"/>
              <a:ext cx="3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左右箭头 9"/>
          <p:cNvSpPr/>
          <p:nvPr>
            <p:custDataLst>
              <p:tags r:id="rId4"/>
            </p:custDataLst>
          </p:nvPr>
        </p:nvSpPr>
        <p:spPr>
          <a:xfrm>
            <a:off x="3491880" y="3020139"/>
            <a:ext cx="2858120" cy="16999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等效替代</a:t>
            </a:r>
          </a:p>
        </p:txBody>
      </p:sp>
      <p:sp>
        <p:nvSpPr>
          <p:cNvPr id="11" name="TextBox 10"/>
          <p:cNvSpPr txBox="1"/>
          <p:nvPr>
            <p:custDataLst>
              <p:tags r:id="rId5"/>
            </p:custDataLst>
          </p:nvPr>
        </p:nvSpPr>
        <p:spPr>
          <a:xfrm>
            <a:off x="4920940" y="699542"/>
            <a:ext cx="3899532" cy="1938992"/>
          </a:xfrm>
          <a:prstGeom prst="rect">
            <a:avLst/>
          </a:prstGeom>
          <a:noFill/>
        </p:spPr>
        <p:txBody>
          <a:bodyPr wrap="square" rtlCol="0">
            <a:spAutoFit/>
          </a:bodyPr>
          <a:lstStyle/>
          <a:p>
            <a:r>
              <a:rPr lang="zh-CN" altLang="en-US" sz="2400" b="1">
                <a:latin typeface="仿宋" pitchFamily="49" charset="-122"/>
                <a:ea typeface="仿宋" pitchFamily="49" charset="-122"/>
              </a:rPr>
              <a:t>    假设一个力单独作用的效果跟某几个力共同作用</a:t>
            </a:r>
            <a:r>
              <a:rPr lang="zh-CN" altLang="en-US" sz="2400" b="1">
                <a:solidFill>
                  <a:srgbClr val="FF0000"/>
                </a:solidFill>
                <a:latin typeface="仿宋" pitchFamily="49" charset="-122"/>
                <a:ea typeface="仿宋" pitchFamily="49" charset="-122"/>
              </a:rPr>
              <a:t>效果相同</a:t>
            </a:r>
            <a:r>
              <a:rPr lang="zh-CN" altLang="en-US" sz="2400" b="1">
                <a:latin typeface="仿宋" pitchFamily="49" charset="-122"/>
                <a:ea typeface="仿宋" pitchFamily="49" charset="-122"/>
              </a:rPr>
              <a:t>，这个力就叫做那几个力的</a:t>
            </a:r>
            <a:r>
              <a:rPr lang="zh-CN" altLang="en-US" sz="4800" b="1">
                <a:solidFill>
                  <a:srgbClr val="FF0000"/>
                </a:solidFill>
                <a:latin typeface="仿宋" pitchFamily="49" charset="-122"/>
                <a:ea typeface="仿宋" pitchFamily="49" charset="-122"/>
              </a:rPr>
              <a:t>合力</a:t>
            </a:r>
            <a:endParaRPr lang="en-US" altLang="zh-CN" sz="4800" b="1">
              <a:solidFill>
                <a:srgbClr val="FF0000"/>
              </a:solidFill>
              <a:latin typeface="仿宋" pitchFamily="49" charset="-122"/>
              <a:ea typeface="仿宋" pitchFamily="49" charset="-122"/>
            </a:endParaRPr>
          </a:p>
        </p:txBody>
      </p:sp>
      <p:sp>
        <p:nvSpPr>
          <p:cNvPr id="12" name="TextBox 11"/>
          <p:cNvSpPr txBox="1"/>
          <p:nvPr>
            <p:custDataLst>
              <p:tags r:id="rId6"/>
            </p:custDataLst>
          </p:nvPr>
        </p:nvSpPr>
        <p:spPr>
          <a:xfrm>
            <a:off x="387544" y="692405"/>
            <a:ext cx="3680400" cy="2031325"/>
          </a:xfrm>
          <a:prstGeom prst="rect">
            <a:avLst/>
          </a:prstGeom>
          <a:noFill/>
        </p:spPr>
        <p:txBody>
          <a:bodyPr wrap="square" rtlCol="0">
            <a:spAutoFit/>
          </a:bodyPr>
          <a:lstStyle/>
          <a:p>
            <a:r>
              <a:rPr lang="zh-CN" altLang="en-US" sz="2400" b="1">
                <a:latin typeface="仿宋" pitchFamily="49" charset="-122"/>
                <a:ea typeface="仿宋" pitchFamily="49" charset="-122"/>
              </a:rPr>
              <a:t>    假设几个力共同作用的效果跟某个力单独</a:t>
            </a:r>
            <a:r>
              <a:rPr lang="zh-CN" altLang="en-US" sz="2400" b="1">
                <a:solidFill>
                  <a:srgbClr val="FF0000"/>
                </a:solidFill>
                <a:latin typeface="仿宋" pitchFamily="49" charset="-122"/>
                <a:ea typeface="仿宋" pitchFamily="49" charset="-122"/>
              </a:rPr>
              <a:t>作用效果</a:t>
            </a:r>
            <a:r>
              <a:rPr lang="zh-CN" altLang="en-US" sz="2400" b="1">
                <a:latin typeface="仿宋" pitchFamily="49" charset="-122"/>
                <a:ea typeface="仿宋" pitchFamily="49" charset="-122"/>
              </a:rPr>
              <a:t>相同，这几个力就叫做那几个力的</a:t>
            </a:r>
            <a:r>
              <a:rPr lang="zh-CN" altLang="en-US" sz="5400" b="1">
                <a:solidFill>
                  <a:srgbClr val="FF0000"/>
                </a:solidFill>
                <a:latin typeface="仿宋" pitchFamily="49" charset="-122"/>
                <a:ea typeface="仿宋" pitchFamily="49" charset="-122"/>
              </a:rPr>
              <a:t>分力</a:t>
            </a:r>
            <a:endParaRPr lang="en-US" altLang="zh-CN" sz="5400" b="1">
              <a:solidFill>
                <a:srgbClr val="FF0000"/>
              </a:solidFill>
              <a:latin typeface="仿宋" pitchFamily="49" charset="-122"/>
              <a:ea typeface="仿宋" pitchFamily="49" charset="-122"/>
            </a:endParaRPr>
          </a:p>
        </p:txBody>
      </p:sp>
      <p:sp>
        <p:nvSpPr>
          <p:cNvPr id="13" name="圆角矩形标注 14">
            <a:extLst>
              <a:ext uri="{FF2B5EF4-FFF2-40B4-BE49-F238E27FC236}">
                <a16:creationId xmlns:a16="http://schemas.microsoft.com/office/drawing/2014/main" id="{EFB025BF-245D-17F2-9292-CBE036095EE7}"/>
              </a:ext>
            </a:extLst>
          </p:cNvPr>
          <p:cNvSpPr/>
          <p:nvPr>
            <p:custDataLst>
              <p:tags r:id="rId7"/>
            </p:custDataLst>
          </p:nvPr>
        </p:nvSpPr>
        <p:spPr>
          <a:xfrm>
            <a:off x="2361880" y="774901"/>
            <a:ext cx="4282975" cy="1686480"/>
          </a:xfrm>
          <a:prstGeom prst="wedgeRoundRectCallout">
            <a:avLst>
              <a:gd name="adj1" fmla="val -39570"/>
              <a:gd name="adj2" fmla="val 8704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楷体" pitchFamily="49" charset="-122"/>
                <a:ea typeface="楷体" pitchFamily="49" charset="-122"/>
              </a:rPr>
              <a:t>能否找一个人代替这两个人？有何条件？</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500"/>
                            </p:stCondLst>
                            <p:childTnLst>
                              <p:par>
                                <p:cTn id="13" presetID="12" presetClass="entr" presetSubtype="4"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p:tgtEl>
                                          <p:spTgt spid="7"/>
                                        </p:tgtEl>
                                        <p:attrNameLst>
                                          <p:attrName>ppt_y</p:attrName>
                                        </p:attrNameLst>
                                      </p:cBhvr>
                                      <p:tavLst>
                                        <p:tav tm="0">
                                          <p:val>
                                            <p:strVal val="#ppt_y+#ppt_h*1.125000"/>
                                          </p:val>
                                        </p:tav>
                                        <p:tav tm="100000">
                                          <p:val>
                                            <p:strVal val="#ppt_y"/>
                                          </p:val>
                                        </p:tav>
                                      </p:tavLst>
                                    </p:anim>
                                    <p:animEffect transition="in" filter="wipe(up)">
                                      <p:cBhvr>
                                        <p:cTn id="16" dur="500"/>
                                        <p:tgtEl>
                                          <p:spTgt spid="7"/>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p:tgtEl>
                                          <p:spTgt spid="12"/>
                                        </p:tgtEl>
                                        <p:attrNameLst>
                                          <p:attrName>ppt_y</p:attrName>
                                        </p:attrNameLst>
                                      </p:cBhvr>
                                      <p:tavLst>
                                        <p:tav tm="0">
                                          <p:val>
                                            <p:strVal val="#ppt_y+#ppt_h*1.125000"/>
                                          </p:val>
                                        </p:tav>
                                        <p:tav tm="100000">
                                          <p:val>
                                            <p:strVal val="#ppt_y"/>
                                          </p:val>
                                        </p:tav>
                                      </p:tavLst>
                                    </p:anim>
                                    <p:animEffect transition="in" filter="wipe(up)">
                                      <p:cBhvr>
                                        <p:cTn id="22" dur="500"/>
                                        <p:tgtEl>
                                          <p:spTgt spid="12"/>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p:tgtEl>
                                          <p:spTgt spid="11"/>
                                        </p:tgtEl>
                                        <p:attrNameLst>
                                          <p:attrName>ppt_y</p:attrName>
                                        </p:attrNameLst>
                                      </p:cBhvr>
                                      <p:tavLst>
                                        <p:tav tm="0">
                                          <p:val>
                                            <p:strVal val="#ppt_y+#ppt_h*1.125000"/>
                                          </p:val>
                                        </p:tav>
                                        <p:tav tm="100000">
                                          <p:val>
                                            <p:strVal val="#ppt_y"/>
                                          </p:val>
                                        </p:tav>
                                      </p:tavLst>
                                    </p:anim>
                                    <p:animEffect transition="in" filter="wipe(up)">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纤夫：被机械替代的劳动力</a:t>
            </a:r>
          </a:p>
        </p:txBody>
      </p:sp>
      <p:pic>
        <p:nvPicPr>
          <p:cNvPr id="2050" name="Picture 2" descr="https://gimg2.baidu.com/image_search/src=http%3A%2F%2Fimg.cgmodel.com%2Fimage%2F2020%2F1217%2Fbig%2F1499288-1734586284.jpg&amp;refer=http%3A%2F%2Fimg.cgmodel.com&amp;app=2002&amp;size=f9999,10000&amp;q=a80&amp;n=0&amp;g=0n&amp;fmt=auto?sec=1668257407&amp;t=4e7e2923201375ad791f8f7b4f6d32cb"/>
          <p:cNvPicPr>
            <a:picLocks noChangeAspect="1" noChangeArrowheads="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bwMode="auto">
          <a:xfrm>
            <a:off x="8012" y="1190460"/>
            <a:ext cx="5602027" cy="259228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gimg2.baidu.com/image_search/src=http%3A%2F%2Fimg95.699pic.com%2Fxsj%2F0m%2Fxw%2Fg8.jpg%21%2Ffw%2F700%2Fwatermark%2Furl%2FL3hzai93YXRlcl9kZXRhaWwyLnBuZw%2Falign%2Fsoutheast&amp;refer=http%3A%2F%2Fimg95.699pic.com&amp;app=2002&amp;size=f9999,10000&amp;q=a80&amp;n=0&amp;g=0n&amp;fmt=auto?sec=1668585107&amp;t=73a36f2005894e87f538afc2f827dce0"/>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bwMode="auto">
          <a:xfrm>
            <a:off x="5305587" y="1169525"/>
            <a:ext cx="3838413" cy="2555287"/>
          </a:xfrm>
          <a:prstGeom prst="rect">
            <a:avLst/>
          </a:prstGeom>
          <a:noFill/>
          <a:extLst>
            <a:ext uri="{909E8E84-426E-40DD-AFC4-6F175D3DCCD1}">
              <a14:hiddenFill xmlns:a14="http://schemas.microsoft.com/office/drawing/2010/main">
                <a:solidFill>
                  <a:srgbClr val="FFFFFF"/>
                </a:solidFill>
              </a14:hiddenFill>
            </a:ext>
          </a:extLst>
        </p:spPr>
      </p:pic>
      <p:sp>
        <p:nvSpPr>
          <p:cNvPr id="5" name="左右箭头 4"/>
          <p:cNvSpPr/>
          <p:nvPr>
            <p:custDataLst>
              <p:tags r:id="rId4"/>
            </p:custDataLst>
          </p:nvPr>
        </p:nvSpPr>
        <p:spPr>
          <a:xfrm>
            <a:off x="3390217" y="2793137"/>
            <a:ext cx="2858120" cy="16999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等效替代</a:t>
            </a:r>
          </a:p>
        </p:txBody>
      </p:sp>
      <p:sp>
        <p:nvSpPr>
          <p:cNvPr id="4" name="TextBox 3"/>
          <p:cNvSpPr txBox="1"/>
          <p:nvPr>
            <p:custDataLst>
              <p:tags r:id="rId5"/>
            </p:custDataLst>
          </p:nvPr>
        </p:nvSpPr>
        <p:spPr>
          <a:xfrm>
            <a:off x="1331640" y="4161289"/>
            <a:ext cx="1210588" cy="707886"/>
          </a:xfrm>
          <a:prstGeom prst="rect">
            <a:avLst/>
          </a:prstGeom>
          <a:noFill/>
        </p:spPr>
        <p:txBody>
          <a:bodyPr wrap="none" rtlCol="0">
            <a:spAutoFit/>
          </a:bodyPr>
          <a:lstStyle/>
          <a:p>
            <a:r>
              <a:rPr lang="zh-CN" altLang="en-US" sz="4000">
                <a:solidFill>
                  <a:srgbClr val="FF0000"/>
                </a:solidFill>
                <a:latin typeface="黑体" pitchFamily="49" charset="-122"/>
                <a:ea typeface="黑体" pitchFamily="49" charset="-122"/>
              </a:rPr>
              <a:t>分力</a:t>
            </a:r>
          </a:p>
        </p:txBody>
      </p:sp>
      <p:sp>
        <p:nvSpPr>
          <p:cNvPr id="10" name="TextBox 9"/>
          <p:cNvSpPr txBox="1"/>
          <p:nvPr>
            <p:custDataLst>
              <p:tags r:id="rId6"/>
            </p:custDataLst>
          </p:nvPr>
        </p:nvSpPr>
        <p:spPr>
          <a:xfrm>
            <a:off x="6619499" y="4168120"/>
            <a:ext cx="1210588" cy="707886"/>
          </a:xfrm>
          <a:prstGeom prst="rect">
            <a:avLst/>
          </a:prstGeom>
          <a:noFill/>
        </p:spPr>
        <p:txBody>
          <a:bodyPr wrap="none" rtlCol="0">
            <a:spAutoFit/>
          </a:bodyPr>
          <a:lstStyle/>
          <a:p>
            <a:r>
              <a:rPr lang="zh-CN" altLang="en-US" sz="4000">
                <a:solidFill>
                  <a:srgbClr val="FF0000"/>
                </a:solidFill>
                <a:latin typeface="黑体" pitchFamily="49" charset="-122"/>
                <a:ea typeface="黑体" pitchFamily="49" charset="-122"/>
              </a:rPr>
              <a:t>合力</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力的合成与分解</a:t>
            </a:r>
          </a:p>
        </p:txBody>
      </p:sp>
      <p:grpSp>
        <p:nvGrpSpPr>
          <p:cNvPr id="3" name="Group 31"/>
          <p:cNvGrpSpPr/>
          <p:nvPr>
            <p:custDataLst>
              <p:tags r:id="rId2"/>
            </p:custDataLst>
          </p:nvPr>
        </p:nvGrpSpPr>
        <p:grpSpPr>
          <a:xfrm>
            <a:off x="595670" y="1950656"/>
            <a:ext cx="2946375" cy="2369910"/>
            <a:chOff x="192" y="642"/>
            <a:chExt cx="2064" cy="1826"/>
          </a:xfrm>
        </p:grpSpPr>
        <p:pic>
          <p:nvPicPr>
            <p:cNvPr id="4" name="Picture 4"/>
            <p:cNvPicPr>
              <a:picLocks noChangeAspect="1" noChangeArrowheads="1"/>
            </p:cNvPicPr>
            <p:nvPr>
              <p:custDataLst>
                <p:tags r:id="rId9"/>
              </p:custDataLst>
            </p:nvPr>
          </p:nvPicPr>
          <p:blipFill>
            <a:blip r:embed="rId13">
              <a:extLst>
                <a:ext uri="{28A0092B-C50C-407E-A947-70E740481C1C}">
                  <a14:useLocalDpi xmlns:a14="http://schemas.microsoft.com/office/drawing/2010/main" val="0"/>
                </a:ext>
              </a:extLst>
            </a:blip>
            <a:stretch>
              <a:fillRect/>
            </a:stretch>
          </p:blipFill>
          <p:spPr bwMode="auto">
            <a:xfrm>
              <a:off x="192" y="644"/>
              <a:ext cx="2064"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8"/>
            <p:cNvSpPr txBox="1">
              <a:spLocks noChangeArrowheads="1"/>
            </p:cNvSpPr>
            <p:nvPr>
              <p:custDataLst>
                <p:tags r:id="rId10"/>
              </p:custDataLst>
            </p:nvPr>
          </p:nvSpPr>
          <p:spPr bwMode="auto">
            <a:xfrm>
              <a:off x="240" y="720"/>
              <a:ext cx="28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1</a:t>
              </a:r>
            </a:p>
          </p:txBody>
        </p:sp>
        <p:sp>
          <p:nvSpPr>
            <p:cNvPr id="6" name="Text Box 29"/>
            <p:cNvSpPr txBox="1">
              <a:spLocks noChangeArrowheads="1"/>
            </p:cNvSpPr>
            <p:nvPr>
              <p:custDataLst>
                <p:tags r:id="rId11"/>
              </p:custDataLst>
            </p:nvPr>
          </p:nvSpPr>
          <p:spPr bwMode="auto">
            <a:xfrm>
              <a:off x="1536" y="642"/>
              <a:ext cx="28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2</a:t>
              </a:r>
            </a:p>
          </p:txBody>
        </p:sp>
      </p:grpSp>
      <p:grpSp>
        <p:nvGrpSpPr>
          <p:cNvPr id="7" name="Group 8"/>
          <p:cNvGrpSpPr/>
          <p:nvPr>
            <p:custDataLst>
              <p:tags r:id="rId3"/>
            </p:custDataLst>
          </p:nvPr>
        </p:nvGrpSpPr>
        <p:grpSpPr>
          <a:xfrm>
            <a:off x="6350000" y="1460445"/>
            <a:ext cx="2079625" cy="2860121"/>
            <a:chOff x="3101" y="436"/>
            <a:chExt cx="2659" cy="2995"/>
          </a:xfrm>
        </p:grpSpPr>
        <p:pic>
          <p:nvPicPr>
            <p:cNvPr id="8" name="Picture 9"/>
            <p:cNvPicPr>
              <a:picLocks noChangeAspect="1" noChangeArrowheads="1"/>
            </p:cNvPicPr>
            <p:nvPr>
              <p:custDataLst>
                <p:tags r:id="rId7"/>
              </p:custDataLst>
            </p:nvPr>
          </p:nvPicPr>
          <p:blipFill>
            <a:blip r:embed="rId14">
              <a:extLst>
                <a:ext uri="{28A0092B-C50C-407E-A947-70E740481C1C}">
                  <a14:useLocalDpi xmlns:a14="http://schemas.microsoft.com/office/drawing/2010/main" val="0"/>
                </a:ext>
              </a:extLst>
            </a:blip>
            <a:srcRect b="6999"/>
            <a:stretch>
              <a:fillRect/>
            </a:stretch>
          </p:blipFill>
          <p:spPr bwMode="auto">
            <a:xfrm>
              <a:off x="3101" y="436"/>
              <a:ext cx="2659" cy="2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p:custDataLst>
                <p:tags r:id="rId8"/>
              </p:custDataLst>
            </p:nvPr>
          </p:nvPicPr>
          <p:blipFill>
            <a:blip r:embed="rId15">
              <a:extLst>
                <a:ext uri="{28A0092B-C50C-407E-A947-70E740481C1C}">
                  <a14:useLocalDpi xmlns:a14="http://schemas.microsoft.com/office/drawing/2010/main" val="0"/>
                </a:ext>
              </a:extLst>
            </a:blip>
            <a:stretch>
              <a:fillRect/>
            </a:stretch>
          </p:blipFill>
          <p:spPr bwMode="auto">
            <a:xfrm>
              <a:off x="3334" y="981"/>
              <a:ext cx="14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右箭头 9"/>
          <p:cNvSpPr/>
          <p:nvPr>
            <p:custDataLst>
              <p:tags r:id="rId4"/>
            </p:custDataLst>
          </p:nvPr>
        </p:nvSpPr>
        <p:spPr>
          <a:xfrm>
            <a:off x="3131839" y="699542"/>
            <a:ext cx="3400391" cy="1640475"/>
          </a:xfrm>
          <a:prstGeom prst="rightArrow">
            <a:avLst>
              <a:gd name="adj1" fmla="val 6277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力的合成：</a:t>
            </a:r>
            <a:endParaRPr lang="en-US" altLang="zh-CN" sz="2800"/>
          </a:p>
          <a:p>
            <a:pPr algn="ctr"/>
            <a:r>
              <a:rPr lang="zh-CN" altLang="en-US" sz="2800"/>
              <a:t>求几个力的合力</a:t>
            </a:r>
            <a:endParaRPr lang="en-US" altLang="zh-CN" sz="2800"/>
          </a:p>
        </p:txBody>
      </p:sp>
      <p:sp>
        <p:nvSpPr>
          <p:cNvPr id="12" name="左箭头 11"/>
          <p:cNvSpPr/>
          <p:nvPr>
            <p:custDataLst>
              <p:tags r:id="rId5"/>
            </p:custDataLst>
          </p:nvPr>
        </p:nvSpPr>
        <p:spPr>
          <a:xfrm>
            <a:off x="3112254" y="2636901"/>
            <a:ext cx="3237746" cy="19442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力的分解：</a:t>
            </a:r>
            <a:endParaRPr lang="en-US" altLang="zh-CN" sz="2800"/>
          </a:p>
          <a:p>
            <a:pPr algn="ctr"/>
            <a:r>
              <a:rPr lang="zh-CN" altLang="en-US" sz="2800"/>
              <a:t>求一个力的分力</a:t>
            </a:r>
            <a:endParaRPr lang="en-US" altLang="zh-CN" sz="2800"/>
          </a:p>
        </p:txBody>
      </p:sp>
      <p:sp>
        <p:nvSpPr>
          <p:cNvPr id="14" name="TextBox 13"/>
          <p:cNvSpPr txBox="1"/>
          <p:nvPr>
            <p:custDataLst>
              <p:tags r:id="rId6"/>
            </p:custDataLst>
          </p:nvPr>
        </p:nvSpPr>
        <p:spPr>
          <a:xfrm>
            <a:off x="2739153" y="2406068"/>
            <a:ext cx="4185761"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400">
                <a:solidFill>
                  <a:srgbClr val="FF0000"/>
                </a:solidFill>
                <a:latin typeface="黑体" pitchFamily="49" charset="-122"/>
                <a:ea typeface="黑体" pitchFamily="49" charset="-122"/>
              </a:rPr>
              <a:t>合力与分力之间有什么关系？</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right)">
                                      <p:cBhvr>
                                        <p:cTn id="8" dur="500"/>
                                        <p:tgtEl>
                                          <p:spTgt spid="10"/>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p:tgtEl>
                                          <p:spTgt spid="12"/>
                                        </p:tgtEl>
                                        <p:attrNameLst>
                                          <p:attrName>ppt_x</p:attrName>
                                        </p:attrNameLst>
                                      </p:cBhvr>
                                      <p:tavLst>
                                        <p:tav tm="0">
                                          <p:val>
                                            <p:strVal val="#ppt_x+#ppt_w*1.125000"/>
                                          </p:val>
                                        </p:tav>
                                        <p:tav tm="100000">
                                          <p:val>
                                            <p:strVal val="#ppt_x"/>
                                          </p:val>
                                        </p:tav>
                                      </p:tavLst>
                                    </p:anim>
                                    <p:animEffect transition="in" filter="wipe(left)">
                                      <p:cBhvr>
                                        <p:cTn id="12" dur="500"/>
                                        <p:tgtEl>
                                          <p:spTgt spid="12"/>
                                        </p:tgtEl>
                                      </p:cBhvr>
                                    </p:animEffect>
                                  </p:childTnLst>
                                </p:cTn>
                              </p:par>
                              <p:par>
                                <p:cTn id="13" presetID="53"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custDataLst>
              <p:tags r:id="rId1"/>
            </p:custDataLst>
          </p:nvPr>
        </p:nvPicPr>
        <p:blipFill>
          <a:blip r:embed="rId12">
            <a:extLst>
              <a:ext uri="{28A0092B-C50C-407E-A947-70E740481C1C}">
                <a14:useLocalDpi xmlns:a14="http://schemas.microsoft.com/office/drawing/2010/main" val="0"/>
              </a:ext>
            </a:extLst>
          </a:blip>
          <a:stretch>
            <a:fillRect/>
          </a:stretch>
        </p:blipFill>
        <p:spPr bwMode="auto">
          <a:xfrm>
            <a:off x="664455" y="960016"/>
            <a:ext cx="47815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custDataLst>
              <p:tags r:id="rId2"/>
            </p:custDataLst>
          </p:nvPr>
        </p:nvSpPr>
        <p:spPr/>
        <p:txBody>
          <a:bodyPr/>
          <a:lstStyle/>
          <a:p>
            <a:r>
              <a:rPr lang="zh-CN" altLang="en-US"/>
              <a:t>同一直线上力的合成</a:t>
            </a:r>
          </a:p>
        </p:txBody>
      </p:sp>
      <p:sp>
        <p:nvSpPr>
          <p:cNvPr id="4" name="Line 10"/>
          <p:cNvSpPr>
            <a:spLocks noChangeShapeType="1"/>
          </p:cNvSpPr>
          <p:nvPr>
            <p:custDataLst>
              <p:tags r:id="rId3"/>
            </p:custDataLst>
          </p:nvPr>
        </p:nvSpPr>
        <p:spPr bwMode="auto">
          <a:xfrm>
            <a:off x="3233440" y="1753766"/>
            <a:ext cx="2236788" cy="0"/>
          </a:xfrm>
          <a:prstGeom prst="line">
            <a:avLst/>
          </a:prstGeom>
          <a:noFill/>
          <a:ln w="57150">
            <a:solidFill>
              <a:srgbClr val="0000FF"/>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5" name="Text Box 11"/>
          <p:cNvSpPr txBox="1">
            <a:spLocks noChangeArrowheads="1"/>
          </p:cNvSpPr>
          <p:nvPr>
            <p:custDataLst>
              <p:tags r:id="rId4"/>
            </p:custDataLst>
          </p:nvPr>
        </p:nvSpPr>
        <p:spPr bwMode="auto">
          <a:xfrm>
            <a:off x="5267028" y="915566"/>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0292" tIns="20145" rIns="40292" bIns="20145"/>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r>
              <a:rPr lang="en-US" altLang="zh-CN" sz="2900" i="1">
                <a:solidFill>
                  <a:srgbClr val="0000FF"/>
                </a:solidFill>
              </a:rPr>
              <a:t>F</a:t>
            </a:r>
            <a:r>
              <a:rPr lang="zh-CN" altLang="en-US" sz="2900" baseline="-25000">
                <a:solidFill>
                  <a:srgbClr val="0000FF"/>
                </a:solidFill>
              </a:rPr>
              <a:t>甲</a:t>
            </a:r>
            <a:endParaRPr lang="en-US" altLang="zh-CN" sz="2900">
              <a:solidFill>
                <a:srgbClr val="0000FF"/>
              </a:solidFill>
            </a:endParaRPr>
          </a:p>
        </p:txBody>
      </p:sp>
      <p:sp>
        <p:nvSpPr>
          <p:cNvPr id="6" name="Line 12"/>
          <p:cNvSpPr>
            <a:spLocks noChangeShapeType="1"/>
          </p:cNvSpPr>
          <p:nvPr>
            <p:custDataLst>
              <p:tags r:id="rId5"/>
            </p:custDataLst>
          </p:nvPr>
        </p:nvSpPr>
        <p:spPr bwMode="auto">
          <a:xfrm>
            <a:off x="3131840" y="1753766"/>
            <a:ext cx="2744788" cy="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7" name="Text Box 13"/>
          <p:cNvSpPr txBox="1">
            <a:spLocks noChangeArrowheads="1"/>
          </p:cNvSpPr>
          <p:nvPr>
            <p:custDataLst>
              <p:tags r:id="rId6"/>
            </p:custDataLst>
          </p:nvPr>
        </p:nvSpPr>
        <p:spPr bwMode="auto">
          <a:xfrm>
            <a:off x="5165428" y="1983954"/>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0292" tIns="20145" rIns="40292" bIns="20145"/>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r>
              <a:rPr lang="en-US" altLang="zh-CN" sz="2900" i="1">
                <a:solidFill>
                  <a:srgbClr val="FF0000"/>
                </a:solidFill>
              </a:rPr>
              <a:t>F</a:t>
            </a:r>
            <a:r>
              <a:rPr lang="zh-CN" altLang="en-US" sz="2900" baseline="-25000">
                <a:solidFill>
                  <a:srgbClr val="FF0000"/>
                </a:solidFill>
              </a:rPr>
              <a:t>乙</a:t>
            </a:r>
            <a:endParaRPr lang="en-US" altLang="zh-CN" sz="2900">
              <a:solidFill>
                <a:srgbClr val="FF0000"/>
              </a:solidFill>
            </a:endParaRPr>
          </a:p>
        </p:txBody>
      </p:sp>
      <p:sp>
        <p:nvSpPr>
          <p:cNvPr id="11" name="圆角矩形标注 10"/>
          <p:cNvSpPr/>
          <p:nvPr>
            <p:custDataLst>
              <p:tags r:id="rId7"/>
            </p:custDataLst>
          </p:nvPr>
        </p:nvSpPr>
        <p:spPr>
          <a:xfrm>
            <a:off x="6079828" y="660169"/>
            <a:ext cx="2740644" cy="1818437"/>
          </a:xfrm>
          <a:prstGeom prst="wedgeRoundRectCallout">
            <a:avLst>
              <a:gd name="adj1" fmla="val -14784"/>
              <a:gd name="adj2" fmla="val 6324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如果找一个人代替甲、乙两人，这个需要多大的力才能产生同样的效果？</a:t>
            </a:r>
          </a:p>
        </p:txBody>
      </p:sp>
      <p:pic>
        <p:nvPicPr>
          <p:cNvPr id="10" name="Picture 3" descr="C:\Users\X\AppData\Local\Temp\Rar$DRa5616.943\1655378840080.png"/>
          <p:cNvPicPr>
            <a:picLocks noChangeAspect="1" noChangeArrowheads="1"/>
          </p:cNvPicPr>
          <p:nvPr>
            <p:custDataLst>
              <p:tags r:id="rId8"/>
            </p:custDataLst>
          </p:nvPr>
        </p:nvPicPr>
        <p:blipFill>
          <a:blip r:embed="rId13"/>
          <a:stretch>
            <a:fillRect/>
          </a:stretch>
        </p:blipFill>
        <p:spPr bwMode="auto">
          <a:xfrm>
            <a:off x="6948264" y="1983954"/>
            <a:ext cx="2060182" cy="2925179"/>
          </a:xfrm>
          <a:prstGeom prst="rect">
            <a:avLst/>
          </a:prstGeom>
          <a:noFill/>
        </p:spPr>
      </p:pic>
      <p:sp>
        <p:nvSpPr>
          <p:cNvPr id="12" name="Text Box 15"/>
          <p:cNvSpPr txBox="1">
            <a:spLocks noChangeArrowheads="1"/>
          </p:cNvSpPr>
          <p:nvPr>
            <p:custDataLst>
              <p:tags r:id="rId9"/>
            </p:custDataLst>
          </p:nvPr>
        </p:nvSpPr>
        <p:spPr bwMode="auto">
          <a:xfrm>
            <a:off x="491033" y="3147814"/>
            <a:ext cx="5281613" cy="771525"/>
          </a:xfrm>
          <a:prstGeom prst="rect">
            <a:avLst/>
          </a:prstGeom>
        </p:spPr>
        <p:style>
          <a:lnRef idx="2">
            <a:schemeClr val="accent2"/>
          </a:lnRef>
          <a:fillRef idx="1">
            <a:schemeClr val="lt1"/>
          </a:fillRef>
          <a:effectRef idx="0">
            <a:schemeClr val="accent2"/>
          </a:effectRef>
          <a:fontRef idx="minor">
            <a:schemeClr val="dk1"/>
          </a:fontRef>
        </p:style>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kumimoji="1" lang="zh-CN" altLang="en-US" sz="4300" dirty="0"/>
              <a:t>两个分力同向：</a:t>
            </a:r>
            <a:r>
              <a:rPr kumimoji="1" lang="zh-CN" altLang="en-US" sz="4300" dirty="0">
                <a:solidFill>
                  <a:srgbClr val="FF0000"/>
                </a:solidFill>
              </a:rPr>
              <a:t>相加</a:t>
            </a:r>
          </a:p>
        </p:txBody>
      </p:sp>
      <p:sp>
        <p:nvSpPr>
          <p:cNvPr id="13" name="Text Box 14"/>
          <p:cNvSpPr txBox="1">
            <a:spLocks noChangeArrowheads="1"/>
          </p:cNvSpPr>
          <p:nvPr>
            <p:custDataLst>
              <p:tags r:id="rId10"/>
            </p:custDataLst>
          </p:nvPr>
        </p:nvSpPr>
        <p:spPr bwMode="auto">
          <a:xfrm>
            <a:off x="1633240" y="4059821"/>
            <a:ext cx="3633788" cy="84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4800" i="1">
                <a:solidFill>
                  <a:srgbClr val="FF0000"/>
                </a:solidFill>
              </a:rPr>
              <a:t>F</a:t>
            </a:r>
            <a:r>
              <a:rPr kumimoji="1" lang="zh-CN" altLang="en-US" sz="4800" baseline="-25000">
                <a:solidFill>
                  <a:srgbClr val="FF0000"/>
                </a:solidFill>
              </a:rPr>
              <a:t>合</a:t>
            </a:r>
            <a:r>
              <a:rPr kumimoji="1" lang="en-US" altLang="zh-CN" sz="4800" i="1">
                <a:solidFill>
                  <a:srgbClr val="FF0000"/>
                </a:solidFill>
              </a:rPr>
              <a:t>=F</a:t>
            </a:r>
            <a:r>
              <a:rPr kumimoji="1" lang="zh-CN" altLang="en-US" sz="4800" i="1" baseline="-25000">
                <a:solidFill>
                  <a:srgbClr val="FF0000"/>
                </a:solidFill>
              </a:rPr>
              <a:t>甲</a:t>
            </a:r>
            <a:r>
              <a:rPr kumimoji="1" lang="en-US" altLang="zh-CN" sz="4800" i="1">
                <a:solidFill>
                  <a:srgbClr val="FF0000"/>
                </a:solidFill>
              </a:rPr>
              <a:t>+F</a:t>
            </a:r>
            <a:r>
              <a:rPr kumimoji="1" lang="zh-CN" altLang="en-US" sz="4800" baseline="-25000">
                <a:solidFill>
                  <a:srgbClr val="FF0000"/>
                </a:solidFill>
              </a:rPr>
              <a:t>乙</a:t>
            </a:r>
            <a:endParaRPr kumimoji="1" lang="en-US" altLang="zh-CN" sz="4800">
              <a:solidFill>
                <a:srgbClr val="FF0000"/>
              </a:solidFill>
            </a:endParaRP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after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childTnLst>
                          </p:cTn>
                        </p:par>
                      </p:childTnLst>
                    </p:cTn>
                  </p:par>
                  <p:par>
                    <p:cTn id="20" fill="hold" nodeType="clickPar">
                      <p:stCondLst>
                        <p:cond delay="indefinite"/>
                      </p:stCondLst>
                      <p:childTnLst>
                        <p:par>
                          <p:cTn id="21" fill="hold" nodeType="after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11" grpId="0" animBg="1"/>
      <p:bldP spid="12" grpId="0" animBg="1"/>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同一直线上力的合成</a:t>
            </a:r>
          </a:p>
        </p:txBody>
      </p:sp>
      <p:pic>
        <p:nvPicPr>
          <p:cNvPr id="2050" name="Picture 2"/>
          <p:cNvPicPr>
            <a:picLocks noChangeAspect="1" noChangeArrowheads="1"/>
          </p:cNvPicPr>
          <p:nvPr>
            <p:custDataLst>
              <p:tags r:id="rId2"/>
            </p:custDataLst>
          </p:nvPr>
        </p:nvPicPr>
        <p:blipFill>
          <a:blip r:embed="rId13">
            <a:extLst>
              <a:ext uri="{28A0092B-C50C-407E-A947-70E740481C1C}">
                <a14:useLocalDpi xmlns:a14="http://schemas.microsoft.com/office/drawing/2010/main" val="0"/>
              </a:ext>
            </a:extLst>
          </a:blip>
          <a:stretch>
            <a:fillRect/>
          </a:stretch>
        </p:blipFill>
        <p:spPr bwMode="auto">
          <a:xfrm>
            <a:off x="467544" y="843558"/>
            <a:ext cx="4638675"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Line 6"/>
          <p:cNvSpPr>
            <a:spLocks noChangeShapeType="1"/>
          </p:cNvSpPr>
          <p:nvPr>
            <p:custDataLst>
              <p:tags r:id="rId3"/>
            </p:custDataLst>
          </p:nvPr>
        </p:nvSpPr>
        <p:spPr bwMode="auto">
          <a:xfrm>
            <a:off x="2606477" y="1520974"/>
            <a:ext cx="2541587" cy="0"/>
          </a:xfrm>
          <a:prstGeom prst="line">
            <a:avLst/>
          </a:prstGeom>
          <a:noFill/>
          <a:ln w="57150">
            <a:solidFill>
              <a:srgbClr val="0000FF"/>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5" name="Text Box 7"/>
          <p:cNvSpPr txBox="1">
            <a:spLocks noChangeArrowheads="1"/>
          </p:cNvSpPr>
          <p:nvPr>
            <p:custDataLst>
              <p:tags r:id="rId4"/>
            </p:custDataLst>
          </p:nvPr>
        </p:nvSpPr>
        <p:spPr bwMode="auto">
          <a:xfrm>
            <a:off x="446832" y="863115"/>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0292" tIns="20145" rIns="40292" bIns="20145"/>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r>
              <a:rPr lang="en-US" altLang="zh-CN" sz="2900" i="1">
                <a:solidFill>
                  <a:srgbClr val="FF0000"/>
                </a:solidFill>
              </a:rPr>
              <a:t>F</a:t>
            </a:r>
            <a:r>
              <a:rPr lang="zh-CN" altLang="en-US" sz="2900" baseline="-25000">
                <a:solidFill>
                  <a:srgbClr val="FF0000"/>
                </a:solidFill>
              </a:rPr>
              <a:t>甲</a:t>
            </a:r>
            <a:endParaRPr lang="en-US" altLang="zh-CN" sz="2900"/>
          </a:p>
        </p:txBody>
      </p:sp>
      <p:sp>
        <p:nvSpPr>
          <p:cNvPr id="6" name="Line 8"/>
          <p:cNvSpPr>
            <a:spLocks noChangeShapeType="1"/>
          </p:cNvSpPr>
          <p:nvPr>
            <p:custDataLst>
              <p:tags r:id="rId5"/>
            </p:custDataLst>
          </p:nvPr>
        </p:nvSpPr>
        <p:spPr bwMode="auto">
          <a:xfrm flipH="1">
            <a:off x="572889" y="1520974"/>
            <a:ext cx="2033588" cy="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7" name="Text Box 9"/>
          <p:cNvSpPr txBox="1">
            <a:spLocks noChangeArrowheads="1"/>
          </p:cNvSpPr>
          <p:nvPr>
            <p:custDataLst>
              <p:tags r:id="rId6"/>
            </p:custDataLst>
          </p:nvPr>
        </p:nvSpPr>
        <p:spPr bwMode="auto">
          <a:xfrm>
            <a:off x="4699025" y="915566"/>
            <a:ext cx="814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0292" tIns="20145" rIns="40292" bIns="20145"/>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r>
              <a:rPr lang="en-US" altLang="zh-CN" sz="2900" i="1">
                <a:solidFill>
                  <a:srgbClr val="0000FF"/>
                </a:solidFill>
              </a:rPr>
              <a:t>F</a:t>
            </a:r>
            <a:r>
              <a:rPr lang="zh-CN" altLang="en-US" sz="2900" i="1" baseline="-25000">
                <a:solidFill>
                  <a:srgbClr val="0000FF"/>
                </a:solidFill>
              </a:rPr>
              <a:t>乙</a:t>
            </a:r>
            <a:endParaRPr lang="en-US" altLang="zh-CN" sz="2900" baseline="-25000">
              <a:solidFill>
                <a:srgbClr val="0000FF"/>
              </a:solidFill>
            </a:endParaRPr>
          </a:p>
        </p:txBody>
      </p:sp>
      <p:sp>
        <p:nvSpPr>
          <p:cNvPr id="8" name="圆角矩形标注 7"/>
          <p:cNvSpPr/>
          <p:nvPr>
            <p:custDataLst>
              <p:tags r:id="rId7"/>
            </p:custDataLst>
          </p:nvPr>
        </p:nvSpPr>
        <p:spPr>
          <a:xfrm>
            <a:off x="5940152" y="649514"/>
            <a:ext cx="2740644" cy="1334440"/>
          </a:xfrm>
          <a:prstGeom prst="wedgeRoundRectCallout">
            <a:avLst>
              <a:gd name="adj1" fmla="val -6310"/>
              <a:gd name="adj2" fmla="val 8281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这种情况呢？另一个人朝哪边拉？需要多大的力？</a:t>
            </a:r>
          </a:p>
        </p:txBody>
      </p:sp>
      <p:pic>
        <p:nvPicPr>
          <p:cNvPr id="9" name="Picture 3" descr="C:\Users\X\AppData\Local\Temp\Rar$DRa5616.943\1655378840080.png"/>
          <p:cNvPicPr>
            <a:picLocks noChangeAspect="1" noChangeArrowheads="1"/>
          </p:cNvPicPr>
          <p:nvPr>
            <p:custDataLst>
              <p:tags r:id="rId8"/>
            </p:custDataLst>
          </p:nvPr>
        </p:nvPicPr>
        <p:blipFill>
          <a:blip r:embed="rId14"/>
          <a:stretch>
            <a:fillRect/>
          </a:stretch>
        </p:blipFill>
        <p:spPr bwMode="auto">
          <a:xfrm>
            <a:off x="6948264" y="1983954"/>
            <a:ext cx="2060182" cy="2925179"/>
          </a:xfrm>
          <a:prstGeom prst="rect">
            <a:avLst/>
          </a:prstGeom>
          <a:noFill/>
        </p:spPr>
      </p:pic>
      <p:sp>
        <p:nvSpPr>
          <p:cNvPr id="12" name="Text Box 15"/>
          <p:cNvSpPr txBox="1">
            <a:spLocks noChangeArrowheads="1"/>
          </p:cNvSpPr>
          <p:nvPr>
            <p:custDataLst>
              <p:tags r:id="rId9"/>
            </p:custDataLst>
          </p:nvPr>
        </p:nvSpPr>
        <p:spPr bwMode="auto">
          <a:xfrm>
            <a:off x="491033" y="3147814"/>
            <a:ext cx="5281613" cy="771525"/>
          </a:xfrm>
          <a:prstGeom prst="rect">
            <a:avLst/>
          </a:prstGeom>
        </p:spPr>
        <p:style>
          <a:lnRef idx="2">
            <a:schemeClr val="accent2"/>
          </a:lnRef>
          <a:fillRef idx="1">
            <a:schemeClr val="lt1"/>
          </a:fillRef>
          <a:effectRef idx="0">
            <a:schemeClr val="accent2"/>
          </a:effectRef>
          <a:fontRef idx="minor">
            <a:schemeClr val="dk1"/>
          </a:fontRef>
        </p:style>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kumimoji="1" lang="zh-CN" altLang="en-US" sz="4300" dirty="0"/>
              <a:t>两个分力反向：</a:t>
            </a:r>
            <a:r>
              <a:rPr kumimoji="1" lang="zh-CN" altLang="en-US" sz="4300" dirty="0">
                <a:solidFill>
                  <a:srgbClr val="FF0000"/>
                </a:solidFill>
              </a:rPr>
              <a:t>相减</a:t>
            </a:r>
          </a:p>
        </p:txBody>
      </p:sp>
      <p:sp>
        <p:nvSpPr>
          <p:cNvPr id="13" name="Text Box 14"/>
          <p:cNvSpPr txBox="1">
            <a:spLocks noChangeArrowheads="1"/>
          </p:cNvSpPr>
          <p:nvPr>
            <p:custDataLst>
              <p:tags r:id="rId10"/>
            </p:custDataLst>
          </p:nvPr>
        </p:nvSpPr>
        <p:spPr bwMode="auto">
          <a:xfrm>
            <a:off x="1633240" y="4059821"/>
            <a:ext cx="3633788" cy="84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4800" i="1">
                <a:solidFill>
                  <a:srgbClr val="FF0000"/>
                </a:solidFill>
              </a:rPr>
              <a:t>F</a:t>
            </a:r>
            <a:r>
              <a:rPr kumimoji="1" lang="zh-CN" altLang="en-US" sz="4800" baseline="-25000">
                <a:solidFill>
                  <a:srgbClr val="FF0000"/>
                </a:solidFill>
              </a:rPr>
              <a:t>合</a:t>
            </a:r>
            <a:r>
              <a:rPr kumimoji="1" lang="en-US" altLang="zh-CN" sz="4800" i="1">
                <a:solidFill>
                  <a:srgbClr val="FF0000"/>
                </a:solidFill>
              </a:rPr>
              <a:t>=F</a:t>
            </a:r>
            <a:r>
              <a:rPr kumimoji="1" lang="zh-CN" altLang="en-US" sz="4800" baseline="-25000">
                <a:solidFill>
                  <a:srgbClr val="FF0000"/>
                </a:solidFill>
              </a:rPr>
              <a:t>乙</a:t>
            </a:r>
            <a:r>
              <a:rPr kumimoji="1" lang="en-US" altLang="zh-CN" sz="4800" i="1">
                <a:solidFill>
                  <a:srgbClr val="FF0000"/>
                </a:solidFill>
              </a:rPr>
              <a:t>-F</a:t>
            </a:r>
            <a:r>
              <a:rPr kumimoji="1" lang="zh-CN" altLang="en-US" sz="4800" i="1" baseline="-25000">
                <a:solidFill>
                  <a:srgbClr val="FF0000"/>
                </a:solidFill>
              </a:rPr>
              <a:t>甲</a:t>
            </a:r>
            <a:endParaRPr kumimoji="1" lang="en-US" altLang="zh-CN" sz="4800">
              <a:solidFill>
                <a:srgbClr val="FF0000"/>
              </a:solidFill>
            </a:endParaRPr>
          </a:p>
        </p:txBody>
      </p:sp>
      <p:sp>
        <p:nvSpPr>
          <p:cNvPr id="14" name="圆角矩形标注 13"/>
          <p:cNvSpPr/>
          <p:nvPr>
            <p:custDataLst>
              <p:tags r:id="rId11"/>
            </p:custDataLst>
          </p:nvPr>
        </p:nvSpPr>
        <p:spPr>
          <a:xfrm>
            <a:off x="5073112" y="2303094"/>
            <a:ext cx="1904020" cy="731214"/>
          </a:xfrm>
          <a:prstGeom prst="wedgeRoundRectCallout">
            <a:avLst>
              <a:gd name="adj1" fmla="val -48999"/>
              <a:gd name="adj2" fmla="val -12361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合力与较大的力同向</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after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nodeType="clickPar">
                      <p:stCondLst>
                        <p:cond delay="indefinite"/>
                      </p:stCondLst>
                      <p:childTnLst>
                        <p:par>
                          <p:cTn id="21" fill="hold" nodeType="after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12" grpId="0" animBg="1"/>
      <p:bldP spid="13" grpId="0"/>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互成角度的两个力的合成</a:t>
            </a:r>
          </a:p>
        </p:txBody>
      </p:sp>
      <p:grpSp>
        <p:nvGrpSpPr>
          <p:cNvPr id="3" name="Group 31"/>
          <p:cNvGrpSpPr/>
          <p:nvPr>
            <p:custDataLst>
              <p:tags r:id="rId2"/>
            </p:custDataLst>
          </p:nvPr>
        </p:nvGrpSpPr>
        <p:grpSpPr>
          <a:xfrm>
            <a:off x="690516" y="915566"/>
            <a:ext cx="4719210" cy="3795886"/>
            <a:chOff x="192" y="642"/>
            <a:chExt cx="2064" cy="1826"/>
          </a:xfrm>
        </p:grpSpPr>
        <p:pic>
          <p:nvPicPr>
            <p:cNvPr id="4" name="Picture 4"/>
            <p:cNvPicPr>
              <a:picLocks noChangeAspect="1" noChangeArrowheads="1"/>
            </p:cNvPicPr>
            <p:nvPr>
              <p:custDataLst>
                <p:tags r:id="rId5"/>
              </p:custDataLst>
            </p:nvPr>
          </p:nvPicPr>
          <p:blipFill>
            <a:blip r:embed="rId9">
              <a:extLst>
                <a:ext uri="{28A0092B-C50C-407E-A947-70E740481C1C}">
                  <a14:useLocalDpi xmlns:a14="http://schemas.microsoft.com/office/drawing/2010/main" val="0"/>
                </a:ext>
              </a:extLst>
            </a:blip>
            <a:stretch>
              <a:fillRect/>
            </a:stretch>
          </p:blipFill>
          <p:spPr bwMode="auto">
            <a:xfrm>
              <a:off x="192" y="644"/>
              <a:ext cx="2064"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8"/>
            <p:cNvSpPr txBox="1">
              <a:spLocks noChangeArrowheads="1"/>
            </p:cNvSpPr>
            <p:nvPr>
              <p:custDataLst>
                <p:tags r:id="rId6"/>
              </p:custDataLst>
            </p:nvPr>
          </p:nvSpPr>
          <p:spPr bwMode="auto">
            <a:xfrm>
              <a:off x="240" y="720"/>
              <a:ext cx="28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1</a:t>
              </a:r>
            </a:p>
          </p:txBody>
        </p:sp>
        <p:sp>
          <p:nvSpPr>
            <p:cNvPr id="6" name="Text Box 29"/>
            <p:cNvSpPr txBox="1">
              <a:spLocks noChangeArrowheads="1"/>
            </p:cNvSpPr>
            <p:nvPr>
              <p:custDataLst>
                <p:tags r:id="rId7"/>
              </p:custDataLst>
            </p:nvPr>
          </p:nvSpPr>
          <p:spPr bwMode="auto">
            <a:xfrm>
              <a:off x="1536" y="642"/>
              <a:ext cx="28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2</a:t>
              </a:r>
            </a:p>
          </p:txBody>
        </p:sp>
      </p:grpSp>
      <p:sp>
        <p:nvSpPr>
          <p:cNvPr id="7" name="圆角矩形标注 6"/>
          <p:cNvSpPr/>
          <p:nvPr>
            <p:custDataLst>
              <p:tags r:id="rId3"/>
            </p:custDataLst>
          </p:nvPr>
        </p:nvSpPr>
        <p:spPr>
          <a:xfrm>
            <a:off x="5940152" y="649514"/>
            <a:ext cx="2740644" cy="1051838"/>
          </a:xfrm>
          <a:prstGeom prst="wedgeRoundRectCallout">
            <a:avLst>
              <a:gd name="adj1" fmla="val -6310"/>
              <a:gd name="adj2" fmla="val 8281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互成角度的两个力该如何合成？</a:t>
            </a:r>
          </a:p>
        </p:txBody>
      </p:sp>
      <p:pic>
        <p:nvPicPr>
          <p:cNvPr id="8" name="Picture 3" descr="C:\Users\X\AppData\Local\Temp\Rar$DRa5616.943\1655378840080.png"/>
          <p:cNvPicPr>
            <a:picLocks noChangeAspect="1" noChangeArrowheads="1"/>
          </p:cNvPicPr>
          <p:nvPr>
            <p:custDataLst>
              <p:tags r:id="rId4"/>
            </p:custDataLst>
          </p:nvPr>
        </p:nvPicPr>
        <p:blipFill>
          <a:blip r:embed="rId10"/>
          <a:stretch>
            <a:fillRect/>
          </a:stretch>
        </p:blipFill>
        <p:spPr bwMode="auto">
          <a:xfrm>
            <a:off x="6280383" y="1818023"/>
            <a:ext cx="2060182" cy="2925179"/>
          </a:xfrm>
          <a:prstGeom prst="rect">
            <a:avLst/>
          </a:prstGeom>
          <a:noFill/>
        </p:spPr>
      </p:pic>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实验：探究两个互成角度的力的合成</a:t>
            </a:r>
          </a:p>
        </p:txBody>
      </p:sp>
      <p:pic>
        <p:nvPicPr>
          <p:cNvPr id="3" name="3.4 力的合成与分解（2-教学资源）1-探究两个互成角度的力的合成.mp4">
            <a:hlinkClick r:id="" action="ppaction://media"/>
          </p:cNvPr>
          <p:cNvPicPr>
            <a:picLocks noChangeAspect="1"/>
          </p:cNvPicPr>
          <p:nvPr>
            <a:videoFile r:link="rId3"/>
            <p:custDataLst>
              <p:tags r:id="rId4"/>
            </p:custDataLst>
            <p:extLst>
              <p:ext uri="{DAA4B4D4-6D71-4841-9C94-3DE7FCFB9230}">
                <p14:media xmlns:p14="http://schemas.microsoft.com/office/powerpoint/2010/main" r:embed="rId2"/>
              </p:ext>
            </p:extLst>
          </p:nvPr>
        </p:nvPicPr>
        <p:blipFill>
          <a:blip r:embed="rId6"/>
          <a:stretch>
            <a:fillRect/>
          </a:stretch>
        </p:blipFill>
        <p:spPr>
          <a:xfrm>
            <a:off x="611560" y="555526"/>
            <a:ext cx="7992888" cy="4492490"/>
          </a:xfrm>
          <a:prstGeom prst="rect">
            <a:avLst/>
          </a:prstGeom>
        </p:spPr>
      </p:pic>
    </p:spTree>
    <p:extLst>
      <p:ext uri="{BB962C8B-B14F-4D97-AF65-F5344CB8AC3E}">
        <p14:creationId xmlns:p14="http://schemas.microsoft.com/office/powerpoint/2010/main" val="2450175845"/>
      </p:ext>
    </p:ext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afterGroup">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endCondLst>
                    <p:cond evt="onNext" delay="0">
                      <p:tgtEl>
                        <p:sldTgt/>
                      </p:tgtEl>
                    </p:cond>
                    <p:cond evt="onPrev" delay="0">
                      <p:tgtEl>
                        <p:sldTgt/>
                      </p:tgtEl>
                    </p:cond>
                  </p:end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平行四边形定则</a:t>
            </a:r>
          </a:p>
        </p:txBody>
      </p:sp>
      <p:sp>
        <p:nvSpPr>
          <p:cNvPr id="3" name="Line 5"/>
          <p:cNvSpPr>
            <a:spLocks noChangeShapeType="1"/>
          </p:cNvSpPr>
          <p:nvPr>
            <p:custDataLst>
              <p:tags r:id="rId2"/>
            </p:custDataLst>
          </p:nvPr>
        </p:nvSpPr>
        <p:spPr bwMode="auto">
          <a:xfrm>
            <a:off x="2473325" y="792510"/>
            <a:ext cx="4013200" cy="0"/>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4" name="Line 6"/>
          <p:cNvSpPr>
            <a:spLocks noChangeShapeType="1"/>
          </p:cNvSpPr>
          <p:nvPr>
            <p:custDataLst>
              <p:tags r:id="rId3"/>
            </p:custDataLst>
          </p:nvPr>
        </p:nvSpPr>
        <p:spPr bwMode="auto">
          <a:xfrm flipV="1">
            <a:off x="4606925" y="498507"/>
            <a:ext cx="1482464" cy="1665603"/>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5" name="Line 7"/>
          <p:cNvSpPr>
            <a:spLocks noChangeShapeType="1"/>
          </p:cNvSpPr>
          <p:nvPr>
            <p:custDataLst>
              <p:tags r:id="rId4"/>
            </p:custDataLst>
          </p:nvPr>
        </p:nvSpPr>
        <p:spPr bwMode="auto">
          <a:xfrm flipV="1">
            <a:off x="1150938" y="771870"/>
            <a:ext cx="4717206" cy="1447801"/>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6" name="Text Box 8"/>
          <p:cNvSpPr txBox="1">
            <a:spLocks noChangeArrowheads="1"/>
          </p:cNvSpPr>
          <p:nvPr>
            <p:custDataLst>
              <p:tags r:id="rId5"/>
            </p:custDataLst>
          </p:nvPr>
        </p:nvSpPr>
        <p:spPr bwMode="auto">
          <a:xfrm>
            <a:off x="5595938" y="868710"/>
            <a:ext cx="8128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p>
        </p:txBody>
      </p:sp>
      <p:sp>
        <p:nvSpPr>
          <p:cNvPr id="7" name="Text Box 11"/>
          <p:cNvSpPr txBox="1">
            <a:spLocks noChangeArrowheads="1"/>
          </p:cNvSpPr>
          <p:nvPr>
            <p:custDataLst>
              <p:tags r:id="rId6"/>
            </p:custDataLst>
          </p:nvPr>
        </p:nvSpPr>
        <p:spPr bwMode="auto">
          <a:xfrm>
            <a:off x="1351407" y="1579141"/>
            <a:ext cx="1160462"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dirty="0">
                <a:solidFill>
                  <a:srgbClr val="FF0000"/>
                </a:solidFill>
              </a:rPr>
              <a:t>θ</a:t>
            </a:r>
          </a:p>
        </p:txBody>
      </p:sp>
      <p:grpSp>
        <p:nvGrpSpPr>
          <p:cNvPr id="8" name="Group 12"/>
          <p:cNvGrpSpPr/>
          <p:nvPr>
            <p:custDataLst>
              <p:tags r:id="rId7"/>
            </p:custDataLst>
          </p:nvPr>
        </p:nvGrpSpPr>
        <p:grpSpPr>
          <a:xfrm>
            <a:off x="642938" y="411510"/>
            <a:ext cx="4465637" cy="2379663"/>
            <a:chOff x="638" y="2527"/>
            <a:chExt cx="2109" cy="1499"/>
          </a:xfrm>
        </p:grpSpPr>
        <p:grpSp>
          <p:nvGrpSpPr>
            <p:cNvPr id="9" name="Group 13"/>
            <p:cNvGrpSpPr/>
            <p:nvPr>
              <p:custDataLst>
                <p:tags r:id="rId13"/>
              </p:custDataLst>
            </p:nvPr>
          </p:nvGrpSpPr>
          <p:grpSpPr>
            <a:xfrm>
              <a:off x="871" y="2527"/>
              <a:ext cx="1876" cy="1499"/>
              <a:chOff x="1625" y="2527"/>
              <a:chExt cx="1876" cy="1499"/>
            </a:xfrm>
          </p:grpSpPr>
          <p:grpSp>
            <p:nvGrpSpPr>
              <p:cNvPr id="11" name="Group 14"/>
              <p:cNvGrpSpPr/>
              <p:nvPr>
                <p:custDataLst>
                  <p:tags r:id="rId15"/>
                </p:custDataLst>
              </p:nvPr>
            </p:nvGrpSpPr>
            <p:grpSpPr>
              <a:xfrm>
                <a:off x="1625" y="2749"/>
                <a:ext cx="1645" cy="912"/>
                <a:chOff x="1859" y="2736"/>
                <a:chExt cx="1645" cy="912"/>
              </a:xfrm>
            </p:grpSpPr>
            <p:sp>
              <p:nvSpPr>
                <p:cNvPr id="15" name="Line 15"/>
                <p:cNvSpPr>
                  <a:spLocks noChangeShapeType="1"/>
                </p:cNvSpPr>
                <p:nvPr>
                  <p:custDataLst>
                    <p:tags r:id="rId19"/>
                  </p:custDataLst>
                </p:nvPr>
              </p:nvSpPr>
              <p:spPr bwMode="auto">
                <a:xfrm>
                  <a:off x="1872" y="3648"/>
                  <a:ext cx="1632" cy="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16" name="Line 16"/>
                <p:cNvSpPr>
                  <a:spLocks noChangeShapeType="1"/>
                </p:cNvSpPr>
                <p:nvPr>
                  <p:custDataLst>
                    <p:tags r:id="rId20"/>
                  </p:custDataLst>
                </p:nvPr>
              </p:nvSpPr>
              <p:spPr bwMode="auto">
                <a:xfrm flipV="1">
                  <a:off x="1859" y="2736"/>
                  <a:ext cx="576" cy="912"/>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grpSp>
          <p:sp>
            <p:nvSpPr>
              <p:cNvPr id="12" name="Text Box 17"/>
              <p:cNvSpPr txBox="1">
                <a:spLocks noChangeArrowheads="1"/>
              </p:cNvSpPr>
              <p:nvPr>
                <p:custDataLst>
                  <p:tags r:id="rId16"/>
                </p:custDataLst>
              </p:nvPr>
            </p:nvSpPr>
            <p:spPr bwMode="auto">
              <a:xfrm>
                <a:off x="3069" y="3648"/>
                <a:ext cx="432"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1</a:t>
                </a:r>
                <a:endParaRPr lang="en-US" altLang="zh-CN" sz="3300"/>
              </a:p>
            </p:txBody>
          </p:sp>
          <p:sp>
            <p:nvSpPr>
              <p:cNvPr id="13" name="Text Box 18"/>
              <p:cNvSpPr txBox="1">
                <a:spLocks noChangeArrowheads="1"/>
              </p:cNvSpPr>
              <p:nvPr>
                <p:custDataLst>
                  <p:tags r:id="rId17"/>
                </p:custDataLst>
              </p:nvPr>
            </p:nvSpPr>
            <p:spPr bwMode="auto">
              <a:xfrm>
                <a:off x="1803" y="2527"/>
                <a:ext cx="432"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2</a:t>
                </a:r>
                <a:endParaRPr lang="en-US" altLang="zh-CN" sz="3300"/>
              </a:p>
            </p:txBody>
          </p:sp>
          <p:sp>
            <p:nvSpPr>
              <p:cNvPr id="14" name="Oval 19"/>
              <p:cNvSpPr>
                <a:spLocks noChangeArrowheads="1"/>
              </p:cNvSpPr>
              <p:nvPr>
                <p:custDataLst>
                  <p:tags r:id="rId18"/>
                </p:custDataLst>
              </p:nvPr>
            </p:nvSpPr>
            <p:spPr bwMode="auto">
              <a:xfrm>
                <a:off x="1628" y="3623"/>
                <a:ext cx="48" cy="48"/>
              </a:xfrm>
              <a:prstGeom prst="ellipse">
                <a:avLst/>
              </a:prstGeom>
              <a:solidFill>
                <a:schemeClr val="tx1"/>
              </a:solidFill>
              <a:ln w="9525">
                <a:solidFill>
                  <a:srgbClr val="0000FF"/>
                </a:solidFill>
                <a:round/>
              </a:ln>
            </p:spPr>
            <p:txBody>
              <a:bodyPr wrap="none" anchor="ctr"/>
              <a:lstStyle/>
              <a:p>
                <a:endParaRPr lang="zh-CN" altLang="en-US"/>
              </a:p>
            </p:txBody>
          </p:sp>
        </p:grpSp>
        <p:sp>
          <p:nvSpPr>
            <p:cNvPr id="10" name="Text Box 20"/>
            <p:cNvSpPr txBox="1">
              <a:spLocks noChangeArrowheads="1"/>
            </p:cNvSpPr>
            <p:nvPr>
              <p:custDataLst>
                <p:tags r:id="rId14"/>
              </p:custDataLst>
            </p:nvPr>
          </p:nvSpPr>
          <p:spPr bwMode="auto">
            <a:xfrm>
              <a:off x="638" y="3494"/>
              <a:ext cx="384" cy="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a:solidFill>
                    <a:srgbClr val="0000FF"/>
                  </a:solidFill>
                </a:rPr>
                <a:t>o</a:t>
              </a:r>
            </a:p>
          </p:txBody>
        </p:sp>
      </p:grpSp>
      <p:sp>
        <p:nvSpPr>
          <p:cNvPr id="17" name="Text Box 9"/>
          <p:cNvSpPr txBox="1">
            <a:spLocks noChangeArrowheads="1"/>
          </p:cNvSpPr>
          <p:nvPr>
            <p:custDataLst>
              <p:tags r:id="rId8"/>
            </p:custDataLst>
          </p:nvPr>
        </p:nvSpPr>
        <p:spPr bwMode="auto">
          <a:xfrm>
            <a:off x="6486525" y="915566"/>
            <a:ext cx="26574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900">
                <a:solidFill>
                  <a:srgbClr val="0000FF"/>
                </a:solidFill>
                <a:latin typeface="微软雅黑" pitchFamily="34" charset="-122"/>
                <a:ea typeface="微软雅黑" pitchFamily="34" charset="-122"/>
              </a:rPr>
              <a:t>大小：</a:t>
            </a:r>
            <a:r>
              <a:rPr lang="zh-CN" altLang="en-US" sz="2900">
                <a:solidFill>
                  <a:srgbClr val="FF0000"/>
                </a:solidFill>
                <a:latin typeface="微软雅黑" pitchFamily="34" charset="-122"/>
                <a:ea typeface="微软雅黑" pitchFamily="34" charset="-122"/>
              </a:rPr>
              <a:t>标度</a:t>
            </a:r>
          </a:p>
        </p:txBody>
      </p:sp>
      <p:sp>
        <p:nvSpPr>
          <p:cNvPr id="18" name="Text Box 10"/>
          <p:cNvSpPr txBox="1">
            <a:spLocks noChangeArrowheads="1"/>
          </p:cNvSpPr>
          <p:nvPr>
            <p:custDataLst>
              <p:tags r:id="rId9"/>
            </p:custDataLst>
          </p:nvPr>
        </p:nvSpPr>
        <p:spPr bwMode="auto">
          <a:xfrm>
            <a:off x="6500813" y="1579141"/>
            <a:ext cx="26590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900">
                <a:solidFill>
                  <a:srgbClr val="0000FF"/>
                </a:solidFill>
                <a:latin typeface="微软雅黑" pitchFamily="34" charset="-122"/>
                <a:ea typeface="微软雅黑" pitchFamily="34" charset="-122"/>
              </a:rPr>
              <a:t>方向：</a:t>
            </a:r>
            <a:r>
              <a:rPr lang="zh-CN" altLang="en-US" sz="2900">
                <a:solidFill>
                  <a:srgbClr val="FF0000"/>
                </a:solidFill>
                <a:latin typeface="微软雅黑" pitchFamily="34" charset="-122"/>
                <a:ea typeface="微软雅黑" pitchFamily="34" charset="-122"/>
              </a:rPr>
              <a:t>角度</a:t>
            </a:r>
          </a:p>
        </p:txBody>
      </p:sp>
      <p:sp>
        <p:nvSpPr>
          <p:cNvPr id="19" name="Text Box 2"/>
          <p:cNvSpPr txBox="1">
            <a:spLocks noChangeArrowheads="1"/>
          </p:cNvSpPr>
          <p:nvPr>
            <p:custDataLst>
              <p:tags r:id="rId10"/>
            </p:custDataLst>
          </p:nvPr>
        </p:nvSpPr>
        <p:spPr bwMode="auto">
          <a:xfrm>
            <a:off x="511176" y="2700686"/>
            <a:ext cx="4597399" cy="2122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spcBef>
                <a:spcPct val="50000"/>
              </a:spcBef>
            </a:pPr>
            <a:r>
              <a:rPr lang="zh-CN" altLang="en-US" sz="2400" dirty="0">
                <a:solidFill>
                  <a:srgbClr val="0000FF"/>
                </a:solidFill>
                <a:latin typeface="微软雅黑" pitchFamily="34" charset="-122"/>
                <a:ea typeface="微软雅黑" pitchFamily="34" charset="-122"/>
              </a:rPr>
              <a:t>作法：以</a:t>
            </a:r>
            <a:r>
              <a:rPr lang="zh-CN" altLang="en-US" sz="2400" dirty="0">
                <a:latin typeface="微软雅黑" pitchFamily="34" charset="-122"/>
                <a:ea typeface="微软雅黑" pitchFamily="34" charset="-122"/>
              </a:rPr>
              <a:t>表示这两个力的线段</a:t>
            </a:r>
            <a:r>
              <a:rPr lang="zh-CN" altLang="en-US" sz="2400" dirty="0">
                <a:solidFill>
                  <a:srgbClr val="0000FF"/>
                </a:solidFill>
                <a:latin typeface="微软雅黑" pitchFamily="34" charset="-122"/>
                <a:ea typeface="微软雅黑" pitchFamily="34" charset="-122"/>
              </a:rPr>
              <a:t>为</a:t>
            </a:r>
            <a:r>
              <a:rPr lang="zh-CN" altLang="en-US" sz="2400" dirty="0">
                <a:latin typeface="微软雅黑" pitchFamily="34" charset="-122"/>
                <a:ea typeface="微软雅黑" pitchFamily="34" charset="-122"/>
              </a:rPr>
              <a:t>邻边</a:t>
            </a:r>
            <a:r>
              <a:rPr lang="zh-CN" altLang="en-US" sz="2400" dirty="0">
                <a:solidFill>
                  <a:srgbClr val="0000FF"/>
                </a:solidFill>
                <a:latin typeface="微软雅黑" pitchFamily="34" charset="-122"/>
                <a:ea typeface="微软雅黑" pitchFamily="34" charset="-122"/>
              </a:rPr>
              <a:t>作平行四边形</a:t>
            </a:r>
            <a:r>
              <a:rPr lang="en-US" altLang="zh-CN" sz="2400" dirty="0">
                <a:solidFill>
                  <a:srgbClr val="0000FF"/>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这</a:t>
            </a:r>
            <a:r>
              <a:rPr lang="zh-CN" altLang="en-US" sz="2400" dirty="0">
                <a:solidFill>
                  <a:srgbClr val="FF0000"/>
                </a:solidFill>
                <a:latin typeface="微软雅黑" pitchFamily="34" charset="-122"/>
                <a:ea typeface="微软雅黑" pitchFamily="34" charset="-122"/>
              </a:rPr>
              <a:t>两个邻边之间的对角线</a:t>
            </a:r>
            <a:r>
              <a:rPr lang="zh-CN" altLang="en-US" sz="2400" dirty="0">
                <a:solidFill>
                  <a:srgbClr val="0000FF"/>
                </a:solidFill>
                <a:latin typeface="微软雅黑" pitchFamily="34" charset="-122"/>
                <a:ea typeface="微软雅黑" pitchFamily="34" charset="-122"/>
              </a:rPr>
              <a:t>就代表</a:t>
            </a:r>
            <a:r>
              <a:rPr lang="zh-CN" altLang="en-US" sz="2400" dirty="0">
                <a:solidFill>
                  <a:srgbClr val="FF0000"/>
                </a:solidFill>
                <a:latin typeface="微软雅黑" pitchFamily="34" charset="-122"/>
                <a:ea typeface="微软雅黑" pitchFamily="34" charset="-122"/>
              </a:rPr>
              <a:t>合力</a:t>
            </a:r>
            <a:r>
              <a:rPr lang="zh-CN" altLang="en-US" sz="2400" dirty="0">
                <a:solidFill>
                  <a:srgbClr val="0000FF"/>
                </a:solidFill>
                <a:latin typeface="微软雅黑" pitchFamily="34" charset="-122"/>
                <a:ea typeface="微软雅黑" pitchFamily="34" charset="-122"/>
              </a:rPr>
              <a:t>的大小和方向 </a:t>
            </a:r>
            <a:r>
              <a:rPr lang="en-US" altLang="zh-CN" sz="2400" dirty="0">
                <a:solidFill>
                  <a:srgbClr val="0000FF"/>
                </a:solidFill>
                <a:latin typeface="微软雅黑" pitchFamily="34" charset="-122"/>
                <a:ea typeface="微软雅黑" pitchFamily="34" charset="-122"/>
              </a:rPr>
              <a:t>.</a:t>
            </a:r>
          </a:p>
        </p:txBody>
      </p:sp>
      <p:pic>
        <p:nvPicPr>
          <p:cNvPr id="22" name="Picture 2" descr="G:\下载\downs\图片1.png"/>
          <p:cNvPicPr>
            <a:picLocks noChangeAspect="1" noChangeArrowheads="1"/>
          </p:cNvPicPr>
          <p:nvPr>
            <p:custDataLst>
              <p:tags r:id="rId11"/>
            </p:custDataLst>
          </p:nvPr>
        </p:nvPicPr>
        <p:blipFill>
          <a:blip r:embed="rId22">
            <a:extLst>
              <a:ext uri="{28A0092B-C50C-407E-A947-70E740481C1C}">
                <a14:useLocalDpi xmlns:a14="http://schemas.microsoft.com/office/drawing/2010/main" val="0"/>
              </a:ext>
            </a:extLst>
          </a:blip>
          <a:stretch>
            <a:fillRect/>
          </a:stretch>
        </p:blipFill>
        <p:spPr bwMode="auto">
          <a:xfrm>
            <a:off x="7239198" y="2402235"/>
            <a:ext cx="1152128" cy="2673099"/>
          </a:xfrm>
          <a:prstGeom prst="rect">
            <a:avLst/>
          </a:prstGeom>
          <a:noFill/>
          <a:extLst>
            <a:ext uri="{909E8E84-426E-40DD-AFC4-6F175D3DCCD1}">
              <a14:hiddenFill xmlns:a14="http://schemas.microsoft.com/office/drawing/2010/main">
                <a:solidFill>
                  <a:srgbClr val="FFFFFF"/>
                </a:solidFill>
              </a14:hiddenFill>
            </a:ext>
          </a:extLst>
        </p:spPr>
      </p:pic>
      <p:sp>
        <p:nvSpPr>
          <p:cNvPr id="23" name="圆角矩形标注 22"/>
          <p:cNvSpPr/>
          <p:nvPr>
            <p:custDataLst>
              <p:tags r:id="rId12"/>
            </p:custDataLst>
          </p:nvPr>
        </p:nvSpPr>
        <p:spPr>
          <a:xfrm>
            <a:off x="5040322" y="2134766"/>
            <a:ext cx="2148757" cy="1051838"/>
          </a:xfrm>
          <a:prstGeom prst="wedgeRoundRectCallout">
            <a:avLst>
              <a:gd name="adj1" fmla="val 60911"/>
              <a:gd name="adj2" fmla="val 4004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latin typeface="楷体" pitchFamily="49" charset="-122"/>
                <a:ea typeface="楷体" pitchFamily="49" charset="-122"/>
              </a:rPr>
              <a:t>此处需要用力的</a:t>
            </a:r>
            <a:r>
              <a:rPr lang="zh-CN" altLang="en-US" sz="2400" b="1" dirty="0">
                <a:solidFill>
                  <a:srgbClr val="FF0000"/>
                </a:solidFill>
                <a:latin typeface="楷体" pitchFamily="49" charset="-122"/>
                <a:ea typeface="楷体" pitchFamily="49" charset="-122"/>
              </a:rPr>
              <a:t>图示</a:t>
            </a:r>
            <a:r>
              <a:rPr lang="zh-CN" altLang="en-US" sz="2400" dirty="0">
                <a:latin typeface="楷体" pitchFamily="49" charset="-122"/>
                <a:ea typeface="楷体" pitchFamily="49" charset="-122"/>
              </a:rPr>
              <a:t>来作图</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nodeType="afterGroup">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par>
                          <p:cTn id="36" fill="hold" nodeType="afterGroup">
                            <p:stCondLst>
                              <p:cond delay="1500"/>
                            </p:stCondLst>
                            <p:childTnLst>
                              <p:par>
                                <p:cTn id="37" presetID="22" presetClass="entr" presetSubtype="4"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17" grpId="0"/>
      <p:bldP spid="18" grpId="0"/>
      <p:bldP spid="19" grpId="0"/>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例题精讲</a:t>
            </a:r>
          </a:p>
        </p:txBody>
      </p:sp>
      <p:sp>
        <p:nvSpPr>
          <p:cNvPr id="3" name="TextBox 2"/>
          <p:cNvSpPr txBox="1"/>
          <p:nvPr>
            <p:custDataLst>
              <p:tags r:id="rId2"/>
            </p:custDataLst>
          </p:nvPr>
        </p:nvSpPr>
        <p:spPr>
          <a:xfrm>
            <a:off x="539552" y="483518"/>
            <a:ext cx="8136904" cy="1384995"/>
          </a:xfrm>
          <a:prstGeom prst="rect">
            <a:avLst/>
          </a:prstGeom>
          <a:noFill/>
        </p:spPr>
        <p:txBody>
          <a:bodyPr wrap="square" rtlCol="0">
            <a:spAutoFit/>
          </a:bodyPr>
          <a:lstStyle/>
          <a:p>
            <a:r>
              <a:rPr lang="zh-CN" altLang="en-US" sz="2800" b="1">
                <a:latin typeface="仿宋" pitchFamily="49" charset="-122"/>
                <a:ea typeface="仿宋" pitchFamily="49" charset="-122"/>
              </a:rPr>
              <a:t>    某物体受到一个大小为</a:t>
            </a:r>
            <a:r>
              <a:rPr lang="en-US" altLang="zh-CN" sz="2800" b="1">
                <a:latin typeface="仿宋" pitchFamily="49" charset="-122"/>
                <a:ea typeface="仿宋" pitchFamily="49" charset="-122"/>
              </a:rPr>
              <a:t>32N</a:t>
            </a:r>
            <a:r>
              <a:rPr lang="zh-CN" altLang="en-US" sz="2800" b="1">
                <a:latin typeface="仿宋" pitchFamily="49" charset="-122"/>
                <a:ea typeface="仿宋" pitchFamily="49" charset="-122"/>
              </a:rPr>
              <a:t>的力，方向水平向右，还受到另一个大小为</a:t>
            </a:r>
            <a:r>
              <a:rPr lang="en-US" altLang="zh-CN" sz="2800" b="1">
                <a:latin typeface="仿宋" pitchFamily="49" charset="-122"/>
                <a:ea typeface="仿宋" pitchFamily="49" charset="-122"/>
              </a:rPr>
              <a:t>44N</a:t>
            </a:r>
            <a:r>
              <a:rPr lang="zh-CN" altLang="en-US" sz="2800" b="1">
                <a:latin typeface="仿宋" pitchFamily="49" charset="-122"/>
                <a:ea typeface="仿宋" pitchFamily="49" charset="-122"/>
              </a:rPr>
              <a:t>的力，方向竖直向上。通过作图求出这两个力的合力的大小和方向。</a:t>
            </a:r>
          </a:p>
        </p:txBody>
      </p:sp>
      <p:sp>
        <p:nvSpPr>
          <p:cNvPr id="4" name="TextBox 3"/>
          <p:cNvSpPr txBox="1"/>
          <p:nvPr>
            <p:custDataLst>
              <p:tags r:id="rId3"/>
            </p:custDataLst>
          </p:nvPr>
        </p:nvSpPr>
        <p:spPr>
          <a:xfrm>
            <a:off x="611560" y="1851670"/>
            <a:ext cx="7417415" cy="461665"/>
          </a:xfrm>
          <a:prstGeom prst="rect">
            <a:avLst/>
          </a:prstGeom>
          <a:noFill/>
        </p:spPr>
        <p:txBody>
          <a:bodyPr wrap="none" rtlCol="0">
            <a:spAutoFit/>
          </a:bodyPr>
          <a:lstStyle/>
          <a:p>
            <a:r>
              <a:rPr lang="zh-CN" altLang="en-US" sz="2400">
                <a:latin typeface="楷体" pitchFamily="49" charset="-122"/>
                <a:ea typeface="楷体" pitchFamily="49" charset="-122"/>
              </a:rPr>
              <a:t>解 选择某一标度，例如用</a:t>
            </a:r>
            <a:r>
              <a:rPr lang="en-US" altLang="zh-CN" sz="2400">
                <a:latin typeface="楷体" pitchFamily="49" charset="-122"/>
                <a:ea typeface="楷体" pitchFamily="49" charset="-122"/>
              </a:rPr>
              <a:t>1cm</a:t>
            </a:r>
            <a:r>
              <a:rPr lang="zh-CN" altLang="en-US" sz="2400">
                <a:latin typeface="楷体" pitchFamily="49" charset="-122"/>
                <a:ea typeface="楷体" pitchFamily="49" charset="-122"/>
              </a:rPr>
              <a:t>长的线段表示</a:t>
            </a:r>
            <a:r>
              <a:rPr lang="en-US" altLang="zh-CN" sz="2400">
                <a:latin typeface="楷体" pitchFamily="49" charset="-122"/>
                <a:ea typeface="楷体" pitchFamily="49" charset="-122"/>
              </a:rPr>
              <a:t>10N</a:t>
            </a:r>
            <a:r>
              <a:rPr lang="zh-CN" altLang="en-US" sz="2400">
                <a:latin typeface="楷体" pitchFamily="49" charset="-122"/>
                <a:ea typeface="楷体" pitchFamily="49" charset="-122"/>
              </a:rPr>
              <a:t>的力。</a:t>
            </a:r>
          </a:p>
        </p:txBody>
      </p:sp>
      <p:pic>
        <p:nvPicPr>
          <p:cNvPr id="3074" name="Picture 2"/>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bwMode="auto">
          <a:xfrm>
            <a:off x="7884368" y="1714114"/>
            <a:ext cx="1087363" cy="56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custDataLst>
              <p:tags r:id="rId5"/>
            </p:custDataLst>
          </p:nvPr>
        </p:nvSpPr>
        <p:spPr>
          <a:xfrm>
            <a:off x="615075" y="2340637"/>
            <a:ext cx="5901141" cy="1569660"/>
          </a:xfrm>
          <a:prstGeom prst="rect">
            <a:avLst/>
          </a:prstGeom>
          <a:noFill/>
        </p:spPr>
        <p:txBody>
          <a:bodyPr wrap="square" rtlCol="0">
            <a:spAutoFit/>
          </a:bodyPr>
          <a:lstStyle/>
          <a:p>
            <a:r>
              <a:rPr lang="zh-CN" altLang="en-US" sz="2400">
                <a:latin typeface="楷体" pitchFamily="49" charset="-122"/>
                <a:ea typeface="楷体" pitchFamily="49" charset="-122"/>
              </a:rPr>
              <a:t>    根据题意，作出二力合成的平行四边形。表示</a:t>
            </a:r>
            <a:r>
              <a:rPr lang="en-US" altLang="zh-CN" sz="2400">
                <a:latin typeface="楷体" pitchFamily="49" charset="-122"/>
                <a:ea typeface="楷体" pitchFamily="49" charset="-122"/>
              </a:rPr>
              <a:t>F</a:t>
            </a:r>
            <a:r>
              <a:rPr lang="en-US" altLang="zh-CN" sz="2400" baseline="-25000">
                <a:latin typeface="楷体" pitchFamily="49" charset="-122"/>
                <a:ea typeface="楷体" pitchFamily="49" charset="-122"/>
              </a:rPr>
              <a:t>1</a:t>
            </a:r>
            <a:r>
              <a:rPr lang="zh-CN" altLang="en-US" sz="2400">
                <a:latin typeface="楷体" pitchFamily="49" charset="-122"/>
                <a:ea typeface="楷体" pitchFamily="49" charset="-122"/>
              </a:rPr>
              <a:t>的有向线段长</a:t>
            </a:r>
            <a:r>
              <a:rPr lang="en-US" altLang="zh-CN" sz="2400">
                <a:latin typeface="楷体" pitchFamily="49" charset="-122"/>
                <a:ea typeface="楷体" pitchFamily="49" charset="-122"/>
              </a:rPr>
              <a:t>3.20cm</a:t>
            </a:r>
            <a:r>
              <a:rPr lang="zh-CN" altLang="en-US" sz="2400">
                <a:latin typeface="楷体" pitchFamily="49" charset="-122"/>
                <a:ea typeface="楷体" pitchFamily="49" charset="-122"/>
              </a:rPr>
              <a:t>，表示</a:t>
            </a:r>
            <a:r>
              <a:rPr lang="en-US" altLang="zh-CN" sz="2400">
                <a:latin typeface="楷体" pitchFamily="49" charset="-122"/>
                <a:ea typeface="楷体" pitchFamily="49" charset="-122"/>
              </a:rPr>
              <a:t>F</a:t>
            </a:r>
            <a:r>
              <a:rPr lang="en-US" altLang="zh-CN" sz="2400" baseline="-25000">
                <a:latin typeface="楷体" pitchFamily="49" charset="-122"/>
                <a:ea typeface="楷体" pitchFamily="49" charset="-122"/>
              </a:rPr>
              <a:t>2</a:t>
            </a:r>
            <a:r>
              <a:rPr lang="zh-CN" altLang="en-US" sz="2400">
                <a:latin typeface="楷体" pitchFamily="49" charset="-122"/>
                <a:ea typeface="楷体" pitchFamily="49" charset="-122"/>
              </a:rPr>
              <a:t>的有向线段长</a:t>
            </a:r>
            <a:r>
              <a:rPr lang="en-US" altLang="zh-CN" sz="2400">
                <a:latin typeface="楷体" pitchFamily="49" charset="-122"/>
                <a:ea typeface="楷体" pitchFamily="49" charset="-122"/>
              </a:rPr>
              <a:t>4.40 cm</a:t>
            </a:r>
            <a:r>
              <a:rPr lang="zh-CN" altLang="en-US" sz="2400">
                <a:latin typeface="楷体" pitchFamily="49" charset="-122"/>
                <a:ea typeface="楷体" pitchFamily="49" charset="-122"/>
              </a:rPr>
              <a:t>。用刻度尺测量后得知，表示合力</a:t>
            </a:r>
            <a:r>
              <a:rPr lang="en-US" altLang="zh-CN" sz="2400">
                <a:latin typeface="楷体" pitchFamily="49" charset="-122"/>
                <a:ea typeface="楷体" pitchFamily="49" charset="-122"/>
              </a:rPr>
              <a:t>F</a:t>
            </a:r>
            <a:r>
              <a:rPr lang="zh-CN" altLang="en-US" sz="2400">
                <a:latin typeface="楷体" pitchFamily="49" charset="-122"/>
                <a:ea typeface="楷体" pitchFamily="49" charset="-122"/>
              </a:rPr>
              <a:t>的对角线长为</a:t>
            </a:r>
            <a:r>
              <a:rPr lang="en-US" altLang="zh-CN" sz="2400">
                <a:latin typeface="楷体" pitchFamily="49" charset="-122"/>
                <a:ea typeface="楷体" pitchFamily="49" charset="-122"/>
              </a:rPr>
              <a:t>5.44cm</a:t>
            </a:r>
            <a:r>
              <a:rPr lang="zh-CN" altLang="en-US" sz="2400">
                <a:latin typeface="楷体" pitchFamily="49" charset="-122"/>
                <a:ea typeface="楷体" pitchFamily="49" charset="-122"/>
              </a:rPr>
              <a:t>，则</a:t>
            </a:r>
          </a:p>
        </p:txBody>
      </p:sp>
      <p:pic>
        <p:nvPicPr>
          <p:cNvPr id="3075" name="Picture 3"/>
          <p:cNvPicPr>
            <a:picLocks noChangeAspect="1" noChangeArrowheads="1"/>
          </p:cNvPicPr>
          <p:nvPr>
            <p:custDataLst>
              <p:tags r:id="rId6"/>
            </p:custDataLst>
          </p:nvPr>
        </p:nvPicPr>
        <p:blipFill>
          <a:blip r:embed="rId11">
            <a:extLst>
              <a:ext uri="{28A0092B-C50C-407E-A947-70E740481C1C}">
                <a14:useLocalDpi xmlns:a14="http://schemas.microsoft.com/office/drawing/2010/main" val="0"/>
              </a:ext>
            </a:extLst>
          </a:blip>
          <a:stretch>
            <a:fillRect/>
          </a:stretch>
        </p:blipFill>
        <p:spPr bwMode="auto">
          <a:xfrm>
            <a:off x="6872209" y="2275334"/>
            <a:ext cx="2024318" cy="269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custDataLst>
              <p:tags r:id="rId7"/>
            </p:custDataLst>
          </p:nvPr>
        </p:nvSpPr>
        <p:spPr>
          <a:xfrm>
            <a:off x="687083" y="3795886"/>
            <a:ext cx="5901141" cy="461665"/>
          </a:xfrm>
          <a:prstGeom prst="rect">
            <a:avLst/>
          </a:prstGeom>
          <a:noFill/>
        </p:spPr>
        <p:txBody>
          <a:bodyPr wrap="square" rtlCol="0">
            <a:spAutoFit/>
          </a:bodyPr>
          <a:lstStyle/>
          <a:p>
            <a:pPr algn="ctr"/>
            <a:r>
              <a:rPr lang="pt-BR" altLang="zh-CN" sz="2400">
                <a:latin typeface="楷体" pitchFamily="49" charset="-122"/>
                <a:ea typeface="楷体" pitchFamily="49" charset="-122"/>
              </a:rPr>
              <a:t>F</a:t>
            </a:r>
            <a:r>
              <a:rPr lang="zh-CN" altLang="pt-BR" sz="2400">
                <a:latin typeface="楷体" pitchFamily="49" charset="-122"/>
                <a:ea typeface="楷体" pitchFamily="49" charset="-122"/>
              </a:rPr>
              <a:t>＝</a:t>
            </a:r>
            <a:r>
              <a:rPr lang="pt-BR" altLang="zh-CN" sz="2400">
                <a:latin typeface="楷体" pitchFamily="49" charset="-122"/>
                <a:ea typeface="楷体" pitchFamily="49" charset="-122"/>
              </a:rPr>
              <a:t>5.44cm×10N/cm</a:t>
            </a:r>
            <a:r>
              <a:rPr lang="zh-CN" altLang="pt-BR" sz="2400">
                <a:latin typeface="楷体" pitchFamily="49" charset="-122"/>
                <a:ea typeface="楷体" pitchFamily="49" charset="-122"/>
              </a:rPr>
              <a:t>＝</a:t>
            </a:r>
            <a:r>
              <a:rPr lang="pt-BR" altLang="zh-CN" sz="2400">
                <a:latin typeface="楷体" pitchFamily="49" charset="-122"/>
                <a:ea typeface="楷体" pitchFamily="49" charset="-122"/>
              </a:rPr>
              <a:t>54.4N</a:t>
            </a:r>
            <a:endParaRPr lang="zh-CN" altLang="en-US" sz="2400">
              <a:latin typeface="楷体" pitchFamily="49" charset="-122"/>
              <a:ea typeface="楷体" pitchFamily="49" charset="-122"/>
            </a:endParaRPr>
          </a:p>
        </p:txBody>
      </p:sp>
      <p:sp>
        <p:nvSpPr>
          <p:cNvPr id="9" name="TextBox 8"/>
          <p:cNvSpPr txBox="1"/>
          <p:nvPr>
            <p:custDataLst>
              <p:tags r:id="rId8"/>
            </p:custDataLst>
          </p:nvPr>
        </p:nvSpPr>
        <p:spPr>
          <a:xfrm>
            <a:off x="539553" y="4261033"/>
            <a:ext cx="6984775" cy="830997"/>
          </a:xfrm>
          <a:prstGeom prst="rect">
            <a:avLst/>
          </a:prstGeom>
          <a:noFill/>
        </p:spPr>
        <p:txBody>
          <a:bodyPr wrap="square" rtlCol="0">
            <a:spAutoFit/>
          </a:bodyPr>
          <a:lstStyle/>
          <a:p>
            <a:r>
              <a:rPr lang="zh-CN" altLang="en-US" sz="2400">
                <a:latin typeface="楷体" pitchFamily="49" charset="-122"/>
                <a:ea typeface="楷体" pitchFamily="49" charset="-122"/>
              </a:rPr>
              <a:t>用量角器测得合力</a:t>
            </a:r>
            <a:r>
              <a:rPr lang="en-US" altLang="zh-CN" sz="2400">
                <a:latin typeface="楷体" pitchFamily="49" charset="-122"/>
                <a:ea typeface="楷体" pitchFamily="49" charset="-122"/>
              </a:rPr>
              <a:t>F</a:t>
            </a:r>
            <a:r>
              <a:rPr lang="zh-CN" altLang="en-US" sz="2400">
                <a:latin typeface="楷体" pitchFamily="49" charset="-122"/>
                <a:ea typeface="楷体" pitchFamily="49" charset="-122"/>
              </a:rPr>
              <a:t>与力 </a:t>
            </a:r>
            <a:r>
              <a:rPr lang="en-US" altLang="zh-CN" sz="2400">
                <a:latin typeface="楷体" pitchFamily="49" charset="-122"/>
                <a:ea typeface="楷体" pitchFamily="49" charset="-122"/>
              </a:rPr>
              <a:t>F</a:t>
            </a:r>
            <a:r>
              <a:rPr lang="en-US" altLang="zh-CN" sz="2400" baseline="-25000">
                <a:latin typeface="楷体" pitchFamily="49" charset="-122"/>
                <a:ea typeface="楷体" pitchFamily="49" charset="-122"/>
              </a:rPr>
              <a:t>1</a:t>
            </a:r>
            <a:r>
              <a:rPr lang="zh-CN" altLang="en-US" sz="2400">
                <a:latin typeface="楷体" pitchFamily="49" charset="-122"/>
                <a:ea typeface="楷体" pitchFamily="49" charset="-122"/>
              </a:rPr>
              <a:t>的夹角为</a:t>
            </a:r>
            <a:r>
              <a:rPr lang="en-US" altLang="zh-CN" sz="2400">
                <a:latin typeface="楷体" pitchFamily="49" charset="-122"/>
                <a:ea typeface="楷体" pitchFamily="49" charset="-122"/>
              </a:rPr>
              <a:t>54°</a:t>
            </a:r>
            <a:r>
              <a:rPr lang="zh-CN" altLang="en-US" sz="2400">
                <a:latin typeface="楷体" pitchFamily="49" charset="-122"/>
                <a:ea typeface="楷体" pitchFamily="49" charset="-122"/>
              </a:rPr>
              <a:t>。</a:t>
            </a:r>
          </a:p>
          <a:p>
            <a:r>
              <a:rPr lang="zh-CN" altLang="en-US" sz="2400">
                <a:latin typeface="楷体" pitchFamily="49" charset="-122"/>
                <a:ea typeface="楷体" pitchFamily="49" charset="-122"/>
              </a:rPr>
              <a:t>合力的大小为</a:t>
            </a:r>
            <a:r>
              <a:rPr lang="en-US" altLang="zh-CN" sz="2400">
                <a:latin typeface="楷体" pitchFamily="49" charset="-122"/>
                <a:ea typeface="楷体" pitchFamily="49" charset="-122"/>
              </a:rPr>
              <a:t>54.4N</a:t>
            </a:r>
            <a:r>
              <a:rPr lang="zh-CN" altLang="en-US" sz="2400">
                <a:latin typeface="楷体" pitchFamily="49" charset="-122"/>
                <a:ea typeface="楷体" pitchFamily="49" charset="-122"/>
              </a:rPr>
              <a:t>，方向与力</a:t>
            </a:r>
            <a:r>
              <a:rPr lang="en-US" altLang="zh-CN" sz="2400">
                <a:latin typeface="楷体" pitchFamily="49" charset="-122"/>
                <a:ea typeface="楷体" pitchFamily="49" charset="-122"/>
              </a:rPr>
              <a:t>F</a:t>
            </a:r>
            <a:r>
              <a:rPr lang="en-US" altLang="zh-CN" sz="2400" baseline="-25000">
                <a:latin typeface="楷体" pitchFamily="49" charset="-122"/>
                <a:ea typeface="楷体" pitchFamily="49" charset="-122"/>
              </a:rPr>
              <a:t>1</a:t>
            </a:r>
            <a:r>
              <a:rPr lang="zh-CN" altLang="en-US" sz="2400">
                <a:latin typeface="楷体" pitchFamily="49" charset="-122"/>
                <a:ea typeface="楷体" pitchFamily="49" charset="-122"/>
              </a:rPr>
              <a:t>的夹角为</a:t>
            </a:r>
            <a:r>
              <a:rPr lang="en-US" altLang="zh-CN" sz="2400">
                <a:latin typeface="楷体" pitchFamily="49" charset="-122"/>
                <a:ea typeface="楷体" pitchFamily="49" charset="-122"/>
              </a:rPr>
              <a:t>54°</a:t>
            </a:r>
            <a:r>
              <a:rPr lang="zh-CN" altLang="en-US" sz="2400">
                <a:latin typeface="楷体" pitchFamily="49" charset="-122"/>
                <a:ea typeface="楷体" pitchFamily="49" charset="-122"/>
              </a:rPr>
              <a:t>。</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3074"/>
                                        </p:tgtEl>
                                        <p:attrNameLst>
                                          <p:attrName>style.visibility</p:attrName>
                                        </p:attrNameLst>
                                      </p:cBhvr>
                                      <p:to>
                                        <p:strVal val="visible"/>
                                      </p:to>
                                    </p:set>
                                    <p:animEffect transition="in" filter="wipe(left)">
                                      <p:cBhvr>
                                        <p:cTn id="10" dur="500"/>
                                        <p:tgtEl>
                                          <p:spTgt spid="307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nodeType="withEffect">
                                  <p:stCondLst>
                                    <p:cond delay="0"/>
                                  </p:stCondLst>
                                  <p:childTnLst>
                                    <p:set>
                                      <p:cBhvr>
                                        <p:cTn id="15" dur="1" fill="hold">
                                          <p:stCondLst>
                                            <p:cond delay="0"/>
                                          </p:stCondLst>
                                        </p:cTn>
                                        <p:tgtEl>
                                          <p:spTgt spid="3075"/>
                                        </p:tgtEl>
                                        <p:attrNameLst>
                                          <p:attrName>style.visibility</p:attrName>
                                        </p:attrNameLst>
                                      </p:cBhvr>
                                      <p:to>
                                        <p:strVal val="visible"/>
                                      </p:to>
                                    </p:set>
                                    <p:animEffect transition="in" filter="wipe(left)">
                                      <p:cBhvr>
                                        <p:cTn id="16" dur="500"/>
                                        <p:tgtEl>
                                          <p:spTgt spid="307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6538C-7ED4-8EF6-4D84-F8C918FEC16D}"/>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B60FBA9D-B80C-C231-B9D6-23EA0CC6E6F3}"/>
              </a:ext>
            </a:extLst>
          </p:cNvPr>
          <p:cNvSpPr>
            <a:spLocks noGrp="1"/>
          </p:cNvSpPr>
          <p:nvPr>
            <p:ph idx="1"/>
          </p:nvPr>
        </p:nvSpPr>
        <p:spPr/>
        <p:txBody>
          <a:bodyPr>
            <a:normAutofit/>
          </a:bodyPr>
          <a:lstStyle/>
          <a:p>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两个力互成</a:t>
            </a:r>
            <a:r>
              <a:rPr lang="en-US" altLang="zh-CN" sz="2000" dirty="0">
                <a:latin typeface="黑体" panose="02010609060101010101" pitchFamily="49" charset="-122"/>
                <a:ea typeface="黑体" panose="02010609060101010101" pitchFamily="49" charset="-122"/>
              </a:rPr>
              <a:t>45°</a:t>
            </a:r>
            <a:r>
              <a:rPr lang="zh-CN" altLang="en-US" sz="2000" dirty="0">
                <a:latin typeface="黑体" panose="02010609060101010101" pitchFamily="49" charset="-122"/>
                <a:ea typeface="黑体" panose="02010609060101010101" pitchFamily="49" charset="-122"/>
              </a:rPr>
              <a:t>角，大小分别是</a:t>
            </a:r>
            <a:r>
              <a:rPr lang="en-US" altLang="zh-CN" sz="2000" dirty="0">
                <a:latin typeface="黑体" panose="02010609060101010101" pitchFamily="49" charset="-122"/>
                <a:ea typeface="黑体" panose="02010609060101010101" pitchFamily="49" charset="-122"/>
              </a:rPr>
              <a:t>27 N</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39N</a:t>
            </a:r>
            <a:r>
              <a:rPr lang="zh-CN" altLang="en-US" sz="2000" dirty="0">
                <a:latin typeface="黑体" panose="02010609060101010101" pitchFamily="49" charset="-122"/>
                <a:ea typeface="黑体" panose="02010609060101010101" pitchFamily="49" charset="-122"/>
              </a:rPr>
              <a:t>。通过作图求出合力的大小和方向。如果这两个力的大小不变，两个力之间的夹角变为</a:t>
            </a:r>
            <a:r>
              <a:rPr lang="en-US" altLang="zh-CN" sz="2000" dirty="0">
                <a:latin typeface="黑体" panose="02010609060101010101" pitchFamily="49" charset="-122"/>
                <a:ea typeface="黑体" panose="02010609060101010101" pitchFamily="49" charset="-122"/>
              </a:rPr>
              <a:t>120°</a:t>
            </a:r>
            <a:r>
              <a:rPr lang="zh-CN" altLang="en-US" sz="2000" dirty="0">
                <a:latin typeface="黑体" panose="02010609060101010101" pitchFamily="49" charset="-122"/>
                <a:ea typeface="黑体" panose="02010609060101010101" pitchFamily="49" charset="-122"/>
              </a:rPr>
              <a:t>，通过作图求出合力的大小和方向。</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一个竖直向下的</a:t>
            </a:r>
            <a:r>
              <a:rPr lang="en-US" altLang="zh-CN" sz="2000" dirty="0">
                <a:latin typeface="黑体" panose="02010609060101010101" pitchFamily="49" charset="-122"/>
                <a:ea typeface="黑体" panose="02010609060101010101" pitchFamily="49" charset="-122"/>
              </a:rPr>
              <a:t>48N</a:t>
            </a:r>
            <a:r>
              <a:rPr lang="zh-CN" altLang="en-US" sz="2000" dirty="0">
                <a:latin typeface="黑体" panose="02010609060101010101" pitchFamily="49" charset="-122"/>
                <a:ea typeface="黑体" panose="02010609060101010101" pitchFamily="49" charset="-122"/>
              </a:rPr>
              <a:t>的力分解为两个分力，一个分力在水平方向上向右，另一个分力斜向左下方并与竖直向下方向夹角为</a:t>
            </a:r>
            <a:r>
              <a:rPr lang="en-US" altLang="zh-CN" sz="2000" dirty="0">
                <a:latin typeface="黑体" panose="02010609060101010101" pitchFamily="49" charset="-122"/>
                <a:ea typeface="黑体" panose="02010609060101010101" pitchFamily="49" charset="-122"/>
              </a:rPr>
              <a:t>30°</a:t>
            </a:r>
            <a:r>
              <a:rPr lang="zh-CN" altLang="en-US" sz="2000" dirty="0">
                <a:latin typeface="黑体" panose="02010609060101010101" pitchFamily="49" charset="-122"/>
                <a:ea typeface="黑体" panose="02010609060101010101" pitchFamily="49" charset="-122"/>
              </a:rPr>
              <a:t>，通过作图求出两个分力的大小和方向。</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一个竖直向下的</a:t>
            </a:r>
            <a:r>
              <a:rPr lang="en-US" altLang="zh-CN" sz="2000" dirty="0">
                <a:latin typeface="黑体" panose="02010609060101010101" pitchFamily="49" charset="-122"/>
                <a:ea typeface="黑体" panose="02010609060101010101" pitchFamily="49" charset="-122"/>
              </a:rPr>
              <a:t>54N</a:t>
            </a:r>
            <a:r>
              <a:rPr lang="zh-CN" altLang="en-US" sz="2000" dirty="0">
                <a:latin typeface="黑体" panose="02010609060101010101" pitchFamily="49" charset="-122"/>
                <a:ea typeface="黑体" panose="02010609060101010101" pitchFamily="49" charset="-122"/>
              </a:rPr>
              <a:t>的力分解为两个分力，一个分力</a:t>
            </a:r>
            <a:r>
              <a:rPr lang="en-US" altLang="zh-CN" sz="2000" dirty="0">
                <a:latin typeface="黑体" panose="02010609060101010101" pitchFamily="49" charset="-122"/>
                <a:ea typeface="黑体" panose="02010609060101010101" pitchFamily="49" charset="-122"/>
              </a:rPr>
              <a:t>F</a:t>
            </a:r>
            <a:r>
              <a:rPr lang="en-US" altLang="zh-CN" sz="16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大小为</a:t>
            </a:r>
            <a:r>
              <a:rPr lang="en-US" altLang="zh-CN" sz="2000" dirty="0">
                <a:latin typeface="黑体" panose="02010609060101010101" pitchFamily="49" charset="-122"/>
                <a:ea typeface="黑体" panose="02010609060101010101" pitchFamily="49" charset="-122"/>
              </a:rPr>
              <a:t>35N</a:t>
            </a:r>
            <a:r>
              <a:rPr lang="zh-CN" altLang="en-US" sz="2000" dirty="0">
                <a:latin typeface="黑体" panose="02010609060101010101" pitchFamily="49" charset="-122"/>
                <a:ea typeface="黑体" panose="02010609060101010101" pitchFamily="49" charset="-122"/>
              </a:rPr>
              <a:t>但方向未知，另一个分力</a:t>
            </a:r>
            <a:r>
              <a:rPr lang="en-US" altLang="zh-CN" sz="2000" dirty="0">
                <a:latin typeface="黑体" panose="02010609060101010101" pitchFamily="49" charset="-122"/>
                <a:ea typeface="黑体" panose="02010609060101010101" pitchFamily="49" charset="-122"/>
              </a:rPr>
              <a:t>F</a:t>
            </a:r>
            <a:r>
              <a:rPr lang="en-US" altLang="zh-CN" sz="16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斜向左下方并与竖直向下方向夹角为</a:t>
            </a:r>
            <a:r>
              <a:rPr lang="en-US" altLang="zh-CN" sz="2000" dirty="0">
                <a:latin typeface="黑体" panose="02010609060101010101" pitchFamily="49" charset="-122"/>
                <a:ea typeface="黑体" panose="02010609060101010101" pitchFamily="49" charset="-122"/>
              </a:rPr>
              <a:t>30°</a:t>
            </a:r>
            <a:r>
              <a:rPr lang="zh-CN" altLang="en-US" sz="2000" dirty="0">
                <a:latin typeface="黑体" panose="02010609060101010101" pitchFamily="49" charset="-122"/>
                <a:ea typeface="黑体" panose="02010609060101010101" pitchFamily="49" charset="-122"/>
              </a:rPr>
              <a:t>，通过作图求出</a:t>
            </a:r>
            <a:r>
              <a:rPr lang="en-US" altLang="zh-CN" sz="2000" dirty="0">
                <a:latin typeface="黑体" panose="02010609060101010101" pitchFamily="49" charset="-122"/>
                <a:ea typeface="黑体" panose="02010609060101010101" pitchFamily="49" charset="-122"/>
              </a:rPr>
              <a:t>F</a:t>
            </a:r>
            <a:r>
              <a:rPr lang="en-US" altLang="zh-CN" sz="16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的方向和</a:t>
            </a:r>
            <a:r>
              <a:rPr lang="en-US" altLang="zh-CN" sz="2000" dirty="0">
                <a:latin typeface="黑体" panose="02010609060101010101" pitchFamily="49" charset="-122"/>
                <a:ea typeface="黑体" panose="02010609060101010101" pitchFamily="49" charset="-122"/>
              </a:rPr>
              <a:t>F</a:t>
            </a:r>
            <a:r>
              <a:rPr lang="en-US" altLang="zh-CN" sz="16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的大小。将</a:t>
            </a:r>
            <a:r>
              <a:rPr lang="en-US" altLang="zh-CN" sz="2000" dirty="0">
                <a:latin typeface="黑体" panose="02010609060101010101" pitchFamily="49" charset="-122"/>
                <a:ea typeface="黑体" panose="02010609060101010101" pitchFamily="49" charset="-122"/>
              </a:rPr>
              <a:t>F</a:t>
            </a:r>
            <a:r>
              <a:rPr lang="en-US" altLang="zh-CN" sz="16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大小改为</a:t>
            </a:r>
            <a:r>
              <a:rPr lang="en-US" altLang="zh-CN" sz="2000" dirty="0">
                <a:latin typeface="黑体" panose="02010609060101010101" pitchFamily="49" charset="-122"/>
                <a:ea typeface="黑体" panose="02010609060101010101" pitchFamily="49" charset="-122"/>
              </a:rPr>
              <a:t>25N</a:t>
            </a:r>
            <a:r>
              <a:rPr lang="zh-CN" altLang="en-US" sz="2000" dirty="0">
                <a:latin typeface="黑体" panose="02010609060101010101" pitchFamily="49" charset="-122"/>
                <a:ea typeface="黑体" panose="02010609060101010101" pitchFamily="49" charset="-122"/>
              </a:rPr>
              <a:t>，其他条件不变，重做该题。</a:t>
            </a:r>
            <a:endParaRPr lang="en-US" altLang="zh-CN" sz="2000" dirty="0">
              <a:latin typeface="黑体" panose="02010609060101010101" pitchFamily="49" charset="-122"/>
              <a:ea typeface="黑体" panose="02010609060101010101" pitchFamily="49" charset="-122"/>
            </a:endParaRPr>
          </a:p>
          <a:p>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1672038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从另一个方面思考互成角度的两个力的合成</a:t>
            </a:r>
          </a:p>
        </p:txBody>
      </p:sp>
      <p:cxnSp>
        <p:nvCxnSpPr>
          <p:cNvPr id="4" name="直接箭头连接符 3"/>
          <p:cNvCxnSpPr/>
          <p:nvPr>
            <p:custDataLst>
              <p:tags r:id="rId2"/>
            </p:custDataLst>
          </p:nvPr>
        </p:nvCxnSpPr>
        <p:spPr>
          <a:xfrm flipH="1" flipV="1">
            <a:off x="1115616" y="2283718"/>
            <a:ext cx="0" cy="237626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custDataLst>
              <p:tags r:id="rId3"/>
            </p:custDataLst>
          </p:nvPr>
        </p:nvCxnSpPr>
        <p:spPr>
          <a:xfrm>
            <a:off x="1115616" y="2355726"/>
            <a:ext cx="3384376"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custDataLst>
              <p:tags r:id="rId4"/>
            </p:custDataLst>
          </p:nvPr>
        </p:nvSpPr>
        <p:spPr>
          <a:xfrm>
            <a:off x="611560" y="667735"/>
            <a:ext cx="6912768" cy="954107"/>
          </a:xfrm>
          <a:prstGeom prst="rect">
            <a:avLst/>
          </a:prstGeom>
          <a:noFill/>
        </p:spPr>
        <p:txBody>
          <a:bodyPr wrap="square" rtlCol="0">
            <a:spAutoFit/>
          </a:bodyPr>
          <a:lstStyle/>
          <a:p>
            <a:r>
              <a:rPr lang="zh-CN" altLang="en-US" sz="2800"/>
              <a:t>甲同学向北走了</a:t>
            </a:r>
            <a:r>
              <a:rPr lang="en-US" altLang="zh-CN" sz="2800"/>
              <a:t>3m</a:t>
            </a:r>
            <a:r>
              <a:rPr lang="zh-CN" altLang="en-US" sz="2800"/>
              <a:t>，向东走了</a:t>
            </a:r>
            <a:r>
              <a:rPr lang="en-US" altLang="zh-CN" sz="2800"/>
              <a:t>4m</a:t>
            </a:r>
            <a:r>
              <a:rPr lang="zh-CN" altLang="en-US" sz="2800"/>
              <a:t>到达</a:t>
            </a:r>
            <a:r>
              <a:rPr lang="en-US" altLang="zh-CN" sz="2800"/>
              <a:t>C</a:t>
            </a:r>
            <a:r>
              <a:rPr lang="zh-CN" altLang="en-US" sz="2800"/>
              <a:t>点，</a:t>
            </a:r>
            <a:endParaRPr lang="en-US" altLang="zh-CN" sz="2800"/>
          </a:p>
          <a:p>
            <a:r>
              <a:rPr lang="zh-CN" altLang="en-US" sz="2800"/>
              <a:t>乙同学也想从</a:t>
            </a:r>
            <a:r>
              <a:rPr lang="en-US" altLang="zh-CN" sz="2800"/>
              <a:t>A</a:t>
            </a:r>
            <a:r>
              <a:rPr lang="zh-CN" altLang="en-US" sz="2800"/>
              <a:t>走到</a:t>
            </a:r>
            <a:r>
              <a:rPr lang="en-US" altLang="zh-CN" sz="2800"/>
              <a:t>C</a:t>
            </a:r>
            <a:r>
              <a:rPr lang="zh-CN" altLang="en-US" sz="2800"/>
              <a:t>，如何“一步到位？</a:t>
            </a:r>
          </a:p>
        </p:txBody>
      </p:sp>
      <p:sp>
        <p:nvSpPr>
          <p:cNvPr id="9" name="TextBox 8"/>
          <p:cNvSpPr txBox="1"/>
          <p:nvPr>
            <p:custDataLst>
              <p:tags r:id="rId5"/>
            </p:custDataLst>
          </p:nvPr>
        </p:nvSpPr>
        <p:spPr>
          <a:xfrm>
            <a:off x="503075" y="4299942"/>
            <a:ext cx="540533" cy="830997"/>
          </a:xfrm>
          <a:prstGeom prst="rect">
            <a:avLst/>
          </a:prstGeom>
          <a:noFill/>
        </p:spPr>
        <p:txBody>
          <a:bodyPr wrap="none" rtlCol="0">
            <a:spAutoFit/>
          </a:bodyPr>
          <a:lstStyle/>
          <a:p>
            <a:r>
              <a:rPr lang="en-US" altLang="zh-CN" sz="4800">
                <a:solidFill>
                  <a:srgbClr val="FF0000"/>
                </a:solidFill>
              </a:rPr>
              <a:t>A</a:t>
            </a:r>
            <a:endParaRPr lang="zh-CN" altLang="en-US" sz="4800">
              <a:solidFill>
                <a:srgbClr val="FF0000"/>
              </a:solidFill>
            </a:endParaRPr>
          </a:p>
        </p:txBody>
      </p:sp>
      <p:sp>
        <p:nvSpPr>
          <p:cNvPr id="10" name="TextBox 9"/>
          <p:cNvSpPr txBox="1"/>
          <p:nvPr>
            <p:custDataLst>
              <p:tags r:id="rId6"/>
            </p:custDataLst>
          </p:nvPr>
        </p:nvSpPr>
        <p:spPr>
          <a:xfrm>
            <a:off x="487140" y="1805295"/>
            <a:ext cx="519694" cy="830997"/>
          </a:xfrm>
          <a:prstGeom prst="rect">
            <a:avLst/>
          </a:prstGeom>
          <a:noFill/>
        </p:spPr>
        <p:txBody>
          <a:bodyPr wrap="none" rtlCol="0">
            <a:spAutoFit/>
          </a:bodyPr>
          <a:lstStyle/>
          <a:p>
            <a:r>
              <a:rPr lang="en-US" altLang="zh-CN" sz="4800">
                <a:solidFill>
                  <a:srgbClr val="FF0000"/>
                </a:solidFill>
              </a:rPr>
              <a:t>B</a:t>
            </a:r>
            <a:endParaRPr lang="zh-CN" altLang="en-US" sz="4800">
              <a:solidFill>
                <a:srgbClr val="FF0000"/>
              </a:solidFill>
            </a:endParaRPr>
          </a:p>
        </p:txBody>
      </p:sp>
      <p:sp>
        <p:nvSpPr>
          <p:cNvPr id="11" name="TextBox 10"/>
          <p:cNvSpPr txBox="1"/>
          <p:nvPr>
            <p:custDataLst>
              <p:tags r:id="rId7"/>
            </p:custDataLst>
          </p:nvPr>
        </p:nvSpPr>
        <p:spPr>
          <a:xfrm>
            <a:off x="4427984" y="1812761"/>
            <a:ext cx="519694" cy="830997"/>
          </a:xfrm>
          <a:prstGeom prst="rect">
            <a:avLst/>
          </a:prstGeom>
          <a:noFill/>
        </p:spPr>
        <p:txBody>
          <a:bodyPr wrap="none" rtlCol="0">
            <a:spAutoFit/>
          </a:bodyPr>
          <a:lstStyle/>
          <a:p>
            <a:r>
              <a:rPr lang="en-US" altLang="zh-CN" sz="4800">
                <a:solidFill>
                  <a:srgbClr val="FF0000"/>
                </a:solidFill>
              </a:rPr>
              <a:t>C</a:t>
            </a:r>
            <a:endParaRPr lang="zh-CN" altLang="en-US" sz="4800">
              <a:solidFill>
                <a:srgbClr val="FF0000"/>
              </a:solidFill>
            </a:endParaRPr>
          </a:p>
        </p:txBody>
      </p:sp>
      <p:sp>
        <p:nvSpPr>
          <p:cNvPr id="12" name="圆角矩形标注 11"/>
          <p:cNvSpPr/>
          <p:nvPr>
            <p:custDataLst>
              <p:tags r:id="rId8"/>
            </p:custDataLst>
          </p:nvPr>
        </p:nvSpPr>
        <p:spPr>
          <a:xfrm>
            <a:off x="3577356" y="3577591"/>
            <a:ext cx="2740644" cy="1051838"/>
          </a:xfrm>
          <a:prstGeom prst="wedgeRoundRectCallout">
            <a:avLst>
              <a:gd name="adj1" fmla="val -56621"/>
              <a:gd name="adj2" fmla="val -1062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力和位移都是矢量，矢量如何求和？</a:t>
            </a:r>
          </a:p>
        </p:txBody>
      </p:sp>
      <p:pic>
        <p:nvPicPr>
          <p:cNvPr id="13" name="Picture 3" descr="C:\Users\X\AppData\Local\Temp\Rar$DRa5616.943\1655378840080.png"/>
          <p:cNvPicPr>
            <a:picLocks noChangeAspect="1" noChangeArrowheads="1"/>
          </p:cNvPicPr>
          <p:nvPr>
            <p:custDataLst>
              <p:tags r:id="rId9"/>
            </p:custDataLst>
          </p:nvPr>
        </p:nvPicPr>
        <p:blipFill>
          <a:blip r:embed="rId11"/>
          <a:stretch>
            <a:fillRect/>
          </a:stretch>
        </p:blipFill>
        <p:spPr bwMode="auto">
          <a:xfrm>
            <a:off x="6620614" y="2009260"/>
            <a:ext cx="2060182" cy="2925179"/>
          </a:xfrm>
          <a:prstGeom prst="rect">
            <a:avLst/>
          </a:prstGeom>
          <a:noFill/>
        </p:spPr>
      </p:pic>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三角形法则</a:t>
            </a:r>
          </a:p>
        </p:txBody>
      </p:sp>
      <p:sp>
        <p:nvSpPr>
          <p:cNvPr id="15" name="Line 16"/>
          <p:cNvSpPr>
            <a:spLocks noChangeShapeType="1"/>
          </p:cNvSpPr>
          <p:nvPr>
            <p:custDataLst>
              <p:tags r:id="rId2"/>
            </p:custDataLst>
          </p:nvPr>
        </p:nvSpPr>
        <p:spPr bwMode="auto">
          <a:xfrm flipV="1">
            <a:off x="1136297" y="763935"/>
            <a:ext cx="1219633" cy="144780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grpSp>
        <p:nvGrpSpPr>
          <p:cNvPr id="16" name="组合 15"/>
          <p:cNvGrpSpPr/>
          <p:nvPr>
            <p:custDataLst>
              <p:tags r:id="rId3"/>
            </p:custDataLst>
          </p:nvPr>
        </p:nvGrpSpPr>
        <p:grpSpPr>
          <a:xfrm>
            <a:off x="1163823" y="2130459"/>
            <a:ext cx="3746838" cy="600075"/>
            <a:chOff x="1163823" y="2130459"/>
            <a:chExt cx="3746838" cy="600075"/>
          </a:xfrm>
        </p:grpSpPr>
        <p:sp>
          <p:nvSpPr>
            <p:cNvPr id="14" name="Line 15"/>
            <p:cNvSpPr>
              <a:spLocks noChangeShapeType="1"/>
            </p:cNvSpPr>
            <p:nvPr>
              <p:custDataLst>
                <p:tags r:id="rId12"/>
              </p:custDataLst>
            </p:nvPr>
          </p:nvSpPr>
          <p:spPr bwMode="auto">
            <a:xfrm>
              <a:off x="1163823" y="2211735"/>
              <a:ext cx="3455628" cy="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11" name="Text Box 17"/>
            <p:cNvSpPr txBox="1">
              <a:spLocks noChangeArrowheads="1"/>
            </p:cNvSpPr>
            <p:nvPr>
              <p:custDataLst>
                <p:tags r:id="rId13"/>
              </p:custDataLst>
            </p:nvPr>
          </p:nvSpPr>
          <p:spPr bwMode="auto">
            <a:xfrm>
              <a:off x="3995936" y="2130459"/>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dirty="0"/>
                <a:t>F</a:t>
              </a:r>
              <a:r>
                <a:rPr lang="en-US" altLang="zh-CN" sz="3300" baseline="-25000" dirty="0"/>
                <a:t>1</a:t>
              </a:r>
              <a:endParaRPr lang="en-US" altLang="zh-CN" sz="3300" dirty="0"/>
            </a:p>
          </p:txBody>
        </p:sp>
      </p:grpSp>
      <p:sp>
        <p:nvSpPr>
          <p:cNvPr id="12" name="Text Box 18"/>
          <p:cNvSpPr txBox="1">
            <a:spLocks noChangeArrowheads="1"/>
          </p:cNvSpPr>
          <p:nvPr>
            <p:custDataLst>
              <p:tags r:id="rId4"/>
            </p:custDataLst>
          </p:nvPr>
        </p:nvSpPr>
        <p:spPr bwMode="auto">
          <a:xfrm>
            <a:off x="1513198" y="411510"/>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2</a:t>
            </a:r>
            <a:endParaRPr lang="en-US" altLang="zh-CN" sz="3300"/>
          </a:p>
        </p:txBody>
      </p:sp>
      <p:sp>
        <p:nvSpPr>
          <p:cNvPr id="13" name="Oval 19"/>
          <p:cNvSpPr>
            <a:spLocks noChangeArrowheads="1"/>
          </p:cNvSpPr>
          <p:nvPr>
            <p:custDataLst>
              <p:tags r:id="rId5"/>
            </p:custDataLst>
          </p:nvPr>
        </p:nvSpPr>
        <p:spPr bwMode="auto">
          <a:xfrm>
            <a:off x="1142649" y="2151410"/>
            <a:ext cx="101636" cy="76200"/>
          </a:xfrm>
          <a:prstGeom prst="ellipse">
            <a:avLst/>
          </a:prstGeom>
          <a:solidFill>
            <a:schemeClr val="tx1"/>
          </a:solidFill>
          <a:ln w="9525">
            <a:solidFill>
              <a:srgbClr val="0000FF"/>
            </a:solidFill>
            <a:round/>
          </a:ln>
        </p:spPr>
        <p:txBody>
          <a:bodyPr wrap="none" anchor="ctr"/>
          <a:lstStyle/>
          <a:p>
            <a:endParaRPr lang="zh-CN" altLang="en-US"/>
          </a:p>
        </p:txBody>
      </p:sp>
      <p:sp>
        <p:nvSpPr>
          <p:cNvPr id="9" name="Text Box 20"/>
          <p:cNvSpPr txBox="1">
            <a:spLocks noChangeArrowheads="1"/>
          </p:cNvSpPr>
          <p:nvPr>
            <p:custDataLst>
              <p:tags r:id="rId6"/>
            </p:custDataLst>
          </p:nvPr>
        </p:nvSpPr>
        <p:spPr bwMode="auto">
          <a:xfrm>
            <a:off x="642938" y="1946623"/>
            <a:ext cx="813089"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a:solidFill>
                  <a:srgbClr val="0000FF"/>
                </a:solidFill>
              </a:rPr>
              <a:t>o</a:t>
            </a:r>
          </a:p>
        </p:txBody>
      </p:sp>
      <p:sp>
        <p:nvSpPr>
          <p:cNvPr id="17" name="Text Box 2"/>
          <p:cNvSpPr txBox="1">
            <a:spLocks noChangeArrowheads="1"/>
          </p:cNvSpPr>
          <p:nvPr>
            <p:custDataLst>
              <p:tags r:id="rId7"/>
            </p:custDataLst>
          </p:nvPr>
        </p:nvSpPr>
        <p:spPr bwMode="auto">
          <a:xfrm>
            <a:off x="511176" y="2700686"/>
            <a:ext cx="4597399" cy="191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spcBef>
                <a:spcPct val="50000"/>
              </a:spcBef>
            </a:pPr>
            <a:r>
              <a:rPr lang="zh-CN" altLang="en-US" sz="2800">
                <a:solidFill>
                  <a:srgbClr val="0000FF"/>
                </a:solidFill>
                <a:latin typeface="微软雅黑" pitchFamily="34" charset="-122"/>
                <a:ea typeface="微软雅黑" pitchFamily="34" charset="-122"/>
              </a:rPr>
              <a:t>作法：</a:t>
            </a:r>
            <a:r>
              <a:rPr lang="zh-CN" altLang="en-US" sz="2800">
                <a:latin typeface="微软雅黑" pitchFamily="34" charset="-122"/>
                <a:ea typeface="微软雅黑" pitchFamily="34" charset="-122"/>
              </a:rPr>
              <a:t>将两个力</a:t>
            </a:r>
            <a:r>
              <a:rPr lang="zh-CN" altLang="en-US" sz="2800">
                <a:solidFill>
                  <a:srgbClr val="FF0000"/>
                </a:solidFill>
                <a:latin typeface="微软雅黑" pitchFamily="34" charset="-122"/>
                <a:ea typeface="微软雅黑" pitchFamily="34" charset="-122"/>
              </a:rPr>
              <a:t>头尾相连</a:t>
            </a:r>
            <a:r>
              <a:rPr lang="zh-CN" altLang="en-US" sz="2800">
                <a:latin typeface="微软雅黑" pitchFamily="34" charset="-122"/>
                <a:ea typeface="微软雅黑" pitchFamily="34" charset="-122"/>
              </a:rPr>
              <a:t>，则合力由</a:t>
            </a:r>
            <a:r>
              <a:rPr lang="zh-CN" altLang="en-US" sz="2800">
                <a:solidFill>
                  <a:srgbClr val="FF0000"/>
                </a:solidFill>
                <a:latin typeface="微软雅黑" pitchFamily="34" charset="-122"/>
                <a:ea typeface="微软雅黑" pitchFamily="34" charset="-122"/>
              </a:rPr>
              <a:t>第一个力的起点</a:t>
            </a:r>
            <a:r>
              <a:rPr lang="zh-CN" altLang="en-US" sz="2800">
                <a:latin typeface="微软雅黑" pitchFamily="34" charset="-122"/>
                <a:ea typeface="微软雅黑" pitchFamily="34" charset="-122"/>
              </a:rPr>
              <a:t>指向</a:t>
            </a:r>
            <a:r>
              <a:rPr lang="zh-CN" altLang="en-US" sz="2800">
                <a:solidFill>
                  <a:srgbClr val="FF0000"/>
                </a:solidFill>
                <a:latin typeface="微软雅黑" pitchFamily="34" charset="-122"/>
                <a:ea typeface="微软雅黑" pitchFamily="34" charset="-122"/>
              </a:rPr>
              <a:t>第二个力的终点</a:t>
            </a:r>
            <a:r>
              <a:rPr lang="en-US" altLang="zh-CN" sz="2800">
                <a:latin typeface="微软雅黑" pitchFamily="34" charset="-122"/>
                <a:ea typeface="微软雅黑" pitchFamily="34" charset="-122"/>
              </a:rPr>
              <a:t>.</a:t>
            </a:r>
          </a:p>
        </p:txBody>
      </p:sp>
      <p:sp>
        <p:nvSpPr>
          <p:cNvPr id="18" name="Line 7"/>
          <p:cNvSpPr>
            <a:spLocks noChangeShapeType="1"/>
          </p:cNvSpPr>
          <p:nvPr>
            <p:custDataLst>
              <p:tags r:id="rId8"/>
            </p:custDataLst>
          </p:nvPr>
        </p:nvSpPr>
        <p:spPr bwMode="auto">
          <a:xfrm flipV="1">
            <a:off x="1150938" y="792510"/>
            <a:ext cx="4575175" cy="1427163"/>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9" name="Text Box 8"/>
          <p:cNvSpPr txBox="1">
            <a:spLocks noChangeArrowheads="1"/>
          </p:cNvSpPr>
          <p:nvPr>
            <p:custDataLst>
              <p:tags r:id="rId9"/>
            </p:custDataLst>
          </p:nvPr>
        </p:nvSpPr>
        <p:spPr bwMode="auto">
          <a:xfrm>
            <a:off x="5868144" y="559941"/>
            <a:ext cx="8128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p>
        </p:txBody>
      </p:sp>
      <p:pic>
        <p:nvPicPr>
          <p:cNvPr id="20" name="Picture 2" descr="G:\下载\downs\图片1.png"/>
          <p:cNvPicPr>
            <a:picLocks noChangeAspect="1" noChangeArrowheads="1"/>
          </p:cNvPicPr>
          <p:nvPr>
            <p:custDataLst>
              <p:tags r:id="rId10"/>
            </p:custDataLst>
          </p:nvPr>
        </p:nvPicPr>
        <p:blipFill>
          <a:blip r:embed="rId15">
            <a:extLst>
              <a:ext uri="{28A0092B-C50C-407E-A947-70E740481C1C}">
                <a14:useLocalDpi xmlns:a14="http://schemas.microsoft.com/office/drawing/2010/main" val="0"/>
              </a:ext>
            </a:extLst>
          </a:blip>
          <a:stretch>
            <a:fillRect/>
          </a:stretch>
        </p:blipFill>
        <p:spPr bwMode="auto">
          <a:xfrm>
            <a:off x="7253882" y="2227610"/>
            <a:ext cx="1152128" cy="2673099"/>
          </a:xfrm>
          <a:prstGeom prst="rect">
            <a:avLst/>
          </a:prstGeom>
          <a:noFill/>
          <a:extLst>
            <a:ext uri="{909E8E84-426E-40DD-AFC4-6F175D3DCCD1}">
              <a14:hiddenFill xmlns:a14="http://schemas.microsoft.com/office/drawing/2010/main">
                <a:solidFill>
                  <a:srgbClr val="FFFFFF"/>
                </a:solidFill>
              </a14:hiddenFill>
            </a:ext>
          </a:extLst>
        </p:spPr>
      </p:pic>
      <p:sp>
        <p:nvSpPr>
          <p:cNvPr id="21" name="圆角矩形标注 20"/>
          <p:cNvSpPr/>
          <p:nvPr>
            <p:custDataLst>
              <p:tags r:id="rId11"/>
            </p:custDataLst>
          </p:nvPr>
        </p:nvSpPr>
        <p:spPr>
          <a:xfrm>
            <a:off x="6408738" y="651560"/>
            <a:ext cx="2148757" cy="1051838"/>
          </a:xfrm>
          <a:prstGeom prst="wedgeRoundRectCallout">
            <a:avLst>
              <a:gd name="adj1" fmla="val 7717"/>
              <a:gd name="adj2" fmla="val 10644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此处需要用力的图示来作图</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64" presetClass="path" presetSubtype="0" accel="50000" decel="50000" fill="hold" nodeType="clickEffect">
                                  <p:stCondLst>
                                    <p:cond delay="0"/>
                                  </p:stCondLst>
                                  <p:childTnLst>
                                    <p:animMotion origin="layout" path="M 1.94444E-6 -8.64198E-7 L 0.12569 -0.27839 " pathEditMode="relative" rAng="0" ptsTypes="AA">
                                      <p:cBhvr>
                                        <p:cTn id="11" dur="2000" fill="hold"/>
                                        <p:tgtEl>
                                          <p:spTgt spid="16"/>
                                        </p:tgtEl>
                                        <p:attrNameLst>
                                          <p:attrName>ppt_x</p:attrName>
                                          <p:attrName>ppt_y</p:attrName>
                                        </p:attrNameLst>
                                      </p:cBhvr>
                                      <p:rCtr x="6285" y="-13920"/>
                                    </p:animMotion>
                                  </p:childTnLst>
                                </p:cTn>
                              </p:par>
                            </p:childTnLst>
                          </p:cTn>
                        </p:par>
                      </p:childTnLst>
                    </p:cTn>
                  </p:par>
                  <p:par>
                    <p:cTn id="12" fill="hold" nodeType="clickPar">
                      <p:stCondLst>
                        <p:cond delay="indefinite"/>
                      </p:stCondLst>
                      <p:childTnLst>
                        <p:par>
                          <p:cTn id="13" fill="hold" nodeType="after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down)">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合力的大小范围</a:t>
            </a:r>
          </a:p>
        </p:txBody>
      </p:sp>
      <p:sp>
        <p:nvSpPr>
          <p:cNvPr id="3" name="Line 16">
            <a:extLst>
              <a:ext uri="{FF2B5EF4-FFF2-40B4-BE49-F238E27FC236}">
                <a16:creationId xmlns:a16="http://schemas.microsoft.com/office/drawing/2014/main" id="{E4A69472-7973-6882-5450-B65424E9218D}"/>
              </a:ext>
            </a:extLst>
          </p:cNvPr>
          <p:cNvSpPr>
            <a:spLocks noChangeShapeType="1"/>
          </p:cNvSpPr>
          <p:nvPr>
            <p:custDataLst>
              <p:tags r:id="rId2"/>
            </p:custDataLst>
          </p:nvPr>
        </p:nvSpPr>
        <p:spPr bwMode="auto">
          <a:xfrm flipV="1">
            <a:off x="1172983" y="1535063"/>
            <a:ext cx="1219633" cy="144780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a:extLst>
              <a:ext uri="{FF2B5EF4-FFF2-40B4-BE49-F238E27FC236}">
                <a16:creationId xmlns:a16="http://schemas.microsoft.com/office/drawing/2014/main" id="{B11E1F1F-379F-3A17-F4A0-8CAB6529C52B}"/>
              </a:ext>
            </a:extLst>
          </p:cNvPr>
          <p:cNvGrpSpPr/>
          <p:nvPr>
            <p:custDataLst>
              <p:tags r:id="rId3"/>
            </p:custDataLst>
          </p:nvPr>
        </p:nvGrpSpPr>
        <p:grpSpPr>
          <a:xfrm>
            <a:off x="1200509" y="2901587"/>
            <a:ext cx="3746838" cy="600075"/>
            <a:chOff x="1163823" y="2130459"/>
            <a:chExt cx="3746838" cy="600075"/>
          </a:xfrm>
        </p:grpSpPr>
        <p:sp>
          <p:nvSpPr>
            <p:cNvPr id="5" name="Line 15">
              <a:extLst>
                <a:ext uri="{FF2B5EF4-FFF2-40B4-BE49-F238E27FC236}">
                  <a16:creationId xmlns:a16="http://schemas.microsoft.com/office/drawing/2014/main" id="{9FA714DE-8889-3D19-6487-52A03F52B780}"/>
                </a:ext>
              </a:extLst>
            </p:cNvPr>
            <p:cNvSpPr>
              <a:spLocks noChangeShapeType="1"/>
            </p:cNvSpPr>
            <p:nvPr>
              <p:custDataLst>
                <p:tags r:id="rId8"/>
              </p:custDataLst>
            </p:nvPr>
          </p:nvSpPr>
          <p:spPr bwMode="auto">
            <a:xfrm>
              <a:off x="1163823" y="2211735"/>
              <a:ext cx="3455628" cy="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 name="Text Box 17">
              <a:extLst>
                <a:ext uri="{FF2B5EF4-FFF2-40B4-BE49-F238E27FC236}">
                  <a16:creationId xmlns:a16="http://schemas.microsoft.com/office/drawing/2014/main" id="{974A660B-7F98-2EE3-80B5-D1D81C96F72C}"/>
                </a:ext>
              </a:extLst>
            </p:cNvPr>
            <p:cNvSpPr txBox="1">
              <a:spLocks noChangeArrowheads="1"/>
            </p:cNvSpPr>
            <p:nvPr>
              <p:custDataLst>
                <p:tags r:id="rId9"/>
              </p:custDataLst>
            </p:nvPr>
          </p:nvSpPr>
          <p:spPr bwMode="auto">
            <a:xfrm>
              <a:off x="3995936" y="2130459"/>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dirty="0"/>
                <a:t>F</a:t>
              </a:r>
              <a:r>
                <a:rPr lang="en-US" altLang="zh-CN" sz="3300" baseline="-25000" dirty="0"/>
                <a:t>1</a:t>
              </a:r>
              <a:endParaRPr lang="en-US" altLang="zh-CN" sz="3300" dirty="0"/>
            </a:p>
          </p:txBody>
        </p:sp>
      </p:grpSp>
      <p:sp>
        <p:nvSpPr>
          <p:cNvPr id="7" name="Text Box 18">
            <a:extLst>
              <a:ext uri="{FF2B5EF4-FFF2-40B4-BE49-F238E27FC236}">
                <a16:creationId xmlns:a16="http://schemas.microsoft.com/office/drawing/2014/main" id="{EB50D211-A866-5395-8BDE-E3A62C1FEEC8}"/>
              </a:ext>
            </a:extLst>
          </p:cNvPr>
          <p:cNvSpPr txBox="1">
            <a:spLocks noChangeArrowheads="1"/>
          </p:cNvSpPr>
          <p:nvPr>
            <p:custDataLst>
              <p:tags r:id="rId4"/>
            </p:custDataLst>
          </p:nvPr>
        </p:nvSpPr>
        <p:spPr bwMode="auto">
          <a:xfrm>
            <a:off x="1549884" y="1182638"/>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2</a:t>
            </a:r>
            <a:endParaRPr lang="en-US" altLang="zh-CN" sz="3300"/>
          </a:p>
        </p:txBody>
      </p:sp>
      <p:sp>
        <p:nvSpPr>
          <p:cNvPr id="8" name="Oval 19">
            <a:extLst>
              <a:ext uri="{FF2B5EF4-FFF2-40B4-BE49-F238E27FC236}">
                <a16:creationId xmlns:a16="http://schemas.microsoft.com/office/drawing/2014/main" id="{6809B2E7-D60E-DFAA-1505-31B7258F3C24}"/>
              </a:ext>
            </a:extLst>
          </p:cNvPr>
          <p:cNvSpPr>
            <a:spLocks noChangeArrowheads="1"/>
          </p:cNvSpPr>
          <p:nvPr>
            <p:custDataLst>
              <p:tags r:id="rId5"/>
            </p:custDataLst>
          </p:nvPr>
        </p:nvSpPr>
        <p:spPr bwMode="auto">
          <a:xfrm>
            <a:off x="1179335" y="2922538"/>
            <a:ext cx="101636" cy="76200"/>
          </a:xfrm>
          <a:prstGeom prst="ellipse">
            <a:avLst/>
          </a:prstGeom>
          <a:solidFill>
            <a:schemeClr val="tx1"/>
          </a:solidFill>
          <a:ln w="9525">
            <a:solidFill>
              <a:srgbClr val="0000FF"/>
            </a:solidFill>
            <a:round/>
          </a:ln>
        </p:spPr>
        <p:txBody>
          <a:bodyPr wrap="none" anchor="ctr"/>
          <a:lstStyle/>
          <a:p>
            <a:endParaRPr lang="zh-CN" altLang="en-US"/>
          </a:p>
        </p:txBody>
      </p:sp>
      <p:sp>
        <p:nvSpPr>
          <p:cNvPr id="9" name="Text Box 20">
            <a:extLst>
              <a:ext uri="{FF2B5EF4-FFF2-40B4-BE49-F238E27FC236}">
                <a16:creationId xmlns:a16="http://schemas.microsoft.com/office/drawing/2014/main" id="{529B8758-D863-6BBC-D0CD-6CC71E0BD81F}"/>
              </a:ext>
            </a:extLst>
          </p:cNvPr>
          <p:cNvSpPr txBox="1">
            <a:spLocks noChangeArrowheads="1"/>
          </p:cNvSpPr>
          <p:nvPr>
            <p:custDataLst>
              <p:tags r:id="rId6"/>
            </p:custDataLst>
          </p:nvPr>
        </p:nvSpPr>
        <p:spPr bwMode="auto">
          <a:xfrm>
            <a:off x="639048" y="2642344"/>
            <a:ext cx="813089"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dirty="0">
                <a:solidFill>
                  <a:srgbClr val="0000FF"/>
                </a:solidFill>
              </a:rPr>
              <a:t>o</a:t>
            </a:r>
          </a:p>
        </p:txBody>
      </p:sp>
      <p:sp>
        <p:nvSpPr>
          <p:cNvPr id="14" name="文本框 13">
            <a:extLst>
              <a:ext uri="{FF2B5EF4-FFF2-40B4-BE49-F238E27FC236}">
                <a16:creationId xmlns:a16="http://schemas.microsoft.com/office/drawing/2014/main" id="{661BC28D-0592-83A0-A2FC-F87527EEFA06}"/>
              </a:ext>
            </a:extLst>
          </p:cNvPr>
          <p:cNvSpPr txBox="1"/>
          <p:nvPr/>
        </p:nvSpPr>
        <p:spPr>
          <a:xfrm>
            <a:off x="755576" y="3817313"/>
            <a:ext cx="4572000" cy="584775"/>
          </a:xfrm>
          <a:prstGeom prst="rect">
            <a:avLst/>
          </a:prstGeom>
          <a:noFill/>
        </p:spPr>
        <p:txBody>
          <a:bodyPr wrap="square">
            <a:spAutoFit/>
          </a:bodyPr>
          <a:lstStyle/>
          <a:p>
            <a:r>
              <a:rPr lang="en-US" altLang="zh-CN" sz="3200" dirty="0">
                <a:solidFill>
                  <a:srgbClr val="FF0000"/>
                </a:solidFill>
              </a:rPr>
              <a:t>|F</a:t>
            </a:r>
            <a:r>
              <a:rPr lang="en-US" altLang="zh-CN" sz="3200" baseline="-25000" dirty="0">
                <a:solidFill>
                  <a:srgbClr val="FF0000"/>
                </a:solidFill>
              </a:rPr>
              <a:t>1</a:t>
            </a:r>
            <a:r>
              <a:rPr lang="en-US" altLang="zh-CN" sz="3200" dirty="0">
                <a:solidFill>
                  <a:srgbClr val="FF0000"/>
                </a:solidFill>
              </a:rPr>
              <a:t>-F</a:t>
            </a:r>
            <a:r>
              <a:rPr lang="en-US" altLang="zh-CN" sz="3200" baseline="-25000" dirty="0">
                <a:solidFill>
                  <a:srgbClr val="FF0000"/>
                </a:solidFill>
              </a:rPr>
              <a:t>2</a:t>
            </a:r>
            <a:r>
              <a:rPr lang="en-US" altLang="zh-CN" sz="3200" dirty="0">
                <a:solidFill>
                  <a:srgbClr val="FF0000"/>
                </a:solidFill>
              </a:rPr>
              <a:t>|</a:t>
            </a:r>
            <a:r>
              <a:rPr lang="zh-CN" altLang="en-US" sz="3200" dirty="0">
                <a:solidFill>
                  <a:srgbClr val="FF0000"/>
                </a:solidFill>
              </a:rPr>
              <a:t>≤</a:t>
            </a:r>
            <a:r>
              <a:rPr lang="en-US" altLang="zh-CN" sz="3200" dirty="0">
                <a:solidFill>
                  <a:srgbClr val="FF0000"/>
                </a:solidFill>
              </a:rPr>
              <a:t>F</a:t>
            </a:r>
            <a:r>
              <a:rPr lang="zh-CN" altLang="en-US" sz="3200" baseline="-25000" dirty="0">
                <a:solidFill>
                  <a:srgbClr val="FF0000"/>
                </a:solidFill>
              </a:rPr>
              <a:t>合</a:t>
            </a:r>
            <a:r>
              <a:rPr lang="zh-CN" altLang="en-US" sz="3200" dirty="0">
                <a:solidFill>
                  <a:srgbClr val="FF0000"/>
                </a:solidFill>
              </a:rPr>
              <a:t>≤</a:t>
            </a:r>
            <a:r>
              <a:rPr lang="en-US" altLang="zh-CN" sz="3200" dirty="0">
                <a:solidFill>
                  <a:srgbClr val="FF0000"/>
                </a:solidFill>
              </a:rPr>
              <a:t> |F</a:t>
            </a:r>
            <a:r>
              <a:rPr lang="en-US" altLang="zh-CN" sz="3200" baseline="-25000" dirty="0">
                <a:solidFill>
                  <a:srgbClr val="FF0000"/>
                </a:solidFill>
              </a:rPr>
              <a:t>1</a:t>
            </a:r>
            <a:r>
              <a:rPr lang="en-US" altLang="zh-CN" sz="3200" dirty="0">
                <a:solidFill>
                  <a:srgbClr val="FF0000"/>
                </a:solidFill>
              </a:rPr>
              <a:t>+F</a:t>
            </a:r>
            <a:r>
              <a:rPr lang="en-US" altLang="zh-CN" sz="3200" baseline="-25000" dirty="0">
                <a:solidFill>
                  <a:srgbClr val="FF0000"/>
                </a:solidFill>
              </a:rPr>
              <a:t>2</a:t>
            </a:r>
            <a:r>
              <a:rPr lang="en-US" altLang="zh-CN" sz="3200" dirty="0">
                <a:solidFill>
                  <a:srgbClr val="FF0000"/>
                </a:solidFill>
              </a:rPr>
              <a:t>|</a:t>
            </a:r>
            <a:endParaRPr lang="zh-CN" altLang="en-US" sz="3200" dirty="0">
              <a:solidFill>
                <a:srgbClr val="FF0000"/>
              </a:solidFill>
            </a:endParaRPr>
          </a:p>
        </p:txBody>
      </p:sp>
      <p:sp>
        <p:nvSpPr>
          <p:cNvPr id="15" name="文本框 14">
            <a:extLst>
              <a:ext uri="{FF2B5EF4-FFF2-40B4-BE49-F238E27FC236}">
                <a16:creationId xmlns:a16="http://schemas.microsoft.com/office/drawing/2014/main" id="{BE3EE62F-DA30-6223-BF9C-00CD7D8FF998}"/>
              </a:ext>
            </a:extLst>
          </p:cNvPr>
          <p:cNvSpPr txBox="1"/>
          <p:nvPr/>
        </p:nvSpPr>
        <p:spPr>
          <a:xfrm>
            <a:off x="500034" y="804853"/>
            <a:ext cx="3185487" cy="369332"/>
          </a:xfrm>
          <a:prstGeom prst="rect">
            <a:avLst/>
          </a:prstGeom>
          <a:noFill/>
        </p:spPr>
        <p:txBody>
          <a:bodyPr wrap="none" rtlCol="0">
            <a:spAutoFit/>
          </a:bodyPr>
          <a:lstStyle/>
          <a:p>
            <a:r>
              <a:rPr lang="zh-CN" altLang="en-US" dirty="0">
                <a:latin typeface="黑体" panose="02010609060101010101" pitchFamily="49" charset="-122"/>
                <a:ea typeface="黑体" panose="02010609060101010101" pitchFamily="49" charset="-122"/>
              </a:rPr>
              <a:t>请通过作图的方式进行探究：</a:t>
            </a:r>
          </a:p>
        </p:txBody>
      </p:sp>
      <p:sp>
        <p:nvSpPr>
          <p:cNvPr id="16" name="Text Box 11">
            <a:extLst>
              <a:ext uri="{FF2B5EF4-FFF2-40B4-BE49-F238E27FC236}">
                <a16:creationId xmlns:a16="http://schemas.microsoft.com/office/drawing/2014/main" id="{67BE3E20-BCA1-71D0-1212-262572971116}"/>
              </a:ext>
            </a:extLst>
          </p:cNvPr>
          <p:cNvSpPr txBox="1">
            <a:spLocks noChangeArrowheads="1"/>
          </p:cNvSpPr>
          <p:nvPr>
            <p:custDataLst>
              <p:tags r:id="rId7"/>
            </p:custDataLst>
          </p:nvPr>
        </p:nvSpPr>
        <p:spPr bwMode="auto">
          <a:xfrm>
            <a:off x="1377759" y="2372334"/>
            <a:ext cx="1160462"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dirty="0">
                <a:solidFill>
                  <a:srgbClr val="0000FF"/>
                </a:solidFill>
              </a:rPr>
              <a:t>θ</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多力合成</a:t>
            </a:r>
          </a:p>
        </p:txBody>
      </p:sp>
      <p:sp>
        <p:nvSpPr>
          <p:cNvPr id="3" name="Line 16"/>
          <p:cNvSpPr>
            <a:spLocks noChangeShapeType="1"/>
          </p:cNvSpPr>
          <p:nvPr>
            <p:custDataLst>
              <p:tags r:id="rId2"/>
            </p:custDataLst>
          </p:nvPr>
        </p:nvSpPr>
        <p:spPr bwMode="auto">
          <a:xfrm flipV="1">
            <a:off x="312831" y="3132385"/>
            <a:ext cx="1219633" cy="144780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p:cNvGrpSpPr/>
          <p:nvPr>
            <p:custDataLst>
              <p:tags r:id="rId3"/>
            </p:custDataLst>
          </p:nvPr>
        </p:nvGrpSpPr>
        <p:grpSpPr>
          <a:xfrm>
            <a:off x="340357" y="4559548"/>
            <a:ext cx="3944752" cy="600075"/>
            <a:chOff x="1163823" y="2191098"/>
            <a:chExt cx="3944752" cy="600075"/>
          </a:xfrm>
        </p:grpSpPr>
        <p:sp>
          <p:nvSpPr>
            <p:cNvPr id="5" name="Line 15"/>
            <p:cNvSpPr>
              <a:spLocks noChangeShapeType="1"/>
            </p:cNvSpPr>
            <p:nvPr>
              <p:custDataLst>
                <p:tags r:id="rId24"/>
              </p:custDataLst>
            </p:nvPr>
          </p:nvSpPr>
          <p:spPr bwMode="auto">
            <a:xfrm>
              <a:off x="1163823" y="2211735"/>
              <a:ext cx="3455628" cy="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 name="Text Box 17"/>
            <p:cNvSpPr txBox="1">
              <a:spLocks noChangeArrowheads="1"/>
            </p:cNvSpPr>
            <p:nvPr>
              <p:custDataLst>
                <p:tags r:id="rId25"/>
              </p:custDataLst>
            </p:nvPr>
          </p:nvSpPr>
          <p:spPr bwMode="auto">
            <a:xfrm>
              <a:off x="4193850" y="2191098"/>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1</a:t>
              </a:r>
              <a:endParaRPr lang="en-US" altLang="zh-CN" sz="3300"/>
            </a:p>
          </p:txBody>
        </p:sp>
      </p:grpSp>
      <p:sp>
        <p:nvSpPr>
          <p:cNvPr id="7" name="Text Box 18"/>
          <p:cNvSpPr txBox="1">
            <a:spLocks noChangeArrowheads="1"/>
          </p:cNvSpPr>
          <p:nvPr>
            <p:custDataLst>
              <p:tags r:id="rId4"/>
            </p:custDataLst>
          </p:nvPr>
        </p:nvSpPr>
        <p:spPr bwMode="auto">
          <a:xfrm>
            <a:off x="689732" y="2779960"/>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2</a:t>
            </a:r>
            <a:endParaRPr lang="en-US" altLang="zh-CN" sz="3300"/>
          </a:p>
        </p:txBody>
      </p:sp>
      <p:sp>
        <p:nvSpPr>
          <p:cNvPr id="8" name="Oval 19"/>
          <p:cNvSpPr>
            <a:spLocks noChangeArrowheads="1"/>
          </p:cNvSpPr>
          <p:nvPr>
            <p:custDataLst>
              <p:tags r:id="rId5"/>
            </p:custDataLst>
          </p:nvPr>
        </p:nvSpPr>
        <p:spPr bwMode="auto">
          <a:xfrm>
            <a:off x="319183" y="4519860"/>
            <a:ext cx="101636" cy="76200"/>
          </a:xfrm>
          <a:prstGeom prst="ellipse">
            <a:avLst/>
          </a:prstGeom>
          <a:solidFill>
            <a:schemeClr val="tx1"/>
          </a:solidFill>
          <a:ln w="9525">
            <a:solidFill>
              <a:srgbClr val="0000FF"/>
            </a:solidFill>
            <a:round/>
          </a:ln>
        </p:spPr>
        <p:txBody>
          <a:bodyPr wrap="none" anchor="ctr"/>
          <a:lstStyle/>
          <a:p>
            <a:endParaRPr lang="zh-CN" altLang="en-US"/>
          </a:p>
        </p:txBody>
      </p:sp>
      <p:sp>
        <p:nvSpPr>
          <p:cNvPr id="9" name="Text Box 20"/>
          <p:cNvSpPr txBox="1">
            <a:spLocks noChangeArrowheads="1"/>
          </p:cNvSpPr>
          <p:nvPr>
            <p:custDataLst>
              <p:tags r:id="rId6"/>
            </p:custDataLst>
          </p:nvPr>
        </p:nvSpPr>
        <p:spPr bwMode="auto">
          <a:xfrm>
            <a:off x="-180528" y="4315073"/>
            <a:ext cx="813089"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a:solidFill>
                  <a:srgbClr val="0000FF"/>
                </a:solidFill>
              </a:rPr>
              <a:t>o</a:t>
            </a:r>
          </a:p>
        </p:txBody>
      </p:sp>
      <p:grpSp>
        <p:nvGrpSpPr>
          <p:cNvPr id="11" name="组合 10"/>
          <p:cNvGrpSpPr/>
          <p:nvPr>
            <p:custDataLst>
              <p:tags r:id="rId7"/>
            </p:custDataLst>
          </p:nvPr>
        </p:nvGrpSpPr>
        <p:grpSpPr>
          <a:xfrm>
            <a:off x="319183" y="2532310"/>
            <a:ext cx="4632108" cy="2013521"/>
            <a:chOff x="990249" y="203548"/>
            <a:chExt cx="4632108" cy="2013521"/>
          </a:xfrm>
        </p:grpSpPr>
        <p:sp>
          <p:nvSpPr>
            <p:cNvPr id="12" name="Line 15"/>
            <p:cNvSpPr>
              <a:spLocks noChangeShapeType="1"/>
            </p:cNvSpPr>
            <p:nvPr>
              <p:custDataLst>
                <p:tags r:id="rId22"/>
              </p:custDataLst>
            </p:nvPr>
          </p:nvSpPr>
          <p:spPr bwMode="auto">
            <a:xfrm flipV="1">
              <a:off x="990249" y="531939"/>
              <a:ext cx="3641131" cy="168513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13" name="Text Box 17"/>
            <p:cNvSpPr txBox="1">
              <a:spLocks noChangeArrowheads="1"/>
            </p:cNvSpPr>
            <p:nvPr>
              <p:custDataLst>
                <p:tags r:id="rId23"/>
              </p:custDataLst>
            </p:nvPr>
          </p:nvSpPr>
          <p:spPr bwMode="auto">
            <a:xfrm>
              <a:off x="4707632" y="203548"/>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3</a:t>
              </a:r>
              <a:endParaRPr lang="en-US" altLang="zh-CN" sz="3300"/>
            </a:p>
          </p:txBody>
        </p:sp>
      </p:grpSp>
      <p:pic>
        <p:nvPicPr>
          <p:cNvPr id="14" name="Picture 2" descr="G:\下载\downs\图片1.png"/>
          <p:cNvPicPr>
            <a:picLocks noChangeAspect="1" noChangeArrowheads="1"/>
          </p:cNvPicPr>
          <p:nvPr>
            <p:custDataLst>
              <p:tags r:id="rId8"/>
            </p:custDataLst>
          </p:nvPr>
        </p:nvPicPr>
        <p:blipFill>
          <a:blip r:embed="rId27">
            <a:extLst>
              <a:ext uri="{28A0092B-C50C-407E-A947-70E740481C1C}">
                <a14:useLocalDpi xmlns:a14="http://schemas.microsoft.com/office/drawing/2010/main" val="0"/>
              </a:ext>
            </a:extLst>
          </a:blip>
          <a:stretch>
            <a:fillRect/>
          </a:stretch>
        </p:blipFill>
        <p:spPr bwMode="auto">
          <a:xfrm>
            <a:off x="7253882" y="2227610"/>
            <a:ext cx="1152128" cy="2673099"/>
          </a:xfrm>
          <a:prstGeom prst="rect">
            <a:avLst/>
          </a:prstGeom>
          <a:noFill/>
          <a:extLst>
            <a:ext uri="{909E8E84-426E-40DD-AFC4-6F175D3DCCD1}">
              <a14:hiddenFill xmlns:a14="http://schemas.microsoft.com/office/drawing/2010/main">
                <a:solidFill>
                  <a:srgbClr val="FFFFFF"/>
                </a:solidFill>
              </a14:hiddenFill>
            </a:ext>
          </a:extLst>
        </p:spPr>
      </p:pic>
      <p:sp>
        <p:nvSpPr>
          <p:cNvPr id="15" name="圆角矩形标注 14"/>
          <p:cNvSpPr/>
          <p:nvPr>
            <p:custDataLst>
              <p:tags r:id="rId9"/>
            </p:custDataLst>
          </p:nvPr>
        </p:nvSpPr>
        <p:spPr>
          <a:xfrm>
            <a:off x="6293611" y="658078"/>
            <a:ext cx="2148757" cy="1051838"/>
          </a:xfrm>
          <a:prstGeom prst="wedgeRoundRectCallout">
            <a:avLst>
              <a:gd name="adj1" fmla="val 7717"/>
              <a:gd name="adj2" fmla="val 10644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如何找一个力代替这三个力？</a:t>
            </a:r>
          </a:p>
        </p:txBody>
      </p:sp>
      <p:grpSp>
        <p:nvGrpSpPr>
          <p:cNvPr id="20" name="组合 19"/>
          <p:cNvGrpSpPr/>
          <p:nvPr>
            <p:custDataLst>
              <p:tags r:id="rId10"/>
            </p:custDataLst>
          </p:nvPr>
        </p:nvGrpSpPr>
        <p:grpSpPr>
          <a:xfrm>
            <a:off x="1495303" y="1343199"/>
            <a:ext cx="3621383" cy="1789186"/>
            <a:chOff x="1495303" y="1343199"/>
            <a:chExt cx="3621383" cy="1789186"/>
          </a:xfrm>
        </p:grpSpPr>
        <p:sp>
          <p:nvSpPr>
            <p:cNvPr id="16" name="Line 5"/>
            <p:cNvSpPr>
              <a:spLocks noChangeShapeType="1"/>
            </p:cNvSpPr>
            <p:nvPr>
              <p:custDataLst>
                <p:tags r:id="rId20"/>
              </p:custDataLst>
            </p:nvPr>
          </p:nvSpPr>
          <p:spPr bwMode="auto">
            <a:xfrm flipV="1">
              <a:off x="1495303" y="1343199"/>
              <a:ext cx="3621383" cy="1789186"/>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7" name="Line 5"/>
            <p:cNvSpPr>
              <a:spLocks noChangeShapeType="1"/>
            </p:cNvSpPr>
            <p:nvPr>
              <p:custDataLst>
                <p:tags r:id="rId21"/>
              </p:custDataLst>
            </p:nvPr>
          </p:nvSpPr>
          <p:spPr bwMode="auto">
            <a:xfrm flipV="1">
              <a:off x="3960314" y="1368225"/>
              <a:ext cx="1154946" cy="1492476"/>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grpSp>
      <p:grpSp>
        <p:nvGrpSpPr>
          <p:cNvPr id="21" name="组合 20"/>
          <p:cNvGrpSpPr/>
          <p:nvPr>
            <p:custDataLst>
              <p:tags r:id="rId11"/>
            </p:custDataLst>
          </p:nvPr>
        </p:nvGrpSpPr>
        <p:grpSpPr>
          <a:xfrm>
            <a:off x="340357" y="774847"/>
            <a:ext cx="5406115" cy="3745012"/>
            <a:chOff x="340357" y="774847"/>
            <a:chExt cx="5406115" cy="3745012"/>
          </a:xfrm>
        </p:grpSpPr>
        <p:sp>
          <p:nvSpPr>
            <p:cNvPr id="18" name="Line 7"/>
            <p:cNvSpPr>
              <a:spLocks noChangeShapeType="1"/>
            </p:cNvSpPr>
            <p:nvPr>
              <p:custDataLst>
                <p:tags r:id="rId18"/>
              </p:custDataLst>
            </p:nvPr>
          </p:nvSpPr>
          <p:spPr bwMode="auto">
            <a:xfrm flipV="1">
              <a:off x="340357" y="1343198"/>
              <a:ext cx="4776329" cy="3176661"/>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9" name="Text Box 8"/>
            <p:cNvSpPr txBox="1">
              <a:spLocks noChangeArrowheads="1"/>
            </p:cNvSpPr>
            <p:nvPr>
              <p:custDataLst>
                <p:tags r:id="rId19"/>
              </p:custDataLst>
            </p:nvPr>
          </p:nvSpPr>
          <p:spPr bwMode="auto">
            <a:xfrm>
              <a:off x="4933672" y="774847"/>
              <a:ext cx="812800" cy="61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dirty="0"/>
                <a:t>F</a:t>
              </a:r>
              <a:r>
                <a:rPr lang="en-US" altLang="zh-CN" sz="3300" i="1" baseline="-25000" dirty="0"/>
                <a:t>23</a:t>
              </a:r>
            </a:p>
          </p:txBody>
        </p:sp>
      </p:grpSp>
      <p:grpSp>
        <p:nvGrpSpPr>
          <p:cNvPr id="22" name="组合 21"/>
          <p:cNvGrpSpPr/>
          <p:nvPr>
            <p:custDataLst>
              <p:tags r:id="rId12"/>
            </p:custDataLst>
          </p:nvPr>
        </p:nvGrpSpPr>
        <p:grpSpPr>
          <a:xfrm>
            <a:off x="3766031" y="1368225"/>
            <a:ext cx="4791464" cy="3198020"/>
            <a:chOff x="976225" y="-45221"/>
            <a:chExt cx="4791464" cy="3198020"/>
          </a:xfrm>
        </p:grpSpPr>
        <p:sp>
          <p:nvSpPr>
            <p:cNvPr id="23" name="Line 5"/>
            <p:cNvSpPr>
              <a:spLocks noChangeShapeType="1"/>
            </p:cNvSpPr>
            <p:nvPr>
              <p:custDataLst>
                <p:tags r:id="rId16"/>
              </p:custDataLst>
            </p:nvPr>
          </p:nvSpPr>
          <p:spPr bwMode="auto">
            <a:xfrm>
              <a:off x="2326880" y="-45221"/>
              <a:ext cx="3440809" cy="46982"/>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24" name="Line 5"/>
            <p:cNvSpPr>
              <a:spLocks noChangeShapeType="1"/>
            </p:cNvSpPr>
            <p:nvPr>
              <p:custDataLst>
                <p:tags r:id="rId17"/>
              </p:custDataLst>
            </p:nvPr>
          </p:nvSpPr>
          <p:spPr bwMode="auto">
            <a:xfrm flipV="1">
              <a:off x="976225" y="1761"/>
              <a:ext cx="4791464" cy="3151038"/>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grpSp>
      <p:grpSp>
        <p:nvGrpSpPr>
          <p:cNvPr id="25" name="组合 24"/>
          <p:cNvGrpSpPr/>
          <p:nvPr>
            <p:custDataLst>
              <p:tags r:id="rId13"/>
            </p:custDataLst>
          </p:nvPr>
        </p:nvGrpSpPr>
        <p:grpSpPr>
          <a:xfrm>
            <a:off x="396595" y="771846"/>
            <a:ext cx="8786658" cy="3794398"/>
            <a:chOff x="340357" y="725460"/>
            <a:chExt cx="8786658" cy="3794398"/>
          </a:xfrm>
        </p:grpSpPr>
        <p:sp>
          <p:nvSpPr>
            <p:cNvPr id="26" name="Line 7"/>
            <p:cNvSpPr>
              <a:spLocks noChangeShapeType="1"/>
            </p:cNvSpPr>
            <p:nvPr>
              <p:custDataLst>
                <p:tags r:id="rId14"/>
              </p:custDataLst>
            </p:nvPr>
          </p:nvSpPr>
          <p:spPr bwMode="auto">
            <a:xfrm flipV="1">
              <a:off x="340357" y="1368820"/>
              <a:ext cx="8160900" cy="3151038"/>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27" name="Text Box 8"/>
            <p:cNvSpPr txBox="1">
              <a:spLocks noChangeArrowheads="1"/>
            </p:cNvSpPr>
            <p:nvPr>
              <p:custDataLst>
                <p:tags r:id="rId15"/>
              </p:custDataLst>
            </p:nvPr>
          </p:nvSpPr>
          <p:spPr bwMode="auto">
            <a:xfrm>
              <a:off x="8314215" y="725460"/>
              <a:ext cx="812800" cy="61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dirty="0"/>
                <a:t>F</a:t>
              </a:r>
              <a:r>
                <a:rPr lang="zh-CN" altLang="en-US" sz="3300" i="1" baseline="-25000" dirty="0"/>
                <a:t>合</a:t>
              </a:r>
              <a:endParaRPr lang="en-US" altLang="zh-CN" sz="3300" i="1" baseline="-25000" dirty="0"/>
            </a:p>
          </p:txBody>
        </p:sp>
      </p:grpSp>
      <p:sp>
        <p:nvSpPr>
          <p:cNvPr id="31" name="文本框 30">
            <a:extLst>
              <a:ext uri="{FF2B5EF4-FFF2-40B4-BE49-F238E27FC236}">
                <a16:creationId xmlns:a16="http://schemas.microsoft.com/office/drawing/2014/main" id="{6D6A451C-C9AC-53E2-4FBE-B0A6B6D3B568}"/>
              </a:ext>
            </a:extLst>
          </p:cNvPr>
          <p:cNvSpPr txBox="1"/>
          <p:nvPr/>
        </p:nvSpPr>
        <p:spPr>
          <a:xfrm>
            <a:off x="4986228" y="3754008"/>
            <a:ext cx="4802372" cy="461665"/>
          </a:xfrm>
          <a:prstGeom prst="rect">
            <a:avLst/>
          </a:prstGeom>
          <a:noFill/>
        </p:spPr>
        <p:txBody>
          <a:bodyPr wrap="square">
            <a:spAutoFit/>
          </a:bodyPr>
          <a:lstStyle/>
          <a:p>
            <a:r>
              <a:rPr lang="zh-CN" altLang="en-US" sz="2400" b="1" dirty="0">
                <a:solidFill>
                  <a:srgbClr val="FF0000"/>
                </a:solidFill>
                <a:latin typeface="楷体" pitchFamily="49" charset="-122"/>
                <a:ea typeface="楷体" pitchFamily="49" charset="-122"/>
              </a:rPr>
              <a:t>还有其他方法吗？</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xit" presetSubtype="4" fill="hold" nodeType="clickEffect">
                                  <p:stCondLst>
                                    <p:cond delay="0"/>
                                  </p:stCondLst>
                                  <p:childTnLst>
                                    <p:animEffect transition="out" filter="wipe(down)">
                                      <p:cBhvr>
                                        <p:cTn id="16" dur="500"/>
                                        <p:tgtEl>
                                          <p:spTgt spid="20"/>
                                        </p:tgtEl>
                                      </p:cBhvr>
                                    </p:animEffect>
                                    <p:set>
                                      <p:cBhvr>
                                        <p:cTn id="17" dur="1" fill="hold">
                                          <p:stCondLst>
                                            <p:cond delay="499"/>
                                          </p:stCondLst>
                                        </p:cTn>
                                        <p:tgtEl>
                                          <p:spTgt spid="20"/>
                                        </p:tgtEl>
                                        <p:attrNameLst>
                                          <p:attrName>style.visibility</p:attrName>
                                        </p:attrNameLst>
                                      </p:cBhvr>
                                      <p:to>
                                        <p:strVal val="hidden"/>
                                      </p:to>
                                    </p:set>
                                  </p:childTnLst>
                                </p:cTn>
                              </p:par>
                              <p:par>
                                <p:cTn id="18" presetID="22" presetClass="exit" presetSubtype="4" fill="hold" grpId="0" nodeType="withEffect">
                                  <p:stCondLst>
                                    <p:cond delay="0"/>
                                  </p:stCondLst>
                                  <p:childTnLst>
                                    <p:animEffect transition="out" filter="wipe(down)">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xit" presetSubtype="4" fill="hold" grpId="0" nodeType="withEffect">
                                  <p:stCondLst>
                                    <p:cond delay="0"/>
                                  </p:stCondLst>
                                  <p:childTnLst>
                                    <p:animEffect transition="out" filter="wipe(down)">
                                      <p:cBhvr>
                                        <p:cTn id="22" dur="500"/>
                                        <p:tgtEl>
                                          <p:spTgt spid="3"/>
                                        </p:tgtEl>
                                      </p:cBhvr>
                                    </p:animEffect>
                                    <p:set>
                                      <p:cBhvr>
                                        <p:cTn id="23" dur="1" fill="hold">
                                          <p:stCondLst>
                                            <p:cond delay="499"/>
                                          </p:stCondLst>
                                        </p:cTn>
                                        <p:tgtEl>
                                          <p:spTgt spid="3"/>
                                        </p:tgtEl>
                                        <p:attrNameLst>
                                          <p:attrName>style.visibility</p:attrName>
                                        </p:attrNameLst>
                                      </p:cBhvr>
                                      <p:to>
                                        <p:strVal val="hidden"/>
                                      </p:to>
                                    </p:set>
                                  </p:childTnLst>
                                </p:cTn>
                              </p:par>
                              <p:par>
                                <p:cTn id="24" presetID="22" presetClass="exit" presetSubtype="4" fill="hold" nodeType="withEffect">
                                  <p:stCondLst>
                                    <p:cond delay="0"/>
                                  </p:stCondLst>
                                  <p:childTnLst>
                                    <p:animEffect transition="out" filter="wipe(down)">
                                      <p:cBhvr>
                                        <p:cTn id="25" dur="500"/>
                                        <p:tgtEl>
                                          <p:spTgt spid="11"/>
                                        </p:tgtEl>
                                      </p:cBhvr>
                                    </p:animEffect>
                                    <p:set>
                                      <p:cBhvr>
                                        <p:cTn id="26" dur="1" fill="hold">
                                          <p:stCondLst>
                                            <p:cond delay="499"/>
                                          </p:stCondLst>
                                        </p:cTn>
                                        <p:tgtEl>
                                          <p:spTgt spid="11"/>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after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500"/>
                                        <p:tgtEl>
                                          <p:spTgt spid="22"/>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down)">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多力合成</a:t>
            </a:r>
          </a:p>
        </p:txBody>
      </p:sp>
      <p:grpSp>
        <p:nvGrpSpPr>
          <p:cNvPr id="4" name="组合 3"/>
          <p:cNvGrpSpPr/>
          <p:nvPr>
            <p:custDataLst>
              <p:tags r:id="rId2"/>
            </p:custDataLst>
          </p:nvPr>
        </p:nvGrpSpPr>
        <p:grpSpPr>
          <a:xfrm>
            <a:off x="340357" y="4559548"/>
            <a:ext cx="3944752" cy="600075"/>
            <a:chOff x="1163823" y="2191098"/>
            <a:chExt cx="3944752" cy="600075"/>
          </a:xfrm>
        </p:grpSpPr>
        <p:sp>
          <p:nvSpPr>
            <p:cNvPr id="5" name="Line 15"/>
            <p:cNvSpPr>
              <a:spLocks noChangeShapeType="1"/>
            </p:cNvSpPr>
            <p:nvPr>
              <p:custDataLst>
                <p:tags r:id="rId16"/>
              </p:custDataLst>
            </p:nvPr>
          </p:nvSpPr>
          <p:spPr bwMode="auto">
            <a:xfrm>
              <a:off x="1163823" y="2211735"/>
              <a:ext cx="3455628" cy="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6" name="Text Box 17"/>
            <p:cNvSpPr txBox="1">
              <a:spLocks noChangeArrowheads="1"/>
            </p:cNvSpPr>
            <p:nvPr>
              <p:custDataLst>
                <p:tags r:id="rId17"/>
              </p:custDataLst>
            </p:nvPr>
          </p:nvSpPr>
          <p:spPr bwMode="auto">
            <a:xfrm>
              <a:off x="4193850" y="2191098"/>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1</a:t>
              </a:r>
              <a:endParaRPr lang="en-US" altLang="zh-CN" sz="3300"/>
            </a:p>
          </p:txBody>
        </p:sp>
      </p:grpSp>
      <p:grpSp>
        <p:nvGrpSpPr>
          <p:cNvPr id="10" name="组合 9"/>
          <p:cNvGrpSpPr/>
          <p:nvPr>
            <p:custDataLst>
              <p:tags r:id="rId3"/>
            </p:custDataLst>
          </p:nvPr>
        </p:nvGrpSpPr>
        <p:grpSpPr>
          <a:xfrm>
            <a:off x="312831" y="2779960"/>
            <a:ext cx="1291626" cy="1800225"/>
            <a:chOff x="312831" y="2779960"/>
            <a:chExt cx="1291626" cy="1800225"/>
          </a:xfrm>
        </p:grpSpPr>
        <p:sp>
          <p:nvSpPr>
            <p:cNvPr id="3" name="Line 16"/>
            <p:cNvSpPr>
              <a:spLocks noChangeShapeType="1"/>
            </p:cNvSpPr>
            <p:nvPr>
              <p:custDataLst>
                <p:tags r:id="rId14"/>
              </p:custDataLst>
            </p:nvPr>
          </p:nvSpPr>
          <p:spPr bwMode="auto">
            <a:xfrm flipV="1">
              <a:off x="312831" y="3132385"/>
              <a:ext cx="1219633" cy="144780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7" name="Text Box 18"/>
            <p:cNvSpPr txBox="1">
              <a:spLocks noChangeArrowheads="1"/>
            </p:cNvSpPr>
            <p:nvPr>
              <p:custDataLst>
                <p:tags r:id="rId15"/>
              </p:custDataLst>
            </p:nvPr>
          </p:nvSpPr>
          <p:spPr bwMode="auto">
            <a:xfrm>
              <a:off x="689732" y="2779960"/>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2</a:t>
              </a:r>
              <a:endParaRPr lang="en-US" altLang="zh-CN" sz="3300"/>
            </a:p>
          </p:txBody>
        </p:sp>
      </p:grpSp>
      <p:sp>
        <p:nvSpPr>
          <p:cNvPr id="8" name="Oval 19"/>
          <p:cNvSpPr>
            <a:spLocks noChangeArrowheads="1"/>
          </p:cNvSpPr>
          <p:nvPr>
            <p:custDataLst>
              <p:tags r:id="rId4"/>
            </p:custDataLst>
          </p:nvPr>
        </p:nvSpPr>
        <p:spPr bwMode="auto">
          <a:xfrm>
            <a:off x="319183" y="4519860"/>
            <a:ext cx="101636" cy="76200"/>
          </a:xfrm>
          <a:prstGeom prst="ellipse">
            <a:avLst/>
          </a:prstGeom>
          <a:solidFill>
            <a:schemeClr val="tx1"/>
          </a:solidFill>
          <a:ln w="9525">
            <a:solidFill>
              <a:srgbClr val="0000FF"/>
            </a:solidFill>
            <a:round/>
          </a:ln>
        </p:spPr>
        <p:txBody>
          <a:bodyPr wrap="none" anchor="ctr"/>
          <a:lstStyle/>
          <a:p>
            <a:endParaRPr lang="zh-CN" altLang="en-US"/>
          </a:p>
        </p:txBody>
      </p:sp>
      <p:sp>
        <p:nvSpPr>
          <p:cNvPr id="9" name="Text Box 20"/>
          <p:cNvSpPr txBox="1">
            <a:spLocks noChangeArrowheads="1"/>
          </p:cNvSpPr>
          <p:nvPr>
            <p:custDataLst>
              <p:tags r:id="rId5"/>
            </p:custDataLst>
          </p:nvPr>
        </p:nvSpPr>
        <p:spPr bwMode="auto">
          <a:xfrm>
            <a:off x="-180528" y="4315073"/>
            <a:ext cx="813089"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4300" i="1">
                <a:solidFill>
                  <a:srgbClr val="0000FF"/>
                </a:solidFill>
              </a:rPr>
              <a:t>o</a:t>
            </a:r>
          </a:p>
        </p:txBody>
      </p:sp>
      <p:grpSp>
        <p:nvGrpSpPr>
          <p:cNvPr id="11" name="组合 10"/>
          <p:cNvGrpSpPr/>
          <p:nvPr>
            <p:custDataLst>
              <p:tags r:id="rId6"/>
            </p:custDataLst>
          </p:nvPr>
        </p:nvGrpSpPr>
        <p:grpSpPr>
          <a:xfrm>
            <a:off x="319183" y="2532310"/>
            <a:ext cx="4632108" cy="2013521"/>
            <a:chOff x="990249" y="203548"/>
            <a:chExt cx="4632108" cy="2013521"/>
          </a:xfrm>
        </p:grpSpPr>
        <p:sp>
          <p:nvSpPr>
            <p:cNvPr id="12" name="Line 15"/>
            <p:cNvSpPr>
              <a:spLocks noChangeShapeType="1"/>
            </p:cNvSpPr>
            <p:nvPr>
              <p:custDataLst>
                <p:tags r:id="rId12"/>
              </p:custDataLst>
            </p:nvPr>
          </p:nvSpPr>
          <p:spPr bwMode="auto">
            <a:xfrm flipV="1">
              <a:off x="990249" y="531939"/>
              <a:ext cx="3641131" cy="1685130"/>
            </a:xfrm>
            <a:prstGeom prst="line">
              <a:avLst/>
            </a:prstGeom>
            <a:noFill/>
            <a:ln w="38100">
              <a:solidFill>
                <a:srgbClr val="0000FF"/>
              </a:solidFill>
              <a:round/>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13" name="Text Box 17"/>
            <p:cNvSpPr txBox="1">
              <a:spLocks noChangeArrowheads="1"/>
            </p:cNvSpPr>
            <p:nvPr>
              <p:custDataLst>
                <p:tags r:id="rId13"/>
              </p:custDataLst>
            </p:nvPr>
          </p:nvSpPr>
          <p:spPr bwMode="auto">
            <a:xfrm>
              <a:off x="4707632" y="203548"/>
              <a:ext cx="914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en-US" altLang="zh-CN" sz="3300" baseline="-25000"/>
                <a:t>3</a:t>
              </a:r>
              <a:endParaRPr lang="en-US" altLang="zh-CN" sz="3300"/>
            </a:p>
          </p:txBody>
        </p:sp>
      </p:grpSp>
      <p:pic>
        <p:nvPicPr>
          <p:cNvPr id="14" name="Picture 2" descr="G:\下载\downs\图片1.png"/>
          <p:cNvPicPr>
            <a:picLocks noChangeAspect="1" noChangeArrowheads="1"/>
          </p:cNvPicPr>
          <p:nvPr>
            <p:custDataLst>
              <p:tags r:id="rId7"/>
            </p:custDataLst>
          </p:nvPr>
        </p:nvPicPr>
        <p:blipFill>
          <a:blip r:embed="rId19">
            <a:extLst>
              <a:ext uri="{28A0092B-C50C-407E-A947-70E740481C1C}">
                <a14:useLocalDpi xmlns:a14="http://schemas.microsoft.com/office/drawing/2010/main" val="0"/>
              </a:ext>
            </a:extLst>
          </a:blip>
          <a:stretch>
            <a:fillRect/>
          </a:stretch>
        </p:blipFill>
        <p:spPr bwMode="auto">
          <a:xfrm>
            <a:off x="7253882" y="2227610"/>
            <a:ext cx="1152128" cy="2673099"/>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p:cNvGrpSpPr/>
          <p:nvPr>
            <p:custDataLst>
              <p:tags r:id="rId8"/>
            </p:custDataLst>
          </p:nvPr>
        </p:nvGrpSpPr>
        <p:grpSpPr>
          <a:xfrm>
            <a:off x="396595" y="750434"/>
            <a:ext cx="8747405" cy="3815810"/>
            <a:chOff x="340357" y="704048"/>
            <a:chExt cx="8747405" cy="3815810"/>
          </a:xfrm>
        </p:grpSpPr>
        <p:sp>
          <p:nvSpPr>
            <p:cNvPr id="26" name="Line 7"/>
            <p:cNvSpPr>
              <a:spLocks noChangeShapeType="1"/>
            </p:cNvSpPr>
            <p:nvPr>
              <p:custDataLst>
                <p:tags r:id="rId10"/>
              </p:custDataLst>
            </p:nvPr>
          </p:nvSpPr>
          <p:spPr bwMode="auto">
            <a:xfrm flipV="1">
              <a:off x="340357" y="1368820"/>
              <a:ext cx="8160900" cy="3151038"/>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27" name="Text Box 8"/>
            <p:cNvSpPr txBox="1">
              <a:spLocks noChangeArrowheads="1"/>
            </p:cNvSpPr>
            <p:nvPr>
              <p:custDataLst>
                <p:tags r:id="rId11"/>
              </p:custDataLst>
            </p:nvPr>
          </p:nvSpPr>
          <p:spPr bwMode="auto">
            <a:xfrm>
              <a:off x="8274962" y="704048"/>
              <a:ext cx="812800" cy="61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96" tIns="54448" rIns="108896" bIns="5444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300" i="1"/>
                <a:t>F</a:t>
              </a:r>
              <a:r>
                <a:rPr lang="zh-CN" altLang="en-US" sz="3300" i="1" baseline="-25000"/>
                <a:t>合</a:t>
              </a:r>
              <a:endParaRPr lang="en-US" altLang="zh-CN" sz="3300" i="1" baseline="-25000"/>
            </a:p>
          </p:txBody>
        </p:sp>
      </p:grpSp>
      <p:sp>
        <p:nvSpPr>
          <p:cNvPr id="28" name="圆角矩形标注 27"/>
          <p:cNvSpPr/>
          <p:nvPr>
            <p:custDataLst>
              <p:tags r:id="rId9"/>
            </p:custDataLst>
          </p:nvPr>
        </p:nvSpPr>
        <p:spPr>
          <a:xfrm>
            <a:off x="1372996" y="1059329"/>
            <a:ext cx="2422989" cy="804727"/>
          </a:xfrm>
          <a:prstGeom prst="wedgeRoundRectCallout">
            <a:avLst>
              <a:gd name="adj1" fmla="val 36087"/>
              <a:gd name="adj2" fmla="val 8562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如果超过三个力怎么办？</a:t>
            </a:r>
          </a:p>
        </p:txBody>
      </p:sp>
    </p:spTree>
    <p:extLst>
      <p:ext uri="{BB962C8B-B14F-4D97-AF65-F5344CB8AC3E}">
        <p14:creationId xmlns:p14="http://schemas.microsoft.com/office/powerpoint/2010/main" val="26792906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64" presetClass="path" presetSubtype="0" accel="50000" decel="50000" fill="hold" nodeType="clickEffect">
                                  <p:stCondLst>
                                    <p:cond delay="0"/>
                                  </p:stCondLst>
                                  <p:childTnLst>
                                    <p:animMotion origin="layout" path="M 2.22222E-06 -3.08642E-06 L 0.12916 -0.27685" pathEditMode="relative" rAng="0" ptsTypes="AA">
                                      <p:cBhvr>
                                        <p:cTn id="6" dur="2000" fill="hold"/>
                                        <p:tgtEl>
                                          <p:spTgt spid="4"/>
                                        </p:tgtEl>
                                        <p:attrNameLst>
                                          <p:attrName>ppt_x</p:attrName>
                                          <p:attrName>ppt_y</p:attrName>
                                        </p:attrNameLst>
                                      </p:cBhvr>
                                      <p:rCtr x="6458" y="-13858"/>
                                    </p:animMotion>
                                  </p:childTnLst>
                                </p:cTn>
                              </p:par>
                            </p:childTnLst>
                          </p:cTn>
                        </p:par>
                      </p:childTnLst>
                    </p:cTn>
                  </p:par>
                  <p:par>
                    <p:cTn id="7" fill="hold" nodeType="clickPar">
                      <p:stCondLst>
                        <p:cond delay="indefinite"/>
                      </p:stCondLst>
                      <p:childTnLst>
                        <p:par>
                          <p:cTn id="8" fill="hold" nodeType="afterGroup">
                            <p:stCondLst>
                              <p:cond delay="0"/>
                            </p:stCondLst>
                            <p:childTnLst>
                              <p:par>
                                <p:cTn id="9" presetID="64" presetClass="path" presetSubtype="0" accel="50000" decel="50000" fill="hold" nodeType="clickEffect">
                                  <p:stCondLst>
                                    <p:cond delay="0"/>
                                  </p:stCondLst>
                                  <p:childTnLst>
                                    <p:animMotion origin="layout" path="M -4.44444E-06 -2.96296E-06 L 0.49532 -0.27191" pathEditMode="relative" rAng="0" ptsTypes="AA">
                                      <p:cBhvr>
                                        <p:cTn id="10" dur="2000" fill="hold"/>
                                        <p:tgtEl>
                                          <p:spTgt spid="11"/>
                                        </p:tgtEl>
                                        <p:attrNameLst>
                                          <p:attrName>ppt_x</p:attrName>
                                          <p:attrName>ppt_y</p:attrName>
                                        </p:attrNameLst>
                                      </p:cBhvr>
                                      <p:rCtr x="24757" y="-13611"/>
                                    </p:animMotion>
                                  </p:childTnLst>
                                </p:cTn>
                              </p:par>
                            </p:childTnLst>
                          </p:cTn>
                        </p:par>
                      </p:childTnLst>
                    </p:cTn>
                  </p:par>
                  <p:par>
                    <p:cTn id="11" fill="hold" nodeType="clickPar">
                      <p:stCondLst>
                        <p:cond delay="indefinite"/>
                      </p:stCondLst>
                      <p:childTnLst>
                        <p:par>
                          <p:cTn id="12" fill="hold" nodeType="after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down)">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力的分解</a:t>
            </a:r>
          </a:p>
        </p:txBody>
      </p:sp>
      <p:grpSp>
        <p:nvGrpSpPr>
          <p:cNvPr id="3" name="Group 31"/>
          <p:cNvGrpSpPr/>
          <p:nvPr>
            <p:custDataLst>
              <p:tags r:id="rId2"/>
            </p:custDataLst>
          </p:nvPr>
        </p:nvGrpSpPr>
        <p:grpSpPr>
          <a:xfrm>
            <a:off x="2772258" y="658064"/>
            <a:ext cx="1749134" cy="1406912"/>
            <a:chOff x="192" y="642"/>
            <a:chExt cx="2064" cy="1826"/>
          </a:xfrm>
        </p:grpSpPr>
        <p:pic>
          <p:nvPicPr>
            <p:cNvPr id="4" name="Picture 4"/>
            <p:cNvPicPr>
              <a:picLocks noChangeAspect="1" noChangeArrowheads="1"/>
            </p:cNvPicPr>
            <p:nvPr>
              <p:custDataLst>
                <p:tags r:id="rId33"/>
              </p:custDataLst>
            </p:nvPr>
          </p:nvPicPr>
          <p:blipFill>
            <a:blip r:embed="rId37">
              <a:extLst>
                <a:ext uri="{28A0092B-C50C-407E-A947-70E740481C1C}">
                  <a14:useLocalDpi xmlns:a14="http://schemas.microsoft.com/office/drawing/2010/main" val="0"/>
                </a:ext>
              </a:extLst>
            </a:blip>
            <a:stretch>
              <a:fillRect/>
            </a:stretch>
          </p:blipFill>
          <p:spPr bwMode="auto">
            <a:xfrm>
              <a:off x="192" y="644"/>
              <a:ext cx="2064"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8"/>
            <p:cNvSpPr txBox="1">
              <a:spLocks noChangeArrowheads="1"/>
            </p:cNvSpPr>
            <p:nvPr>
              <p:custDataLst>
                <p:tags r:id="rId34"/>
              </p:custDataLst>
            </p:nvPr>
          </p:nvSpPr>
          <p:spPr bwMode="auto">
            <a:xfrm>
              <a:off x="240" y="720"/>
              <a:ext cx="28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1</a:t>
              </a:r>
            </a:p>
          </p:txBody>
        </p:sp>
        <p:sp>
          <p:nvSpPr>
            <p:cNvPr id="6" name="Text Box 29"/>
            <p:cNvSpPr txBox="1">
              <a:spLocks noChangeArrowheads="1"/>
            </p:cNvSpPr>
            <p:nvPr>
              <p:custDataLst>
                <p:tags r:id="rId35"/>
              </p:custDataLst>
            </p:nvPr>
          </p:nvSpPr>
          <p:spPr bwMode="auto">
            <a:xfrm>
              <a:off x="1536" y="642"/>
              <a:ext cx="28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buFont typeface="Wingdings" pitchFamily="2" charset="2"/>
                <a:buNone/>
              </a:pPr>
              <a:r>
                <a:rPr lang="en-US" altLang="zh-CN" b="1" i="1">
                  <a:latin typeface="Times New Roman" pitchFamily="18" charset="0"/>
                  <a:ea typeface="黑体" pitchFamily="49" charset="-122"/>
                </a:rPr>
                <a:t>F</a:t>
              </a:r>
              <a:r>
                <a:rPr lang="en-US" altLang="zh-CN" b="1" baseline="-25000">
                  <a:latin typeface="Times New Roman" pitchFamily="18" charset="0"/>
                  <a:ea typeface="黑体" pitchFamily="49" charset="-122"/>
                </a:rPr>
                <a:t>2</a:t>
              </a:r>
            </a:p>
          </p:txBody>
        </p:sp>
      </p:grpSp>
      <p:grpSp>
        <p:nvGrpSpPr>
          <p:cNvPr id="7" name="Group 8"/>
          <p:cNvGrpSpPr/>
          <p:nvPr>
            <p:custDataLst>
              <p:tags r:id="rId3"/>
            </p:custDataLst>
          </p:nvPr>
        </p:nvGrpSpPr>
        <p:grpSpPr>
          <a:xfrm>
            <a:off x="7652253" y="571269"/>
            <a:ext cx="1410138" cy="1876560"/>
            <a:chOff x="3101" y="533"/>
            <a:chExt cx="2659" cy="2898"/>
          </a:xfrm>
        </p:grpSpPr>
        <p:pic>
          <p:nvPicPr>
            <p:cNvPr id="8" name="Picture 9"/>
            <p:cNvPicPr>
              <a:picLocks noChangeAspect="1" noChangeArrowheads="1"/>
            </p:cNvPicPr>
            <p:nvPr>
              <p:custDataLst>
                <p:tags r:id="rId31"/>
              </p:custDataLst>
            </p:nvPr>
          </p:nvPicPr>
          <p:blipFill>
            <a:blip r:embed="rId38">
              <a:extLst>
                <a:ext uri="{28A0092B-C50C-407E-A947-70E740481C1C}">
                  <a14:useLocalDpi xmlns:a14="http://schemas.microsoft.com/office/drawing/2010/main" val="0"/>
                </a:ext>
              </a:extLst>
            </a:blip>
            <a:srcRect t="3023" b="7000"/>
            <a:stretch>
              <a:fillRect/>
            </a:stretch>
          </p:blipFill>
          <p:spPr bwMode="auto">
            <a:xfrm>
              <a:off x="3101" y="533"/>
              <a:ext cx="2659" cy="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p:custDataLst>
                <p:tags r:id="rId32"/>
              </p:custDataLst>
            </p:nvPr>
          </p:nvPicPr>
          <p:blipFill>
            <a:blip r:embed="rId39" cstate="print">
              <a:extLst>
                <a:ext uri="{28A0092B-C50C-407E-A947-70E740481C1C}">
                  <a14:useLocalDpi xmlns:a14="http://schemas.microsoft.com/office/drawing/2010/main" val="0"/>
                </a:ext>
              </a:extLst>
            </a:blip>
            <a:stretch>
              <a:fillRect/>
            </a:stretch>
          </p:blipFill>
          <p:spPr bwMode="auto">
            <a:xfrm>
              <a:off x="3334" y="981"/>
              <a:ext cx="14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左箭头 9"/>
          <p:cNvSpPr/>
          <p:nvPr>
            <p:custDataLst>
              <p:tags r:id="rId4"/>
            </p:custDataLst>
          </p:nvPr>
        </p:nvSpPr>
        <p:spPr>
          <a:xfrm>
            <a:off x="4343324" y="503613"/>
            <a:ext cx="3237746" cy="19442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力的分解：</a:t>
            </a:r>
            <a:endParaRPr lang="en-US" altLang="zh-CN" sz="2800"/>
          </a:p>
          <a:p>
            <a:pPr algn="ctr"/>
            <a:r>
              <a:rPr lang="zh-CN" altLang="en-US" sz="2800"/>
              <a:t>求一个力的分力</a:t>
            </a:r>
            <a:endParaRPr lang="en-US" altLang="zh-CN" sz="2800"/>
          </a:p>
        </p:txBody>
      </p:sp>
      <p:grpSp>
        <p:nvGrpSpPr>
          <p:cNvPr id="11" name="Group 31"/>
          <p:cNvGrpSpPr/>
          <p:nvPr>
            <p:custDataLst>
              <p:tags r:id="rId5"/>
            </p:custDataLst>
          </p:nvPr>
        </p:nvGrpSpPr>
        <p:grpSpPr>
          <a:xfrm>
            <a:off x="175948" y="1234748"/>
            <a:ext cx="5002212" cy="3659187"/>
            <a:chOff x="960" y="1344"/>
            <a:chExt cx="3178" cy="2304"/>
          </a:xfrm>
        </p:grpSpPr>
        <p:sp>
          <p:nvSpPr>
            <p:cNvPr id="12" name="Line 32"/>
            <p:cNvSpPr>
              <a:spLocks noChangeShapeType="1"/>
            </p:cNvSpPr>
            <p:nvPr>
              <p:custDataLst>
                <p:tags r:id="rId27"/>
              </p:custDataLst>
            </p:nvPr>
          </p:nvSpPr>
          <p:spPr bwMode="auto">
            <a:xfrm flipV="1">
              <a:off x="960" y="1344"/>
              <a:ext cx="912" cy="115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33"/>
            <p:cNvSpPr>
              <a:spLocks noChangeShapeType="1"/>
            </p:cNvSpPr>
            <p:nvPr>
              <p:custDataLst>
                <p:tags r:id="rId28"/>
              </p:custDataLst>
            </p:nvPr>
          </p:nvSpPr>
          <p:spPr bwMode="auto">
            <a:xfrm>
              <a:off x="1882" y="1344"/>
              <a:ext cx="2256" cy="1152"/>
            </a:xfrm>
            <a:prstGeom prst="line">
              <a:avLst/>
            </a:prstGeom>
            <a:noFill/>
            <a:ln w="19050">
              <a:solidFill>
                <a:srgbClr val="0000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34"/>
            <p:cNvSpPr>
              <a:spLocks noChangeShapeType="1"/>
            </p:cNvSpPr>
            <p:nvPr>
              <p:custDataLst>
                <p:tags r:id="rId29"/>
              </p:custDataLst>
            </p:nvPr>
          </p:nvSpPr>
          <p:spPr bwMode="auto">
            <a:xfrm>
              <a:off x="960" y="2496"/>
              <a:ext cx="2256" cy="115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35"/>
            <p:cNvSpPr>
              <a:spLocks noChangeShapeType="1"/>
            </p:cNvSpPr>
            <p:nvPr>
              <p:custDataLst>
                <p:tags r:id="rId30"/>
              </p:custDataLst>
            </p:nvPr>
          </p:nvSpPr>
          <p:spPr bwMode="auto">
            <a:xfrm flipH="1">
              <a:off x="3216" y="2496"/>
              <a:ext cx="912" cy="1152"/>
            </a:xfrm>
            <a:prstGeom prst="line">
              <a:avLst/>
            </a:prstGeom>
            <a:noFill/>
            <a:ln w="19050">
              <a:solidFill>
                <a:srgbClr val="0000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 name="Group 36"/>
          <p:cNvGrpSpPr/>
          <p:nvPr>
            <p:custDataLst>
              <p:tags r:id="rId6"/>
            </p:custDataLst>
          </p:nvPr>
        </p:nvGrpSpPr>
        <p:grpSpPr>
          <a:xfrm>
            <a:off x="196585" y="2911148"/>
            <a:ext cx="5895975" cy="539750"/>
            <a:chOff x="1152" y="2225"/>
            <a:chExt cx="3840" cy="509"/>
          </a:xfrm>
        </p:grpSpPr>
        <p:sp>
          <p:nvSpPr>
            <p:cNvPr id="17" name="Line 37"/>
            <p:cNvSpPr>
              <a:spLocks noChangeShapeType="1"/>
            </p:cNvSpPr>
            <p:nvPr>
              <p:custDataLst>
                <p:tags r:id="rId25"/>
              </p:custDataLst>
            </p:nvPr>
          </p:nvSpPr>
          <p:spPr bwMode="auto">
            <a:xfrm>
              <a:off x="1152" y="2369"/>
              <a:ext cx="321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Text Box 38"/>
            <p:cNvSpPr txBox="1">
              <a:spLocks noChangeArrowheads="1"/>
            </p:cNvSpPr>
            <p:nvPr>
              <p:custDataLst>
                <p:tags r:id="rId26"/>
              </p:custDataLst>
            </p:nvPr>
          </p:nvSpPr>
          <p:spPr bwMode="auto">
            <a:xfrm>
              <a:off x="4415" y="2225"/>
              <a:ext cx="577"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900" i="1"/>
                <a:t>F</a:t>
              </a:r>
            </a:p>
          </p:txBody>
        </p:sp>
      </p:grpSp>
      <p:grpSp>
        <p:nvGrpSpPr>
          <p:cNvPr id="19" name="Group 74"/>
          <p:cNvGrpSpPr/>
          <p:nvPr>
            <p:custDataLst>
              <p:tags r:id="rId7"/>
            </p:custDataLst>
          </p:nvPr>
        </p:nvGrpSpPr>
        <p:grpSpPr>
          <a:xfrm>
            <a:off x="196585" y="2530148"/>
            <a:ext cx="4981575" cy="1066800"/>
            <a:chOff x="2592" y="1824"/>
            <a:chExt cx="2352" cy="672"/>
          </a:xfrm>
        </p:grpSpPr>
        <p:sp>
          <p:nvSpPr>
            <p:cNvPr id="20" name="Line 63"/>
            <p:cNvSpPr>
              <a:spLocks noChangeShapeType="1"/>
            </p:cNvSpPr>
            <p:nvPr>
              <p:custDataLst>
                <p:tags r:id="rId21"/>
              </p:custDataLst>
            </p:nvPr>
          </p:nvSpPr>
          <p:spPr bwMode="auto">
            <a:xfrm>
              <a:off x="2592" y="2160"/>
              <a:ext cx="1056" cy="336"/>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64"/>
            <p:cNvSpPr>
              <a:spLocks noChangeShapeType="1"/>
            </p:cNvSpPr>
            <p:nvPr>
              <p:custDataLst>
                <p:tags r:id="rId22"/>
              </p:custDataLst>
            </p:nvPr>
          </p:nvSpPr>
          <p:spPr bwMode="auto">
            <a:xfrm flipV="1">
              <a:off x="3600" y="2160"/>
              <a:ext cx="1344" cy="336"/>
            </a:xfrm>
            <a:prstGeom prst="line">
              <a:avLst/>
            </a:prstGeom>
            <a:noFill/>
            <a:ln w="1905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65"/>
            <p:cNvSpPr>
              <a:spLocks noChangeShapeType="1"/>
            </p:cNvSpPr>
            <p:nvPr>
              <p:custDataLst>
                <p:tags r:id="rId23"/>
              </p:custDataLst>
            </p:nvPr>
          </p:nvSpPr>
          <p:spPr bwMode="auto">
            <a:xfrm flipV="1">
              <a:off x="2592" y="1824"/>
              <a:ext cx="1536" cy="336"/>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66"/>
            <p:cNvSpPr>
              <a:spLocks noChangeShapeType="1"/>
            </p:cNvSpPr>
            <p:nvPr>
              <p:custDataLst>
                <p:tags r:id="rId24"/>
              </p:custDataLst>
            </p:nvPr>
          </p:nvSpPr>
          <p:spPr bwMode="auto">
            <a:xfrm>
              <a:off x="4128" y="1824"/>
              <a:ext cx="720" cy="288"/>
            </a:xfrm>
            <a:prstGeom prst="line">
              <a:avLst/>
            </a:prstGeom>
            <a:noFill/>
            <a:ln w="1905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4" name="Group 82"/>
          <p:cNvGrpSpPr/>
          <p:nvPr>
            <p:custDataLst>
              <p:tags r:id="rId8"/>
            </p:custDataLst>
          </p:nvPr>
        </p:nvGrpSpPr>
        <p:grpSpPr>
          <a:xfrm>
            <a:off x="228335" y="2088823"/>
            <a:ext cx="4906963" cy="1920875"/>
            <a:chOff x="2607" y="1727"/>
            <a:chExt cx="2317" cy="1210"/>
          </a:xfrm>
        </p:grpSpPr>
        <p:sp>
          <p:nvSpPr>
            <p:cNvPr id="25" name="Line 67"/>
            <p:cNvSpPr>
              <a:spLocks noChangeShapeType="1"/>
            </p:cNvSpPr>
            <p:nvPr>
              <p:custDataLst>
                <p:tags r:id="rId17"/>
              </p:custDataLst>
            </p:nvPr>
          </p:nvSpPr>
          <p:spPr bwMode="auto">
            <a:xfrm flipV="1">
              <a:off x="2607" y="1727"/>
              <a:ext cx="1591" cy="602"/>
            </a:xfrm>
            <a:prstGeom prst="line">
              <a:avLst/>
            </a:prstGeom>
            <a:noFill/>
            <a:ln w="38100">
              <a:solidFill>
                <a:schemeClr val="fo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68"/>
            <p:cNvSpPr>
              <a:spLocks noChangeShapeType="1"/>
            </p:cNvSpPr>
            <p:nvPr>
              <p:custDataLst>
                <p:tags r:id="rId18"/>
              </p:custDataLst>
            </p:nvPr>
          </p:nvSpPr>
          <p:spPr bwMode="auto">
            <a:xfrm>
              <a:off x="2625" y="2332"/>
              <a:ext cx="672" cy="576"/>
            </a:xfrm>
            <a:prstGeom prst="line">
              <a:avLst/>
            </a:prstGeom>
            <a:noFill/>
            <a:ln w="38100">
              <a:solidFill>
                <a:schemeClr val="fo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69"/>
            <p:cNvSpPr>
              <a:spLocks noChangeShapeType="1"/>
            </p:cNvSpPr>
            <p:nvPr>
              <p:custDataLst>
                <p:tags r:id="rId19"/>
              </p:custDataLst>
            </p:nvPr>
          </p:nvSpPr>
          <p:spPr bwMode="auto">
            <a:xfrm>
              <a:off x="4186" y="1764"/>
              <a:ext cx="720" cy="576"/>
            </a:xfrm>
            <a:prstGeom prst="line">
              <a:avLst/>
            </a:prstGeom>
            <a:noFill/>
            <a:ln w="28575">
              <a:solidFill>
                <a:schemeClr val="folHlink"/>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70"/>
            <p:cNvSpPr>
              <a:spLocks noChangeShapeType="1"/>
            </p:cNvSpPr>
            <p:nvPr>
              <p:custDataLst>
                <p:tags r:id="rId20"/>
              </p:custDataLst>
            </p:nvPr>
          </p:nvSpPr>
          <p:spPr bwMode="auto">
            <a:xfrm flipV="1">
              <a:off x="3282" y="2320"/>
              <a:ext cx="1642" cy="617"/>
            </a:xfrm>
            <a:prstGeom prst="line">
              <a:avLst/>
            </a:prstGeom>
            <a:noFill/>
            <a:ln w="28575">
              <a:solidFill>
                <a:schemeClr val="folHlink"/>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9" name="Text Box 75"/>
          <p:cNvSpPr txBox="1">
            <a:spLocks noChangeArrowheads="1"/>
          </p:cNvSpPr>
          <p:nvPr>
            <p:custDataLst>
              <p:tags r:id="rId9"/>
            </p:custDataLst>
          </p:nvPr>
        </p:nvSpPr>
        <p:spPr bwMode="auto">
          <a:xfrm>
            <a:off x="785548" y="1023610"/>
            <a:ext cx="592137"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1</a:t>
            </a:r>
          </a:p>
        </p:txBody>
      </p:sp>
      <p:sp>
        <p:nvSpPr>
          <p:cNvPr id="30" name="Text Box 76"/>
          <p:cNvSpPr txBox="1">
            <a:spLocks noChangeArrowheads="1"/>
          </p:cNvSpPr>
          <p:nvPr>
            <p:custDataLst>
              <p:tags r:id="rId10"/>
            </p:custDataLst>
          </p:nvPr>
        </p:nvSpPr>
        <p:spPr bwMode="auto">
          <a:xfrm>
            <a:off x="2331773" y="4206548"/>
            <a:ext cx="592137"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2</a:t>
            </a:r>
          </a:p>
        </p:txBody>
      </p:sp>
      <p:sp>
        <p:nvSpPr>
          <p:cNvPr id="31" name="Text Box 77"/>
          <p:cNvSpPr txBox="1">
            <a:spLocks noChangeArrowheads="1"/>
          </p:cNvSpPr>
          <p:nvPr>
            <p:custDataLst>
              <p:tags r:id="rId11"/>
            </p:custDataLst>
          </p:nvPr>
        </p:nvSpPr>
        <p:spPr bwMode="auto">
          <a:xfrm>
            <a:off x="3957373" y="1387148"/>
            <a:ext cx="592137"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1</a:t>
            </a:r>
          </a:p>
        </p:txBody>
      </p:sp>
      <p:sp>
        <p:nvSpPr>
          <p:cNvPr id="32" name="Text Box 78"/>
          <p:cNvSpPr txBox="1">
            <a:spLocks noChangeArrowheads="1"/>
          </p:cNvSpPr>
          <p:nvPr>
            <p:custDataLst>
              <p:tags r:id="rId12"/>
            </p:custDataLst>
          </p:nvPr>
        </p:nvSpPr>
        <p:spPr bwMode="auto">
          <a:xfrm>
            <a:off x="602985" y="3520748"/>
            <a:ext cx="592138"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2</a:t>
            </a:r>
          </a:p>
        </p:txBody>
      </p:sp>
      <p:sp>
        <p:nvSpPr>
          <p:cNvPr id="33" name="Text Box 79"/>
          <p:cNvSpPr txBox="1">
            <a:spLocks noChangeArrowheads="1"/>
          </p:cNvSpPr>
          <p:nvPr>
            <p:custDataLst>
              <p:tags r:id="rId13"/>
            </p:custDataLst>
          </p:nvPr>
        </p:nvSpPr>
        <p:spPr bwMode="auto">
          <a:xfrm>
            <a:off x="2839773" y="2149148"/>
            <a:ext cx="592137"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1</a:t>
            </a:r>
          </a:p>
        </p:txBody>
      </p:sp>
      <p:sp>
        <p:nvSpPr>
          <p:cNvPr id="34" name="Text Box 80"/>
          <p:cNvSpPr txBox="1">
            <a:spLocks noChangeArrowheads="1"/>
          </p:cNvSpPr>
          <p:nvPr>
            <p:custDataLst>
              <p:tags r:id="rId14"/>
            </p:custDataLst>
          </p:nvPr>
        </p:nvSpPr>
        <p:spPr bwMode="auto">
          <a:xfrm>
            <a:off x="1722173" y="3063548"/>
            <a:ext cx="59055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2</a:t>
            </a:r>
          </a:p>
        </p:txBody>
      </p:sp>
      <p:pic>
        <p:nvPicPr>
          <p:cNvPr id="35" name="Picture 3" descr="C:\Users\X\AppData\Local\Temp\Rar$DRa5616.943\1655378840080.png"/>
          <p:cNvPicPr>
            <a:picLocks noChangeAspect="1" noChangeArrowheads="1"/>
          </p:cNvPicPr>
          <p:nvPr>
            <p:custDataLst>
              <p:tags r:id="rId15"/>
            </p:custDataLst>
          </p:nvPr>
        </p:nvPicPr>
        <p:blipFill>
          <a:blip r:embed="rId40"/>
          <a:stretch>
            <a:fillRect/>
          </a:stretch>
        </p:blipFill>
        <p:spPr bwMode="auto">
          <a:xfrm>
            <a:off x="7463985" y="2672442"/>
            <a:ext cx="1680015" cy="2385394"/>
          </a:xfrm>
          <a:prstGeom prst="rect">
            <a:avLst/>
          </a:prstGeom>
          <a:noFill/>
        </p:spPr>
      </p:pic>
      <p:sp>
        <p:nvSpPr>
          <p:cNvPr id="36" name="圆角矩形标注 35"/>
          <p:cNvSpPr/>
          <p:nvPr>
            <p:custDataLst>
              <p:tags r:id="rId16"/>
            </p:custDataLst>
          </p:nvPr>
        </p:nvSpPr>
        <p:spPr>
          <a:xfrm>
            <a:off x="5598070" y="2232829"/>
            <a:ext cx="2148757" cy="1051838"/>
          </a:xfrm>
          <a:prstGeom prst="wedgeRoundRectCallout">
            <a:avLst>
              <a:gd name="adj1" fmla="val 46016"/>
              <a:gd name="adj2" fmla="val 8978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已知一个合力，可以画几个平行四边形？</a:t>
            </a:r>
          </a:p>
        </p:txBody>
      </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down)">
                                      <p:cBhvr>
                                        <p:cTn id="11" dur="500"/>
                                        <p:tgtEl>
                                          <p:spTgt spid="36"/>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11"/>
                                        </p:tgtEl>
                                        <p:attrNameLst>
                                          <p:attrName>style.visibility</p:attrName>
                                        </p:attrNameLst>
                                      </p:cBhvr>
                                      <p:to>
                                        <p:strVal val="visible"/>
                                      </p:to>
                                    </p:set>
                                  </p:childTnLst>
                                </p:cTn>
                              </p:par>
                            </p:childTnLst>
                          </p:cTn>
                        </p:par>
                        <p:par>
                          <p:cTn id="16" fill="hold" nodeType="afterGroup">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par>
                          <p:cTn id="19" fill="hold" nodeType="afterGroup">
                            <p:stCondLst>
                              <p:cond delay="501"/>
                            </p:stCondLst>
                            <p:childTnLst>
                              <p:par>
                                <p:cTn id="20" presetID="1" presetClass="entr" presetSubtype="0"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after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afterGroup">
                            <p:stCondLst>
                              <p:cond delay="0"/>
                            </p:stCondLst>
                            <p:childTnLst>
                              <p:par>
                                <p:cTn id="32" presetID="1"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4" grpId="0"/>
      <p:bldP spid="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正交分解</a:t>
            </a:r>
          </a:p>
        </p:txBody>
      </p:sp>
      <p:grpSp>
        <p:nvGrpSpPr>
          <p:cNvPr id="4" name="Group 36"/>
          <p:cNvGrpSpPr/>
          <p:nvPr>
            <p:custDataLst>
              <p:tags r:id="rId2"/>
            </p:custDataLst>
          </p:nvPr>
        </p:nvGrpSpPr>
        <p:grpSpPr>
          <a:xfrm>
            <a:off x="348894" y="952896"/>
            <a:ext cx="508000" cy="4116388"/>
            <a:chOff x="3360" y="960"/>
            <a:chExt cx="240" cy="2592"/>
          </a:xfrm>
        </p:grpSpPr>
        <p:sp>
          <p:nvSpPr>
            <p:cNvPr id="5" name="Line 29"/>
            <p:cNvSpPr>
              <a:spLocks noChangeShapeType="1"/>
            </p:cNvSpPr>
            <p:nvPr>
              <p:custDataLst>
                <p:tags r:id="rId22"/>
              </p:custDataLst>
            </p:nvPr>
          </p:nvSpPr>
          <p:spPr bwMode="auto">
            <a:xfrm flipH="1" flipV="1">
              <a:off x="3600" y="1152"/>
              <a:ext cx="0" cy="2400"/>
            </a:xfrm>
            <a:prstGeom prst="line">
              <a:avLst/>
            </a:prstGeom>
            <a:noFill/>
            <a:ln w="57150">
              <a:solidFill>
                <a:srgbClr val="000000"/>
              </a:solidFill>
              <a:round/>
              <a:tailEnd type="triangle" w="med" len="med"/>
            </a:ln>
          </p:spPr>
          <p:txBody>
            <a:bodyPr/>
            <a:lstStyle/>
            <a:p>
              <a:endParaRPr lang="zh-CN" altLang="en-US">
                <a:latin typeface="Comic Sans MS" pitchFamily="66" charset="0"/>
              </a:endParaRPr>
            </a:p>
          </p:txBody>
        </p:sp>
        <p:sp>
          <p:nvSpPr>
            <p:cNvPr id="6" name="Text Box 34"/>
            <p:cNvSpPr txBox="1">
              <a:spLocks noChangeArrowheads="1"/>
            </p:cNvSpPr>
            <p:nvPr>
              <p:custDataLst>
                <p:tags r:id="rId23"/>
              </p:custDataLst>
            </p:nvPr>
          </p:nvSpPr>
          <p:spPr bwMode="auto">
            <a:xfrm>
              <a:off x="3360" y="960"/>
              <a:ext cx="165" cy="339"/>
            </a:xfrm>
            <a:prstGeom prst="rect">
              <a:avLst/>
            </a:prstGeom>
            <a:noFill/>
            <a:ln w="9525">
              <a:noFill/>
              <a:miter lim="800000"/>
            </a:ln>
          </p:spPr>
          <p:txBody>
            <a:bodyPr wrap="none">
              <a:spAutoFit/>
            </a:bodyPr>
            <a:lstStyle/>
            <a:p>
              <a:pPr indent="-342900">
                <a:spcBef>
                  <a:spcPct val="20000"/>
                </a:spcBef>
                <a:buFont typeface="Wingdings" pitchFamily="2" charset="2"/>
                <a:buNone/>
              </a:pPr>
              <a:r>
                <a:rPr lang="en-US" altLang="zh-CN" sz="2900" b="1" i="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y</a:t>
              </a:r>
            </a:p>
          </p:txBody>
        </p:sp>
      </p:grpSp>
      <p:grpSp>
        <p:nvGrpSpPr>
          <p:cNvPr id="7" name="Group 37"/>
          <p:cNvGrpSpPr/>
          <p:nvPr>
            <p:custDataLst>
              <p:tags r:id="rId3"/>
            </p:custDataLst>
          </p:nvPr>
        </p:nvGrpSpPr>
        <p:grpSpPr>
          <a:xfrm>
            <a:off x="167506" y="3345259"/>
            <a:ext cx="4858162" cy="608013"/>
            <a:chOff x="3274" y="2467"/>
            <a:chExt cx="2294" cy="383"/>
          </a:xfrm>
        </p:grpSpPr>
        <p:sp>
          <p:nvSpPr>
            <p:cNvPr id="8" name="Line 28"/>
            <p:cNvSpPr>
              <a:spLocks noChangeShapeType="1"/>
            </p:cNvSpPr>
            <p:nvPr>
              <p:custDataLst>
                <p:tags r:id="rId20"/>
              </p:custDataLst>
            </p:nvPr>
          </p:nvSpPr>
          <p:spPr bwMode="auto">
            <a:xfrm>
              <a:off x="3274" y="2467"/>
              <a:ext cx="2294" cy="29"/>
            </a:xfrm>
            <a:prstGeom prst="line">
              <a:avLst/>
            </a:prstGeom>
            <a:noFill/>
            <a:ln w="57150">
              <a:solidFill>
                <a:srgbClr val="000000"/>
              </a:solidFill>
              <a:round/>
              <a:tailEnd type="triangle" w="med" len="med"/>
            </a:ln>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Text Box 33"/>
            <p:cNvSpPr txBox="1">
              <a:spLocks noChangeArrowheads="1"/>
            </p:cNvSpPr>
            <p:nvPr>
              <p:custDataLst>
                <p:tags r:id="rId21"/>
              </p:custDataLst>
            </p:nvPr>
          </p:nvSpPr>
          <p:spPr bwMode="auto">
            <a:xfrm>
              <a:off x="5321" y="2511"/>
              <a:ext cx="175" cy="339"/>
            </a:xfrm>
            <a:prstGeom prst="rect">
              <a:avLst/>
            </a:prstGeom>
            <a:noFill/>
            <a:ln w="9525">
              <a:noFill/>
              <a:miter lim="800000"/>
            </a:ln>
          </p:spPr>
          <p:txBody>
            <a:bodyPr wrap="none">
              <a:spAutoFit/>
            </a:bodyPr>
            <a:lstStyle/>
            <a:p>
              <a:pPr marL="342900" indent="-342900">
                <a:spcBef>
                  <a:spcPct val="20000"/>
                </a:spcBef>
                <a:buFont typeface="Wingdings" pitchFamily="2" charset="2"/>
                <a:buNone/>
              </a:pPr>
              <a:r>
                <a:rPr lang="en-US" altLang="zh-CN" sz="2900" b="1" i="1">
                  <a:latin typeface="Times New Roman" panose="02020603050405020304" pitchFamily="18" charset="0"/>
                  <a:ea typeface="黑体" panose="02010609060101010101" pitchFamily="49" charset="-122"/>
                  <a:cs typeface="Times New Roman" panose="02020603050405020304" pitchFamily="18" charset="0"/>
                </a:rPr>
                <a:t>x</a:t>
              </a:r>
            </a:p>
          </p:txBody>
        </p:sp>
      </p:grpSp>
      <p:sp>
        <p:nvSpPr>
          <p:cNvPr id="10" name="Rectangle 2"/>
          <p:cNvSpPr>
            <a:spLocks noChangeArrowheads="1"/>
          </p:cNvSpPr>
          <p:nvPr>
            <p:custDataLst>
              <p:tags r:id="rId4"/>
            </p:custDataLst>
          </p:nvPr>
        </p:nvSpPr>
        <p:spPr bwMode="auto">
          <a:xfrm>
            <a:off x="5074916" y="1310086"/>
            <a:ext cx="3354388" cy="762000"/>
          </a:xfrm>
          <a:prstGeom prst="rect">
            <a:avLst/>
          </a:prstGeom>
        </p:spPr>
        <p:style>
          <a:lnRef idx="3">
            <a:schemeClr val="lt1"/>
          </a:lnRef>
          <a:fillRef idx="1">
            <a:schemeClr val="accent1"/>
          </a:fillRef>
          <a:effectRef idx="1">
            <a:schemeClr val="accent1"/>
          </a:effectRef>
          <a:fontRef idx="minor">
            <a:schemeClr val="lt1"/>
          </a:fontRef>
        </p:style>
        <p:txBody>
          <a:bodyPr wrap="none" lIns="108896" tIns="54448" rIns="108896" bIns="54448" anchor="ctr"/>
          <a:lstStyle/>
          <a:p>
            <a:pPr algn="ctr"/>
            <a:r>
              <a:rPr lang="zh-CN" altLang="en-US" sz="2900">
                <a:latin typeface="微软雅黑" pitchFamily="34" charset="-122"/>
                <a:ea typeface="微软雅黑" pitchFamily="34" charset="-122"/>
              </a:rPr>
              <a:t>正交分解步骤</a:t>
            </a:r>
            <a:r>
              <a:rPr lang="zh-CN" altLang="en-US" sz="3300">
                <a:latin typeface="微软雅黑" pitchFamily="34" charset="-122"/>
                <a:ea typeface="微软雅黑" pitchFamily="34" charset="-122"/>
              </a:rPr>
              <a:t>：</a:t>
            </a:r>
          </a:p>
        </p:txBody>
      </p:sp>
      <p:sp>
        <p:nvSpPr>
          <p:cNvPr id="11" name="Text Box 5"/>
          <p:cNvSpPr txBox="1">
            <a:spLocks noChangeArrowheads="1"/>
          </p:cNvSpPr>
          <p:nvPr>
            <p:custDataLst>
              <p:tags r:id="rId5"/>
            </p:custDataLst>
          </p:nvPr>
        </p:nvSpPr>
        <p:spPr bwMode="auto">
          <a:xfrm>
            <a:off x="5025668" y="2440160"/>
            <a:ext cx="2760679" cy="417736"/>
          </a:xfrm>
          <a:prstGeom prst="rect">
            <a:avLst/>
          </a:prstGeom>
          <a:noFill/>
          <a:ln w="9525">
            <a:noFill/>
            <a:miter lim="800000"/>
          </a:ln>
        </p:spPr>
        <p:txBody>
          <a:bodyPr wrap="none" lIns="108896" tIns="54448" rIns="108896" bIns="54448">
            <a:spAutoFit/>
          </a:bodyPr>
          <a:lstStyle/>
          <a:p>
            <a:r>
              <a:rPr lang="zh-CN" altLang="en-US" sz="2000" dirty="0">
                <a:latin typeface="Comic Sans MS" pitchFamily="66" charset="0"/>
                <a:ea typeface="微软雅黑" pitchFamily="34" charset="-122"/>
              </a:rPr>
              <a:t>①建立</a:t>
            </a:r>
            <a:r>
              <a:rPr lang="en-US" altLang="zh-CN" sz="2000" i="1" dirty="0" err="1">
                <a:latin typeface="Comic Sans MS" pitchFamily="66" charset="0"/>
                <a:ea typeface="微软雅黑" pitchFamily="34" charset="-122"/>
              </a:rPr>
              <a:t>xOy</a:t>
            </a:r>
            <a:r>
              <a:rPr lang="zh-CN" altLang="en-US" sz="2000" dirty="0">
                <a:latin typeface="Comic Sans MS" pitchFamily="66" charset="0"/>
                <a:ea typeface="微软雅黑" pitchFamily="34" charset="-122"/>
              </a:rPr>
              <a:t>直角坐标系</a:t>
            </a:r>
          </a:p>
        </p:txBody>
      </p:sp>
      <p:sp>
        <p:nvSpPr>
          <p:cNvPr id="12" name="Text Box 6"/>
          <p:cNvSpPr txBox="1">
            <a:spLocks noChangeArrowheads="1"/>
          </p:cNvSpPr>
          <p:nvPr>
            <p:custDataLst>
              <p:tags r:id="rId6"/>
            </p:custDataLst>
          </p:nvPr>
        </p:nvSpPr>
        <p:spPr bwMode="auto">
          <a:xfrm>
            <a:off x="5054275" y="3297416"/>
            <a:ext cx="4471987" cy="417736"/>
          </a:xfrm>
          <a:prstGeom prst="rect">
            <a:avLst/>
          </a:prstGeom>
          <a:noFill/>
          <a:ln w="9525">
            <a:noFill/>
            <a:miter lim="800000"/>
          </a:ln>
        </p:spPr>
        <p:txBody>
          <a:bodyPr lIns="108896" tIns="54448" rIns="108896" bIns="54448">
            <a:spAutoFit/>
          </a:bodyPr>
          <a:lstStyle/>
          <a:p>
            <a:r>
              <a:rPr lang="zh-CN" altLang="en-US" sz="2000" dirty="0">
                <a:latin typeface="Comic Sans MS" pitchFamily="66" charset="0"/>
                <a:ea typeface="微软雅黑" pitchFamily="34" charset="-122"/>
              </a:rPr>
              <a:t>②分别向坐标轴做垂线</a:t>
            </a:r>
          </a:p>
        </p:txBody>
      </p:sp>
      <p:sp>
        <p:nvSpPr>
          <p:cNvPr id="13" name="Line 19"/>
          <p:cNvSpPr>
            <a:spLocks noChangeShapeType="1"/>
          </p:cNvSpPr>
          <p:nvPr>
            <p:custDataLst>
              <p:tags r:id="rId7"/>
            </p:custDataLst>
          </p:nvPr>
        </p:nvSpPr>
        <p:spPr bwMode="auto">
          <a:xfrm>
            <a:off x="1026757" y="2064146"/>
            <a:ext cx="2217737" cy="3175"/>
          </a:xfrm>
          <a:prstGeom prst="line">
            <a:avLst/>
          </a:prstGeom>
          <a:noFill/>
          <a:ln w="38100">
            <a:solidFill>
              <a:schemeClr val="tx1"/>
            </a:solidFill>
            <a:prstDash val="dash"/>
            <a:round/>
          </a:ln>
        </p:spPr>
        <p:txBody>
          <a:bodyPr lIns="108896" tIns="54448" rIns="108896" bIns="54448"/>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Line 20"/>
          <p:cNvSpPr>
            <a:spLocks noChangeShapeType="1"/>
          </p:cNvSpPr>
          <p:nvPr>
            <p:custDataLst>
              <p:tags r:id="rId8"/>
            </p:custDataLst>
          </p:nvPr>
        </p:nvSpPr>
        <p:spPr bwMode="auto">
          <a:xfrm flipH="1">
            <a:off x="3633432" y="2183209"/>
            <a:ext cx="0" cy="1162050"/>
          </a:xfrm>
          <a:prstGeom prst="line">
            <a:avLst/>
          </a:prstGeom>
          <a:noFill/>
          <a:ln w="38100">
            <a:solidFill>
              <a:schemeClr val="tx1"/>
            </a:solidFill>
            <a:prstDash val="dash"/>
            <a:round/>
          </a:ln>
        </p:spPr>
        <p:txBody>
          <a:bodyPr lIns="108896" tIns="54448" rIns="108896" bIns="54448"/>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Line 22"/>
          <p:cNvSpPr>
            <a:spLocks noChangeShapeType="1"/>
          </p:cNvSpPr>
          <p:nvPr>
            <p:custDataLst>
              <p:tags r:id="rId9"/>
            </p:custDataLst>
          </p:nvPr>
        </p:nvSpPr>
        <p:spPr bwMode="auto">
          <a:xfrm flipV="1">
            <a:off x="874357" y="2021284"/>
            <a:ext cx="2732087" cy="1260475"/>
          </a:xfrm>
          <a:prstGeom prst="line">
            <a:avLst/>
          </a:prstGeom>
          <a:noFill/>
          <a:ln w="57150">
            <a:solidFill>
              <a:srgbClr val="FF3300"/>
            </a:solidFill>
            <a:round/>
            <a:tailEnd type="stealth" w="med" len="med"/>
          </a:ln>
        </p:spPr>
        <p:txBody>
          <a:bodyPr lIns="108896" tIns="54448" rIns="108896" bIns="54448"/>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Rectangle 23"/>
          <p:cNvSpPr>
            <a:spLocks noChangeArrowheads="1"/>
          </p:cNvSpPr>
          <p:nvPr>
            <p:custDataLst>
              <p:tags r:id="rId10"/>
            </p:custDataLst>
          </p:nvPr>
        </p:nvSpPr>
        <p:spPr bwMode="auto">
          <a:xfrm>
            <a:off x="3612794" y="1492646"/>
            <a:ext cx="468385" cy="556235"/>
          </a:xfrm>
          <a:prstGeom prst="rect">
            <a:avLst/>
          </a:prstGeom>
          <a:noFill/>
          <a:ln w="9525">
            <a:noFill/>
            <a:miter lim="800000"/>
          </a:ln>
        </p:spPr>
        <p:txBody>
          <a:bodyPr wrap="none" lIns="108896" tIns="54448" rIns="108896" bIns="54448">
            <a:spAutoFit/>
          </a:bodyPr>
          <a:lstStyle/>
          <a:p>
            <a:r>
              <a:rPr lang="en-US" altLang="zh-CN" sz="2900" b="1" i="1" dirty="0">
                <a:solidFill>
                  <a:srgbClr val="FF3300"/>
                </a:solidFill>
                <a:latin typeface="Times New Roman" panose="02020603050405020304" pitchFamily="18" charset="0"/>
                <a:ea typeface="黑体" panose="02010609060101010101" pitchFamily="49" charset="-122"/>
                <a:cs typeface="Times New Roman" panose="02020603050405020304" pitchFamily="18" charset="0"/>
              </a:rPr>
              <a:t>F</a:t>
            </a:r>
          </a:p>
        </p:txBody>
      </p:sp>
      <p:sp>
        <p:nvSpPr>
          <p:cNvPr id="17" name="Rectangle 26"/>
          <p:cNvSpPr>
            <a:spLocks noChangeArrowheads="1"/>
          </p:cNvSpPr>
          <p:nvPr>
            <p:custDataLst>
              <p:tags r:id="rId11"/>
            </p:custDataLst>
          </p:nvPr>
        </p:nvSpPr>
        <p:spPr bwMode="auto">
          <a:xfrm>
            <a:off x="1772882" y="2857896"/>
            <a:ext cx="340145" cy="386958"/>
          </a:xfrm>
          <a:prstGeom prst="rect">
            <a:avLst/>
          </a:prstGeom>
          <a:noFill/>
          <a:ln w="9525">
            <a:noFill/>
            <a:miter lim="800000"/>
          </a:ln>
        </p:spPr>
        <p:txBody>
          <a:bodyPr wrap="none" lIns="108896" tIns="54448" rIns="108896" bIns="54448">
            <a:spAutoFit/>
          </a:bodyPr>
          <a:lstStyle/>
          <a:p>
            <a:r>
              <a:rPr kumimoji="1" lang="en-US" altLang="zh-CN" b="1" i="1" dirty="0">
                <a:latin typeface="Times New Roman" panose="02020603050405020304" pitchFamily="18" charset="0"/>
                <a:ea typeface="黑体" panose="02010609060101010101" pitchFamily="49" charset="-122"/>
                <a:cs typeface="Times New Roman" panose="02020603050405020304" pitchFamily="18" charset="0"/>
                <a:sym typeface="Symbol" pitchFamily="18" charset="2"/>
              </a:rPr>
              <a:t>θ</a:t>
            </a:r>
          </a:p>
        </p:txBody>
      </p:sp>
      <p:sp>
        <p:nvSpPr>
          <p:cNvPr id="18" name="Freeform 27"/>
          <p:cNvSpPr/>
          <p:nvPr>
            <p:custDataLst>
              <p:tags r:id="rId12"/>
            </p:custDataLst>
          </p:nvPr>
        </p:nvSpPr>
        <p:spPr bwMode="auto">
          <a:xfrm>
            <a:off x="1662819" y="2911077"/>
            <a:ext cx="209015" cy="457201"/>
          </a:xfrm>
          <a:custGeom>
            <a:avLst/>
            <a:gdLst>
              <a:gd name="T0" fmla="*/ 0 w 104"/>
              <a:gd name="T1" fmla="*/ 0 h 144"/>
              <a:gd name="T2" fmla="*/ 2147483647 w 104"/>
              <a:gd name="T3" fmla="*/ 2147483647 h 144"/>
              <a:gd name="T4" fmla="*/ 2147483647 w 104"/>
              <a:gd name="T5" fmla="*/ 2147483647 h 144"/>
              <a:gd name="T6" fmla="*/ 0 60000 65536"/>
              <a:gd name="T7" fmla="*/ 0 60000 65536"/>
              <a:gd name="T8" fmla="*/ 0 60000 65536"/>
              <a:gd name="T9" fmla="*/ 0 w 104"/>
              <a:gd name="T10" fmla="*/ 0 h 144"/>
              <a:gd name="T11" fmla="*/ 104 w 104"/>
              <a:gd name="T12" fmla="*/ 144 h 144"/>
            </a:gdLst>
            <a:ahLst/>
            <a:cxnLst>
              <a:cxn ang="T6">
                <a:pos x="T0" y="T1"/>
              </a:cxn>
              <a:cxn ang="T7">
                <a:pos x="T2" y="T3"/>
              </a:cxn>
              <a:cxn ang="T8">
                <a:pos x="T4" y="T5"/>
              </a:cxn>
            </a:cxnLst>
            <a:rect l="T9" t="T10" r="T11" b="T12"/>
            <a:pathLst>
              <a:path w="104" h="144">
                <a:moveTo>
                  <a:pt x="0" y="0"/>
                </a:moveTo>
                <a:cubicBezTo>
                  <a:pt x="44" y="12"/>
                  <a:pt x="88" y="24"/>
                  <a:pt x="96" y="48"/>
                </a:cubicBezTo>
                <a:cubicBezTo>
                  <a:pt x="104" y="72"/>
                  <a:pt x="56" y="128"/>
                  <a:pt x="48" y="144"/>
                </a:cubicBezTo>
              </a:path>
            </a:pathLst>
          </a:custGeom>
          <a:noFill/>
          <a:ln w="38100">
            <a:solidFill>
              <a:schemeClr val="accent2"/>
            </a:solidFill>
            <a:round/>
          </a:ln>
        </p:spPr>
        <p:txBody>
          <a:bodyPr lIns="108896" tIns="54448" rIns="108896" bIns="54448"/>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Line 24"/>
          <p:cNvSpPr>
            <a:spLocks noChangeShapeType="1"/>
          </p:cNvSpPr>
          <p:nvPr>
            <p:custDataLst>
              <p:tags r:id="rId13"/>
            </p:custDataLst>
          </p:nvPr>
        </p:nvSpPr>
        <p:spPr bwMode="auto">
          <a:xfrm>
            <a:off x="856894" y="3342084"/>
            <a:ext cx="2947988" cy="49212"/>
          </a:xfrm>
          <a:prstGeom prst="line">
            <a:avLst/>
          </a:prstGeom>
          <a:noFill/>
          <a:ln w="76200">
            <a:solidFill>
              <a:srgbClr val="0000FF"/>
            </a:solidFill>
            <a:round/>
            <a:tailEnd type="stealth" w="med" len="med"/>
          </a:ln>
        </p:spPr>
        <p:txBody>
          <a:bodyPr lIns="108896" tIns="54448" rIns="108896" bIns="54448"/>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Line 25"/>
          <p:cNvSpPr>
            <a:spLocks noChangeShapeType="1"/>
          </p:cNvSpPr>
          <p:nvPr>
            <p:custDataLst>
              <p:tags r:id="rId14"/>
            </p:custDataLst>
          </p:nvPr>
        </p:nvSpPr>
        <p:spPr bwMode="auto">
          <a:xfrm flipH="1" flipV="1">
            <a:off x="863244" y="1978421"/>
            <a:ext cx="0" cy="1366838"/>
          </a:xfrm>
          <a:prstGeom prst="line">
            <a:avLst/>
          </a:prstGeom>
          <a:noFill/>
          <a:ln w="76200">
            <a:solidFill>
              <a:srgbClr val="0000FF"/>
            </a:solidFill>
            <a:round/>
            <a:tailEnd type="stealth" w="med" len="med"/>
          </a:ln>
        </p:spPr>
        <p:txBody>
          <a:bodyPr lIns="108896" tIns="54448" rIns="108896" bIns="54448"/>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Rectangle 30"/>
          <p:cNvSpPr>
            <a:spLocks noChangeArrowheads="1"/>
          </p:cNvSpPr>
          <p:nvPr>
            <p:custDataLst>
              <p:tags r:id="rId15"/>
            </p:custDataLst>
          </p:nvPr>
        </p:nvSpPr>
        <p:spPr bwMode="auto">
          <a:xfrm>
            <a:off x="3195282" y="3391296"/>
            <a:ext cx="1155700" cy="557213"/>
          </a:xfrm>
          <a:prstGeom prst="rect">
            <a:avLst/>
          </a:prstGeom>
          <a:noFill/>
          <a:ln w="9525">
            <a:noFill/>
            <a:miter lim="800000"/>
          </a:ln>
        </p:spPr>
        <p:txBody>
          <a:bodyPr lIns="108896" tIns="54448" rIns="108896" bIns="54448">
            <a:spAutoFit/>
          </a:bodyPr>
          <a:lstStyle/>
          <a:p>
            <a:r>
              <a:rPr lang="en-US" altLang="zh-CN" sz="2900" b="1" i="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900" b="1" i="1" baseline="-2500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x</a:t>
            </a:r>
          </a:p>
        </p:txBody>
      </p:sp>
      <p:sp>
        <p:nvSpPr>
          <p:cNvPr id="22" name="Rectangle 31"/>
          <p:cNvSpPr>
            <a:spLocks noChangeArrowheads="1"/>
          </p:cNvSpPr>
          <p:nvPr>
            <p:custDataLst>
              <p:tags r:id="rId16"/>
            </p:custDataLst>
          </p:nvPr>
        </p:nvSpPr>
        <p:spPr bwMode="auto">
          <a:xfrm>
            <a:off x="145694" y="1868884"/>
            <a:ext cx="1117600" cy="557212"/>
          </a:xfrm>
          <a:prstGeom prst="rect">
            <a:avLst/>
          </a:prstGeom>
          <a:noFill/>
          <a:ln w="9525">
            <a:noFill/>
            <a:miter lim="800000"/>
          </a:ln>
        </p:spPr>
        <p:txBody>
          <a:bodyPr lIns="108896" tIns="54448" rIns="108896" bIns="54448">
            <a:spAutoFit/>
          </a:bodyPr>
          <a:lstStyle/>
          <a:p>
            <a:r>
              <a:rPr lang="en-US" altLang="zh-CN" sz="2900" b="1" i="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900" b="1" i="1" baseline="-2500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y</a:t>
            </a:r>
          </a:p>
        </p:txBody>
      </p:sp>
      <p:sp>
        <p:nvSpPr>
          <p:cNvPr id="23" name="Text Box 32"/>
          <p:cNvSpPr txBox="1">
            <a:spLocks noChangeArrowheads="1"/>
          </p:cNvSpPr>
          <p:nvPr>
            <p:custDataLst>
              <p:tags r:id="rId17"/>
            </p:custDataLst>
          </p:nvPr>
        </p:nvSpPr>
        <p:spPr bwMode="auto">
          <a:xfrm>
            <a:off x="5082725" y="4048070"/>
            <a:ext cx="4786346" cy="417736"/>
          </a:xfrm>
          <a:prstGeom prst="rect">
            <a:avLst/>
          </a:prstGeom>
          <a:noFill/>
          <a:ln w="9525">
            <a:noFill/>
            <a:miter lim="800000"/>
          </a:ln>
        </p:spPr>
        <p:txBody>
          <a:bodyPr wrap="square" lIns="108896" tIns="54448" rIns="108896" bIns="54448">
            <a:spAutoFit/>
          </a:bodyPr>
          <a:lstStyle/>
          <a:p>
            <a:r>
              <a:rPr lang="en-US" altLang="en-US" sz="2000" dirty="0">
                <a:latin typeface="Comic Sans MS" pitchFamily="66" charset="0"/>
                <a:ea typeface="微软雅黑" pitchFamily="34" charset="-122"/>
              </a:rPr>
              <a:t>③</a:t>
            </a:r>
            <a:r>
              <a:rPr lang="zh-CN" altLang="en-US" sz="2000" dirty="0">
                <a:latin typeface="Comic Sans MS" pitchFamily="66" charset="0"/>
                <a:ea typeface="微软雅黑" pitchFamily="34" charset="-122"/>
              </a:rPr>
              <a:t>利用三角函数求出</a:t>
            </a:r>
            <a:r>
              <a:rPr lang="en-US" altLang="zh-CN" sz="2000" i="1" dirty="0" err="1">
                <a:latin typeface="Comic Sans MS" pitchFamily="66" charset="0"/>
                <a:ea typeface="微软雅黑" pitchFamily="34" charset="-122"/>
              </a:rPr>
              <a:t>F</a:t>
            </a:r>
            <a:r>
              <a:rPr lang="en-US" altLang="zh-CN" sz="2000" i="1" baseline="-25000" dirty="0" err="1">
                <a:latin typeface="Comic Sans MS" pitchFamily="66" charset="0"/>
                <a:ea typeface="微软雅黑" pitchFamily="34" charset="-122"/>
              </a:rPr>
              <a:t>x</a:t>
            </a:r>
            <a:r>
              <a:rPr lang="zh-CN" altLang="en-US" sz="2000" i="1" dirty="0">
                <a:latin typeface="Comic Sans MS" pitchFamily="66" charset="0"/>
                <a:ea typeface="微软雅黑" pitchFamily="34" charset="-122"/>
              </a:rPr>
              <a:t>、</a:t>
            </a:r>
            <a:r>
              <a:rPr lang="en-US" altLang="zh-CN" sz="2000" i="1" dirty="0" err="1">
                <a:latin typeface="Comic Sans MS" pitchFamily="66" charset="0"/>
                <a:ea typeface="微软雅黑" pitchFamily="34" charset="-122"/>
              </a:rPr>
              <a:t>F</a:t>
            </a:r>
            <a:r>
              <a:rPr lang="en-US" altLang="zh-CN" sz="2000" i="1" baseline="-25000" dirty="0" err="1">
                <a:latin typeface="Comic Sans MS" pitchFamily="66" charset="0"/>
                <a:ea typeface="微软雅黑" pitchFamily="34" charset="-122"/>
              </a:rPr>
              <a:t>y</a:t>
            </a:r>
            <a:endParaRPr lang="en-US" altLang="zh-CN" sz="2000" i="1" baseline="-25000" dirty="0">
              <a:latin typeface="Comic Sans MS" pitchFamily="66" charset="0"/>
              <a:ea typeface="微软雅黑" pitchFamily="34" charset="-122"/>
            </a:endParaRPr>
          </a:p>
        </p:txBody>
      </p:sp>
      <p:sp>
        <p:nvSpPr>
          <p:cNvPr id="24" name="Text Box 35"/>
          <p:cNvSpPr txBox="1">
            <a:spLocks noChangeArrowheads="1"/>
          </p:cNvSpPr>
          <p:nvPr>
            <p:custDataLst>
              <p:tags r:id="rId18"/>
            </p:custDataLst>
          </p:nvPr>
        </p:nvSpPr>
        <p:spPr bwMode="auto">
          <a:xfrm>
            <a:off x="317144" y="3396079"/>
            <a:ext cx="539750" cy="557213"/>
          </a:xfrm>
          <a:prstGeom prst="rect">
            <a:avLst/>
          </a:prstGeom>
          <a:noFill/>
          <a:ln w="9525">
            <a:noFill/>
            <a:miter lim="800000"/>
          </a:ln>
        </p:spPr>
        <p:txBody>
          <a:bodyPr lIns="108896" tIns="54448" rIns="108896" bIns="54448">
            <a:spAutoFit/>
          </a:bodyPr>
          <a:lstStyle/>
          <a:p>
            <a:pPr marL="342900" indent="-342900">
              <a:spcBef>
                <a:spcPct val="20000"/>
              </a:spcBef>
              <a:buFont typeface="Wingdings" pitchFamily="2" charset="2"/>
              <a:buNone/>
            </a:pPr>
            <a:r>
              <a:rPr lang="en-US" altLang="zh-CN" sz="2900" b="1" i="1">
                <a:latin typeface="Times New Roman" panose="02020603050405020304" pitchFamily="18" charset="0"/>
                <a:ea typeface="黑体" panose="02010609060101010101" pitchFamily="49" charset="-122"/>
                <a:cs typeface="Times New Roman" panose="02020603050405020304" pitchFamily="18" charset="0"/>
              </a:rPr>
              <a:t>O</a:t>
            </a:r>
          </a:p>
        </p:txBody>
      </p:sp>
      <p:sp>
        <p:nvSpPr>
          <p:cNvPr id="3" name="Text Box 4">
            <a:extLst>
              <a:ext uri="{FF2B5EF4-FFF2-40B4-BE49-F238E27FC236}">
                <a16:creationId xmlns:a16="http://schemas.microsoft.com/office/drawing/2014/main" id="{9B0333D2-7C94-B9F1-6E1D-69334DB82D98}"/>
              </a:ext>
            </a:extLst>
          </p:cNvPr>
          <p:cNvSpPr txBox="1">
            <a:spLocks noChangeArrowheads="1"/>
          </p:cNvSpPr>
          <p:nvPr>
            <p:custDataLst>
              <p:tags r:id="rId19"/>
            </p:custDataLst>
          </p:nvPr>
        </p:nvSpPr>
        <p:spPr bwMode="auto">
          <a:xfrm>
            <a:off x="381000" y="627081"/>
            <a:ext cx="8305800" cy="479291"/>
          </a:xfrm>
          <a:prstGeom prst="rect">
            <a:avLst/>
          </a:prstGeom>
          <a:noFill/>
          <a:ln>
            <a:noFill/>
          </a:ln>
          <a:effectLst/>
        </p:spPr>
        <p:txBody>
          <a:bodyPr lIns="108896" tIns="54448" rIns="108896" bIns="54448">
            <a:spAutoFit/>
          </a:bodyPr>
          <a:lstStyle/>
          <a:p>
            <a:pPr>
              <a:defRPr/>
            </a:pPr>
            <a:r>
              <a:rPr lang="zh-CN" altLang="en-US" sz="2400" b="1" dirty="0">
                <a:latin typeface="微软雅黑" pitchFamily="34" charset="-122"/>
                <a:ea typeface="微软雅黑" pitchFamily="34" charset="-122"/>
              </a:rPr>
              <a:t>定义：把一个已知力沿着两个</a:t>
            </a:r>
            <a:r>
              <a:rPr lang="zh-CN" altLang="en-US" sz="2400" b="1" dirty="0">
                <a:solidFill>
                  <a:srgbClr val="FF0000"/>
                </a:solidFill>
                <a:latin typeface="微软雅黑" pitchFamily="34" charset="-122"/>
                <a:ea typeface="微软雅黑" pitchFamily="34" charset="-122"/>
              </a:rPr>
              <a:t>互相垂直 </a:t>
            </a:r>
            <a:r>
              <a:rPr lang="zh-CN" altLang="en-US" sz="2400" b="1" dirty="0">
                <a:latin typeface="微软雅黑" pitchFamily="34" charset="-122"/>
                <a:ea typeface="微软雅黑" pitchFamily="34" charset="-122"/>
              </a:rPr>
              <a:t>的方向进行分解</a:t>
            </a:r>
          </a:p>
        </p:txBody>
      </p:sp>
    </p:spTree>
    <p:extLst>
      <p:ext uri="{BB962C8B-B14F-4D97-AF65-F5344CB8AC3E}">
        <p14:creationId xmlns:p14="http://schemas.microsoft.com/office/powerpoint/2010/main" val="11527838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nodeType="afterGroup">
                            <p:stCondLst>
                              <p:cond delay="0"/>
                            </p:stCondLst>
                            <p:childTnLst>
                              <p:par>
                                <p:cTn id="13" presetID="1"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par>
                          <p:cTn id="24" fill="hold" nodeType="afterGroup">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after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par>
                          <p:cTn id="33" fill="hold" nodeType="afterGroup">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par>
                          <p:cTn id="36" fill="hold" nodeType="afterGroup">
                            <p:stCondLst>
                              <p:cond delay="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after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left)">
                                      <p:cBhvr>
                                        <p:cTn id="4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4" grpId="0" animBg="1"/>
      <p:bldP spid="17" grpId="0"/>
      <p:bldP spid="18" grpId="0" animBg="1"/>
      <p:bldP spid="19" grpId="0" animBg="1"/>
      <p:bldP spid="20" grpId="0" animBg="1"/>
      <p:bldP spid="21" grpId="0"/>
      <p:bldP spid="22" grpId="0"/>
      <p:bldP spid="23" grpId="0"/>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rgbClr val="FF0000"/>
                </a:solidFill>
              </a:rPr>
              <a:t>应用：用正交分解方法求合力</a:t>
            </a:r>
          </a:p>
        </p:txBody>
      </p:sp>
      <p:grpSp>
        <p:nvGrpSpPr>
          <p:cNvPr id="3" name="组合 110"/>
          <p:cNvGrpSpPr/>
          <p:nvPr>
            <p:custDataLst>
              <p:tags r:id="rId2"/>
            </p:custDataLst>
          </p:nvPr>
        </p:nvGrpSpPr>
        <p:grpSpPr>
          <a:xfrm>
            <a:off x="285720" y="638154"/>
            <a:ext cx="3767134" cy="3429000"/>
            <a:chOff x="881066" y="1295400"/>
            <a:chExt cx="3767134" cy="3429000"/>
          </a:xfrm>
        </p:grpSpPr>
        <p:cxnSp>
          <p:nvCxnSpPr>
            <p:cNvPr id="4" name="直接箭头连接符 3"/>
            <p:cNvCxnSpPr/>
            <p:nvPr>
              <p:custDataLst>
                <p:tags r:id="rId42"/>
              </p:custDataLst>
            </p:nvPr>
          </p:nvCxnSpPr>
          <p:spPr>
            <a:xfrm flipV="1">
              <a:off x="881066" y="3430588"/>
              <a:ext cx="3767134" cy="1272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custDataLst>
                <p:tags r:id="rId43"/>
              </p:custDataLst>
            </p:nvPr>
          </p:nvCxnSpPr>
          <p:spPr>
            <a:xfrm rot="5400000" flipH="1" flipV="1">
              <a:off x="799307" y="3009106"/>
              <a:ext cx="3429000" cy="1587"/>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组合 115"/>
          <p:cNvGrpSpPr/>
          <p:nvPr>
            <p:custDataLst>
              <p:tags r:id="rId3"/>
            </p:custDataLst>
          </p:nvPr>
        </p:nvGrpSpPr>
        <p:grpSpPr>
          <a:xfrm>
            <a:off x="1919254" y="1019154"/>
            <a:ext cx="1220788" cy="1754188"/>
            <a:chOff x="2514600" y="1676400"/>
            <a:chExt cx="1219994" cy="1753394"/>
          </a:xfrm>
        </p:grpSpPr>
        <p:cxnSp>
          <p:nvCxnSpPr>
            <p:cNvPr id="7" name="直接连接符 6"/>
            <p:cNvCxnSpPr/>
            <p:nvPr>
              <p:custDataLst>
                <p:tags r:id="rId40"/>
              </p:custDataLst>
            </p:nvPr>
          </p:nvCxnSpPr>
          <p:spPr>
            <a:xfrm>
              <a:off x="2514600" y="1676400"/>
              <a:ext cx="1142257" cy="1587"/>
            </a:xfrm>
            <a:prstGeom prst="line">
              <a:avLst/>
            </a:prstGeom>
            <a:ln w="38100">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41"/>
              </p:custDataLst>
            </p:nvPr>
          </p:nvCxnSpPr>
          <p:spPr>
            <a:xfrm rot="5400000" flipH="1" flipV="1">
              <a:off x="2858690" y="2553891"/>
              <a:ext cx="1750220" cy="1587"/>
            </a:xfrm>
            <a:prstGeom prst="line">
              <a:avLst/>
            </a:prstGeom>
            <a:ln w="38100">
              <a:solidFill>
                <a:srgbClr val="7030A0"/>
              </a:solidFill>
              <a:prstDash val="dash"/>
            </a:ln>
          </p:spPr>
          <p:style>
            <a:lnRef idx="1">
              <a:schemeClr val="accent1"/>
            </a:lnRef>
            <a:fillRef idx="0">
              <a:schemeClr val="accent1"/>
            </a:fillRef>
            <a:effectRef idx="0">
              <a:schemeClr val="accent1"/>
            </a:effectRef>
            <a:fontRef idx="minor">
              <a:schemeClr val="tx1"/>
            </a:fontRef>
          </p:style>
        </p:cxnSp>
      </p:grpSp>
      <p:sp>
        <p:nvSpPr>
          <p:cNvPr id="9" name="Text Box 5"/>
          <p:cNvSpPr txBox="1">
            <a:spLocks noChangeArrowheads="1"/>
          </p:cNvSpPr>
          <p:nvPr>
            <p:custDataLst>
              <p:tags r:id="rId4"/>
            </p:custDataLst>
          </p:nvPr>
        </p:nvSpPr>
        <p:spPr bwMode="auto">
          <a:xfrm>
            <a:off x="4014754" y="866754"/>
            <a:ext cx="5129246" cy="386958"/>
          </a:xfrm>
          <a:prstGeom prst="rect">
            <a:avLst/>
          </a:prstGeom>
          <a:noFill/>
          <a:ln w="9525">
            <a:noFill/>
            <a:miter lim="800000"/>
          </a:ln>
        </p:spPr>
        <p:txBody>
          <a:bodyPr wrap="square" lIns="108896" tIns="54448" rIns="108896" bIns="54448">
            <a:spAutoFit/>
          </a:bodyPr>
          <a:lstStyle/>
          <a:p>
            <a:r>
              <a:rPr lang="zh-CN" altLang="en-US" dirty="0">
                <a:latin typeface="Times New Roman" panose="02020603050405020304" pitchFamily="18" charset="0"/>
                <a:ea typeface="微软雅黑" pitchFamily="34" charset="-122"/>
              </a:rPr>
              <a:t>①以</a:t>
            </a:r>
            <a:r>
              <a:rPr lang="en-US" altLang="zh-CN" dirty="0">
                <a:latin typeface="Times New Roman" panose="02020603050405020304" pitchFamily="18" charset="0"/>
                <a:ea typeface="微软雅黑" pitchFamily="34" charset="-122"/>
              </a:rPr>
              <a:t>____</a:t>
            </a:r>
            <a:r>
              <a:rPr lang="zh-CN" altLang="en-US" dirty="0">
                <a:latin typeface="Times New Roman" panose="02020603050405020304" pitchFamily="18" charset="0"/>
                <a:ea typeface="微软雅黑" pitchFamily="34" charset="-122"/>
              </a:rPr>
              <a:t>为</a:t>
            </a:r>
            <a:r>
              <a:rPr lang="en-US" altLang="zh-CN" dirty="0">
                <a:latin typeface="Times New Roman" panose="02020603050405020304" pitchFamily="18" charset="0"/>
                <a:ea typeface="微软雅黑" pitchFamily="34" charset="-122"/>
              </a:rPr>
              <a:t>x</a:t>
            </a:r>
            <a:r>
              <a:rPr lang="zh-CN" altLang="en-US" dirty="0">
                <a:latin typeface="Times New Roman" panose="02020603050405020304" pitchFamily="18" charset="0"/>
                <a:ea typeface="微软雅黑" pitchFamily="34" charset="-122"/>
              </a:rPr>
              <a:t>轴，</a:t>
            </a:r>
            <a:r>
              <a:rPr lang="en-US" altLang="zh-CN" dirty="0">
                <a:latin typeface="Times New Roman" panose="02020603050405020304" pitchFamily="18" charset="0"/>
                <a:ea typeface="微软雅黑" pitchFamily="34" charset="-122"/>
              </a:rPr>
              <a:t>_____</a:t>
            </a:r>
            <a:r>
              <a:rPr lang="zh-CN" altLang="en-US" dirty="0">
                <a:latin typeface="Times New Roman" panose="02020603050405020304" pitchFamily="18" charset="0"/>
                <a:ea typeface="微软雅黑" pitchFamily="34" charset="-122"/>
              </a:rPr>
              <a:t>为</a:t>
            </a:r>
            <a:r>
              <a:rPr lang="en-US" altLang="zh-CN" dirty="0">
                <a:latin typeface="Times New Roman" panose="02020603050405020304" pitchFamily="18" charset="0"/>
                <a:ea typeface="微软雅黑" pitchFamily="34" charset="-122"/>
              </a:rPr>
              <a:t>y</a:t>
            </a:r>
            <a:r>
              <a:rPr lang="zh-CN" altLang="en-US" dirty="0">
                <a:latin typeface="Times New Roman" panose="02020603050405020304" pitchFamily="18" charset="0"/>
                <a:ea typeface="微软雅黑" pitchFamily="34" charset="-122"/>
              </a:rPr>
              <a:t>轴，建立直角坐标系</a:t>
            </a:r>
          </a:p>
        </p:txBody>
      </p:sp>
      <p:grpSp>
        <p:nvGrpSpPr>
          <p:cNvPr id="10" name="组合 113"/>
          <p:cNvGrpSpPr/>
          <p:nvPr>
            <p:custDataLst>
              <p:tags r:id="rId5"/>
            </p:custDataLst>
          </p:nvPr>
        </p:nvGrpSpPr>
        <p:grpSpPr>
          <a:xfrm>
            <a:off x="319054" y="1476354"/>
            <a:ext cx="3048000" cy="2362200"/>
            <a:chOff x="914400" y="2133600"/>
            <a:chExt cx="3048000" cy="2362201"/>
          </a:xfrm>
        </p:grpSpPr>
        <p:cxnSp>
          <p:nvCxnSpPr>
            <p:cNvPr id="11" name="直接箭头连接符 10"/>
            <p:cNvCxnSpPr/>
            <p:nvPr>
              <p:custDataLst>
                <p:tags r:id="rId35"/>
              </p:custDataLst>
            </p:nvPr>
          </p:nvCxnSpPr>
          <p:spPr>
            <a:xfrm flipV="1">
              <a:off x="2514600" y="2362200"/>
              <a:ext cx="1447800" cy="1066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36"/>
              </p:custDataLst>
            </p:nvPr>
          </p:nvCxnSpPr>
          <p:spPr>
            <a:xfrm rot="10800000">
              <a:off x="914400" y="2743200"/>
              <a:ext cx="1600200" cy="685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custDataLst>
                <p:tags r:id="rId37"/>
              </p:custDataLst>
            </p:nvPr>
          </p:nvCxnSpPr>
          <p:spPr>
            <a:xfrm rot="16200000" flipH="1">
              <a:off x="2247900" y="3695701"/>
              <a:ext cx="1066800" cy="533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custDataLst>
                <p:tags r:id="rId38"/>
              </p:custDataLst>
            </p:nvPr>
          </p:nvCxnSpPr>
          <p:spPr>
            <a:xfrm rot="10800000">
              <a:off x="1371600" y="3429001"/>
              <a:ext cx="1143000"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custDataLst>
                <p:tags r:id="rId39"/>
              </p:custDataLst>
            </p:nvPr>
          </p:nvCxnSpPr>
          <p:spPr>
            <a:xfrm rot="16200000" flipV="1">
              <a:off x="1866107" y="2780506"/>
              <a:ext cx="1295401" cy="158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6" name="Text Box 5"/>
          <p:cNvSpPr txBox="1">
            <a:spLocks noChangeArrowheads="1"/>
          </p:cNvSpPr>
          <p:nvPr>
            <p:custDataLst>
              <p:tags r:id="rId6"/>
            </p:custDataLst>
          </p:nvPr>
        </p:nvSpPr>
        <p:spPr bwMode="auto">
          <a:xfrm>
            <a:off x="3976653" y="1403764"/>
            <a:ext cx="4267200" cy="386958"/>
          </a:xfrm>
          <a:prstGeom prst="rect">
            <a:avLst/>
          </a:prstGeom>
          <a:noFill/>
          <a:ln w="9525">
            <a:noFill/>
            <a:miter lim="800000"/>
          </a:ln>
        </p:spPr>
        <p:txBody>
          <a:bodyPr lIns="108896" tIns="54448" rIns="108896" bIns="54448">
            <a:spAutoFit/>
          </a:bodyPr>
          <a:lstStyle/>
          <a:p>
            <a:r>
              <a:rPr lang="zh-CN" altLang="en-US" dirty="0">
                <a:latin typeface="Times New Roman" panose="02020603050405020304" pitchFamily="18" charset="0"/>
                <a:ea typeface="微软雅黑" pitchFamily="34" charset="-122"/>
              </a:rPr>
              <a:t>②将不在坐标轴上的力分解到坐标轴上</a:t>
            </a:r>
          </a:p>
        </p:txBody>
      </p:sp>
      <p:sp>
        <p:nvSpPr>
          <p:cNvPr id="17" name="Text Box 5"/>
          <p:cNvSpPr txBox="1">
            <a:spLocks noChangeArrowheads="1"/>
          </p:cNvSpPr>
          <p:nvPr>
            <p:custDataLst>
              <p:tags r:id="rId7"/>
            </p:custDataLst>
          </p:nvPr>
        </p:nvSpPr>
        <p:spPr bwMode="auto">
          <a:xfrm>
            <a:off x="3976652" y="1932689"/>
            <a:ext cx="4771811" cy="386958"/>
          </a:xfrm>
          <a:prstGeom prst="rect">
            <a:avLst/>
          </a:prstGeom>
          <a:noFill/>
          <a:ln w="9525">
            <a:noFill/>
            <a:miter lim="800000"/>
          </a:ln>
        </p:spPr>
        <p:txBody>
          <a:bodyPr wrap="square" lIns="108896" tIns="54448" rIns="108896" bIns="54448">
            <a:spAutoFit/>
          </a:bodyPr>
          <a:lstStyle/>
          <a:p>
            <a:r>
              <a:rPr lang="zh-CN" altLang="en-US" dirty="0">
                <a:latin typeface="Times New Roman" panose="02020603050405020304" pitchFamily="18" charset="0"/>
                <a:ea typeface="微软雅黑" pitchFamily="34" charset="-122"/>
              </a:rPr>
              <a:t>③分别求出两个坐标轴上的合力</a:t>
            </a:r>
            <a:r>
              <a:rPr lang="en-US" altLang="zh-CN" i="1" dirty="0" err="1">
                <a:latin typeface="Times New Roman" panose="02020603050405020304" pitchFamily="18" charset="0"/>
                <a:ea typeface="微软雅黑" pitchFamily="34" charset="-122"/>
              </a:rPr>
              <a:t>F</a:t>
            </a:r>
            <a:r>
              <a:rPr lang="en-US" altLang="zh-CN" i="1" baseline="-25000" dirty="0" err="1">
                <a:latin typeface="Times New Roman" panose="02020603050405020304" pitchFamily="18" charset="0"/>
                <a:ea typeface="微软雅黑" pitchFamily="34" charset="-122"/>
              </a:rPr>
              <a:t>x</a:t>
            </a:r>
            <a:r>
              <a:rPr lang="zh-CN" altLang="en-US" i="1" baseline="-25000" dirty="0">
                <a:latin typeface="Times New Roman" panose="02020603050405020304" pitchFamily="18" charset="0"/>
                <a:ea typeface="微软雅黑" pitchFamily="34" charset="-122"/>
              </a:rPr>
              <a:t>合</a:t>
            </a:r>
            <a:r>
              <a:rPr lang="zh-CN" altLang="en-US" dirty="0">
                <a:latin typeface="Times New Roman" panose="02020603050405020304" pitchFamily="18" charset="0"/>
                <a:ea typeface="微软雅黑" pitchFamily="34" charset="-122"/>
              </a:rPr>
              <a:t>和</a:t>
            </a:r>
            <a:r>
              <a:rPr lang="en-US" altLang="zh-CN" i="1" dirty="0" err="1">
                <a:latin typeface="Times New Roman" panose="02020603050405020304" pitchFamily="18" charset="0"/>
                <a:ea typeface="微软雅黑" pitchFamily="34" charset="-122"/>
              </a:rPr>
              <a:t>F</a:t>
            </a:r>
            <a:r>
              <a:rPr lang="en-US" altLang="zh-CN" i="1" baseline="-25000" dirty="0" err="1">
                <a:latin typeface="Times New Roman" panose="02020603050405020304" pitchFamily="18" charset="0"/>
                <a:ea typeface="微软雅黑" pitchFamily="34" charset="-122"/>
              </a:rPr>
              <a:t>y</a:t>
            </a:r>
            <a:r>
              <a:rPr lang="zh-CN" altLang="en-US" i="1" baseline="-25000" dirty="0">
                <a:latin typeface="Times New Roman" panose="02020603050405020304" pitchFamily="18" charset="0"/>
                <a:ea typeface="微软雅黑" pitchFamily="34" charset="-122"/>
              </a:rPr>
              <a:t>合</a:t>
            </a:r>
            <a:endParaRPr lang="zh-CN" altLang="en-US" dirty="0">
              <a:latin typeface="Times New Roman" panose="02020603050405020304" pitchFamily="18" charset="0"/>
              <a:ea typeface="微软雅黑" pitchFamily="34" charset="-122"/>
            </a:endParaRPr>
          </a:p>
        </p:txBody>
      </p:sp>
      <p:sp>
        <p:nvSpPr>
          <p:cNvPr id="18" name="矩形 98"/>
          <p:cNvSpPr>
            <a:spLocks noChangeArrowheads="1"/>
          </p:cNvSpPr>
          <p:nvPr>
            <p:custDataLst>
              <p:tags r:id="rId8"/>
            </p:custDataLst>
          </p:nvPr>
        </p:nvSpPr>
        <p:spPr bwMode="auto">
          <a:xfrm>
            <a:off x="4344531" y="2269644"/>
            <a:ext cx="1659429" cy="400110"/>
          </a:xfrm>
          <a:prstGeom prst="rect">
            <a:avLst/>
          </a:prstGeom>
          <a:noFill/>
          <a:ln w="9525">
            <a:noFill/>
            <a:miter lim="800000"/>
          </a:ln>
        </p:spPr>
        <p:txBody>
          <a:bodyPr wrap="none">
            <a:spAutoFit/>
          </a:bodyPr>
          <a:lstStyle/>
          <a:p>
            <a:r>
              <a:rPr lang="en-US" altLang="zh-CN" sz="2000" i="1" dirty="0" err="1">
                <a:latin typeface="Times New Roman" panose="02020603050405020304" pitchFamily="18" charset="0"/>
                <a:ea typeface="微软雅黑" pitchFamily="34" charset="-122"/>
              </a:rPr>
              <a:t>F</a:t>
            </a:r>
            <a:r>
              <a:rPr lang="en-US" altLang="zh-CN" sz="2000" i="1" baseline="-25000" dirty="0" err="1">
                <a:latin typeface="Times New Roman" panose="02020603050405020304" pitchFamily="18" charset="0"/>
                <a:ea typeface="微软雅黑" pitchFamily="34" charset="-122"/>
              </a:rPr>
              <a:t>x</a:t>
            </a:r>
            <a:r>
              <a:rPr lang="zh-CN" altLang="en-US" sz="2000" i="1" baseline="-25000" dirty="0">
                <a:latin typeface="Times New Roman" panose="02020603050405020304" pitchFamily="18" charset="0"/>
                <a:ea typeface="微软雅黑" pitchFamily="34" charset="-122"/>
              </a:rPr>
              <a:t>合</a:t>
            </a:r>
            <a:r>
              <a:rPr lang="en-US" altLang="zh-CN" sz="2000" i="1" dirty="0">
                <a:latin typeface="Times New Roman" panose="02020603050405020304" pitchFamily="18" charset="0"/>
                <a:ea typeface="微软雅黑" pitchFamily="34" charset="-122"/>
              </a:rPr>
              <a:t>=_______</a:t>
            </a:r>
            <a:endParaRPr lang="zh-CN" altLang="en-US" sz="2000" dirty="0">
              <a:latin typeface="Times New Roman" panose="02020603050405020304" pitchFamily="18" charset="0"/>
              <a:ea typeface="微软雅黑" pitchFamily="34" charset="-122"/>
            </a:endParaRPr>
          </a:p>
        </p:txBody>
      </p:sp>
      <p:sp>
        <p:nvSpPr>
          <p:cNvPr id="19" name="矩形 99"/>
          <p:cNvSpPr>
            <a:spLocks noChangeArrowheads="1"/>
          </p:cNvSpPr>
          <p:nvPr>
            <p:custDataLst>
              <p:tags r:id="rId9"/>
            </p:custDataLst>
          </p:nvPr>
        </p:nvSpPr>
        <p:spPr bwMode="auto">
          <a:xfrm>
            <a:off x="4344531" y="2855431"/>
            <a:ext cx="1659429" cy="400110"/>
          </a:xfrm>
          <a:prstGeom prst="rect">
            <a:avLst/>
          </a:prstGeom>
          <a:noFill/>
          <a:ln w="9525">
            <a:noFill/>
            <a:miter lim="800000"/>
          </a:ln>
        </p:spPr>
        <p:txBody>
          <a:bodyPr wrap="none">
            <a:spAutoFit/>
          </a:bodyPr>
          <a:lstStyle/>
          <a:p>
            <a:r>
              <a:rPr lang="en-US" altLang="zh-CN" sz="2000" i="1" dirty="0" err="1">
                <a:latin typeface="Times New Roman" panose="02020603050405020304" pitchFamily="18" charset="0"/>
                <a:ea typeface="微软雅黑" pitchFamily="34" charset="-122"/>
              </a:rPr>
              <a:t>F</a:t>
            </a:r>
            <a:r>
              <a:rPr lang="en-US" altLang="zh-CN" sz="2000" i="1" baseline="-25000" dirty="0" err="1">
                <a:latin typeface="Times New Roman" panose="02020603050405020304" pitchFamily="18" charset="0"/>
                <a:ea typeface="微软雅黑" pitchFamily="34" charset="-122"/>
              </a:rPr>
              <a:t>y</a:t>
            </a:r>
            <a:r>
              <a:rPr lang="zh-CN" altLang="en-US" sz="2000" i="1" baseline="-25000" dirty="0">
                <a:latin typeface="Times New Roman" panose="02020603050405020304" pitchFamily="18" charset="0"/>
                <a:ea typeface="微软雅黑" pitchFamily="34" charset="-122"/>
              </a:rPr>
              <a:t>合</a:t>
            </a:r>
            <a:r>
              <a:rPr lang="en-US" altLang="zh-CN" sz="2000" i="1" dirty="0">
                <a:latin typeface="Times New Roman" panose="02020603050405020304" pitchFamily="18" charset="0"/>
                <a:ea typeface="微软雅黑" pitchFamily="34" charset="-122"/>
              </a:rPr>
              <a:t>=_______</a:t>
            </a:r>
            <a:endParaRPr lang="zh-CN" altLang="en-US" sz="2000" dirty="0">
              <a:latin typeface="Times New Roman" panose="02020603050405020304" pitchFamily="18" charset="0"/>
              <a:ea typeface="微软雅黑" pitchFamily="34" charset="-122"/>
            </a:endParaRPr>
          </a:p>
        </p:txBody>
      </p:sp>
      <p:sp>
        <p:nvSpPr>
          <p:cNvPr id="20" name="左大括号 19"/>
          <p:cNvSpPr/>
          <p:nvPr>
            <p:custDataLst>
              <p:tags r:id="rId10"/>
            </p:custDataLst>
          </p:nvPr>
        </p:nvSpPr>
        <p:spPr>
          <a:xfrm>
            <a:off x="4223881" y="2398231"/>
            <a:ext cx="196850" cy="990600"/>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200">
              <a:latin typeface="Times New Roman" panose="02020603050405020304" pitchFamily="18" charset="0"/>
              <a:ea typeface="微软雅黑" pitchFamily="34" charset="-122"/>
            </a:endParaRPr>
          </a:p>
        </p:txBody>
      </p:sp>
      <p:sp>
        <p:nvSpPr>
          <p:cNvPr id="21" name="Text Box 19"/>
          <p:cNvSpPr txBox="1">
            <a:spLocks noChangeArrowheads="1"/>
          </p:cNvSpPr>
          <p:nvPr>
            <p:custDataLst>
              <p:tags r:id="rId11"/>
            </p:custDataLst>
          </p:nvPr>
        </p:nvSpPr>
        <p:spPr bwMode="auto">
          <a:xfrm>
            <a:off x="3923928" y="3480101"/>
            <a:ext cx="6273800" cy="386958"/>
          </a:xfrm>
          <a:prstGeom prst="rect">
            <a:avLst/>
          </a:prstGeom>
          <a:noFill/>
          <a:ln w="9525">
            <a:noFill/>
            <a:miter lim="800000"/>
          </a:ln>
        </p:spPr>
        <p:txBody>
          <a:bodyPr lIns="108896" tIns="54448" rIns="108896" bIns="54448">
            <a:spAutoFit/>
          </a:bodyPr>
          <a:lstStyle/>
          <a:p>
            <a:r>
              <a:rPr lang="en-US" altLang="zh-CN" dirty="0">
                <a:latin typeface="Times New Roman" panose="02020603050405020304" pitchFamily="18" charset="0"/>
                <a:ea typeface="微软雅黑" pitchFamily="34" charset="-122"/>
              </a:rPr>
              <a:t> </a:t>
            </a:r>
            <a:r>
              <a:rPr lang="zh-CN" altLang="en-US" dirty="0">
                <a:latin typeface="Times New Roman" panose="02020603050405020304" pitchFamily="18" charset="0"/>
                <a:ea typeface="微软雅黑" pitchFamily="34" charset="-122"/>
              </a:rPr>
              <a:t>④求合力：求</a:t>
            </a:r>
            <a:r>
              <a:rPr lang="en-US" altLang="zh-CN" i="1" dirty="0" err="1">
                <a:latin typeface="Times New Roman" panose="02020603050405020304" pitchFamily="18" charset="0"/>
                <a:ea typeface="微软雅黑" pitchFamily="34" charset="-122"/>
              </a:rPr>
              <a:t>F</a:t>
            </a:r>
            <a:r>
              <a:rPr lang="en-US" altLang="zh-CN" i="1" baseline="-25000" dirty="0" err="1">
                <a:latin typeface="Times New Roman" panose="02020603050405020304" pitchFamily="18" charset="0"/>
                <a:ea typeface="微软雅黑" pitchFamily="34" charset="-122"/>
              </a:rPr>
              <a:t>x</a:t>
            </a:r>
            <a:r>
              <a:rPr lang="zh-CN" altLang="en-US" i="1" baseline="-25000" dirty="0">
                <a:latin typeface="Times New Roman" panose="02020603050405020304" pitchFamily="18" charset="0"/>
                <a:ea typeface="微软雅黑" pitchFamily="34" charset="-122"/>
              </a:rPr>
              <a:t>合</a:t>
            </a:r>
            <a:r>
              <a:rPr lang="zh-CN" altLang="en-US" dirty="0">
                <a:latin typeface="Times New Roman" panose="02020603050405020304" pitchFamily="18" charset="0"/>
                <a:ea typeface="微软雅黑" pitchFamily="34" charset="-122"/>
              </a:rPr>
              <a:t>和</a:t>
            </a:r>
            <a:r>
              <a:rPr lang="en-US" altLang="zh-CN" i="1" dirty="0" err="1">
                <a:latin typeface="Times New Roman" panose="02020603050405020304" pitchFamily="18" charset="0"/>
                <a:ea typeface="微软雅黑" pitchFamily="34" charset="-122"/>
              </a:rPr>
              <a:t>F</a:t>
            </a:r>
            <a:r>
              <a:rPr lang="en-US" altLang="zh-CN" i="1" baseline="-25000" dirty="0" err="1">
                <a:latin typeface="Times New Roman" panose="02020603050405020304" pitchFamily="18" charset="0"/>
                <a:ea typeface="微软雅黑" pitchFamily="34" charset="-122"/>
              </a:rPr>
              <a:t>y</a:t>
            </a:r>
            <a:r>
              <a:rPr lang="zh-CN" altLang="en-US" i="1" baseline="-25000" dirty="0">
                <a:latin typeface="Times New Roman" panose="02020603050405020304" pitchFamily="18" charset="0"/>
                <a:ea typeface="微软雅黑" pitchFamily="34" charset="-122"/>
              </a:rPr>
              <a:t>合</a:t>
            </a:r>
            <a:r>
              <a:rPr lang="zh-CN" altLang="en-US" dirty="0">
                <a:latin typeface="Times New Roman" panose="02020603050405020304" pitchFamily="18" charset="0"/>
                <a:ea typeface="微软雅黑" pitchFamily="34" charset="-122"/>
              </a:rPr>
              <a:t>的合力</a:t>
            </a:r>
            <a:r>
              <a:rPr lang="en-US" altLang="zh-CN" i="1" dirty="0">
                <a:latin typeface="Times New Roman" panose="02020603050405020304" pitchFamily="18" charset="0"/>
                <a:ea typeface="微软雅黑" pitchFamily="34" charset="-122"/>
              </a:rPr>
              <a:t>F</a:t>
            </a:r>
            <a:r>
              <a:rPr lang="zh-CN" altLang="en-US" i="1" baseline="-25000" dirty="0">
                <a:latin typeface="Times New Roman" panose="02020603050405020304" pitchFamily="18" charset="0"/>
                <a:ea typeface="微软雅黑" pitchFamily="34" charset="-122"/>
              </a:rPr>
              <a:t>合</a:t>
            </a:r>
            <a:endParaRPr lang="en-US" altLang="zh-CN" i="1" dirty="0">
              <a:latin typeface="Times New Roman" panose="02020603050405020304" pitchFamily="18" charset="0"/>
              <a:ea typeface="微软雅黑" pitchFamily="34" charset="-122"/>
            </a:endParaRPr>
          </a:p>
        </p:txBody>
      </p:sp>
      <mc:AlternateContent xmlns:mc="http://schemas.openxmlformats.org/markup-compatibility/2006" xmlns:a14="http://schemas.microsoft.com/office/drawing/2010/main">
        <mc:Choice Requires="a14">
          <p:sp>
            <p:nvSpPr>
              <p:cNvPr id="22" name="Object 3"/>
              <p:cNvSpPr txBox="1"/>
              <p:nvPr/>
            </p:nvSpPr>
            <p:spPr>
              <a:xfrm>
                <a:off x="1148396" y="3999216"/>
                <a:ext cx="2971800" cy="81121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合</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合</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合</m:t>
                              </m:r>
                            </m:sub>
                            <m:sup>
                              <m:r>
                                <a:rPr lang="zh-CN" altLang="en-US" i="1">
                                  <a:solidFill>
                                    <a:srgbClr val="000000"/>
                                  </a:solidFill>
                                  <a:latin typeface="Cambria Math" panose="02040503050406030204" pitchFamily="18" charset="0"/>
                                </a:rPr>
                                <m:t>2</m:t>
                              </m:r>
                            </m:sup>
                          </m:sSubSup>
                        </m:e>
                      </m:rad>
                    </m:oMath>
                  </m:oMathPara>
                </a14:m>
                <a:endParaRPr lang="zh-CN" altLang="en-US" dirty="0"/>
              </a:p>
            </p:txBody>
          </p:sp>
        </mc:Choice>
        <mc:Fallback xmlns="">
          <p:sp>
            <p:nvSpPr>
              <p:cNvPr id="22" name="Object 3"/>
              <p:cNvSpPr txBox="1">
                <a:spLocks noRot="1" noChangeAspect="1" noMove="1" noResize="1" noEditPoints="1" noAdjustHandles="1" noChangeArrowheads="1" noChangeShapeType="1" noTextEdit="1"/>
              </p:cNvSpPr>
              <p:nvPr/>
            </p:nvSpPr>
            <p:spPr>
              <a:xfrm>
                <a:off x="1148396" y="3999216"/>
                <a:ext cx="2971800" cy="811213"/>
              </a:xfrm>
              <a:prstGeom prst="rect">
                <a:avLst/>
              </a:prstGeom>
              <a:blipFill>
                <a:blip r:embed="rId45"/>
                <a:stretch>
                  <a:fillRect/>
                </a:stretch>
              </a:blipFill>
            </p:spPr>
            <p:txBody>
              <a:bodyPr/>
              <a:lstStyle/>
              <a:p>
                <a:r>
                  <a:rPr lang="zh-CN" altLang="en-US">
                    <a:noFill/>
                  </a:rPr>
                  <a:t> </a:t>
                </a:r>
              </a:p>
            </p:txBody>
          </p:sp>
        </mc:Fallback>
      </mc:AlternateContent>
      <p:grpSp>
        <p:nvGrpSpPr>
          <p:cNvPr id="23" name="组合 116"/>
          <p:cNvGrpSpPr/>
          <p:nvPr>
            <p:custDataLst>
              <p:tags r:id="rId12"/>
            </p:custDataLst>
          </p:nvPr>
        </p:nvGrpSpPr>
        <p:grpSpPr>
          <a:xfrm>
            <a:off x="1919254" y="709592"/>
            <a:ext cx="1890735" cy="2062162"/>
            <a:chOff x="2514600" y="1367135"/>
            <a:chExt cx="1890298" cy="2061865"/>
          </a:xfrm>
        </p:grpSpPr>
        <p:cxnSp>
          <p:nvCxnSpPr>
            <p:cNvPr id="24" name="直接箭头连接符 23"/>
            <p:cNvCxnSpPr/>
            <p:nvPr>
              <p:custDataLst>
                <p:tags r:id="rId33"/>
              </p:custDataLst>
            </p:nvPr>
          </p:nvCxnSpPr>
          <p:spPr>
            <a:xfrm rot="5400000" flipH="1" flipV="1">
              <a:off x="2247885" y="1943367"/>
              <a:ext cx="1752348" cy="1218918"/>
            </a:xfrm>
            <a:prstGeom prst="straightConnector1">
              <a:avLst/>
            </a:prstGeom>
            <a:ln w="762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5" name="矩形 106"/>
            <p:cNvSpPr>
              <a:spLocks noChangeArrowheads="1"/>
            </p:cNvSpPr>
            <p:nvPr>
              <p:custDataLst>
                <p:tags r:id="rId34"/>
              </p:custDataLst>
            </p:nvPr>
          </p:nvSpPr>
          <p:spPr bwMode="auto">
            <a:xfrm>
              <a:off x="3810000" y="1367135"/>
              <a:ext cx="594898" cy="461599"/>
            </a:xfrm>
            <a:prstGeom prst="rect">
              <a:avLst/>
            </a:prstGeom>
            <a:noFill/>
            <a:ln w="9525">
              <a:noFill/>
              <a:miter lim="800000"/>
            </a:ln>
          </p:spPr>
          <p:txBody>
            <a:bodyPr wrap="none">
              <a:spAutoFit/>
            </a:bodyPr>
            <a:lstStyle/>
            <a:p>
              <a:r>
                <a:rPr lang="en-US" altLang="zh-CN" sz="2400" b="1" i="1">
                  <a:solidFill>
                    <a:srgbClr val="7030A0"/>
                  </a:solidFill>
                  <a:latin typeface="Times New Roman" panose="02020603050405020304" pitchFamily="18" charset="0"/>
                  <a:ea typeface="微软雅黑" pitchFamily="34" charset="-122"/>
                </a:rPr>
                <a:t>F</a:t>
              </a:r>
              <a:r>
                <a:rPr lang="zh-CN" altLang="en-US" sz="2400" b="1" i="1" baseline="-25000">
                  <a:solidFill>
                    <a:srgbClr val="7030A0"/>
                  </a:solidFill>
                  <a:latin typeface="Times New Roman" panose="02020603050405020304" pitchFamily="18" charset="0"/>
                  <a:ea typeface="微软雅黑" pitchFamily="34" charset="-122"/>
                </a:rPr>
                <a:t>合</a:t>
              </a:r>
              <a:endParaRPr lang="zh-CN" altLang="en-US" sz="2400" b="1">
                <a:solidFill>
                  <a:srgbClr val="7030A0"/>
                </a:solidFill>
                <a:latin typeface="Times New Roman" panose="02020603050405020304" pitchFamily="18" charset="0"/>
                <a:ea typeface="微软雅黑" pitchFamily="34" charset="-122"/>
              </a:endParaRPr>
            </a:p>
          </p:txBody>
        </p:sp>
      </p:grpSp>
      <p:sp>
        <p:nvSpPr>
          <p:cNvPr id="26" name="Text Box 5"/>
          <p:cNvSpPr txBox="1">
            <a:spLocks noChangeArrowheads="1"/>
          </p:cNvSpPr>
          <p:nvPr>
            <p:custDataLst>
              <p:tags r:id="rId13"/>
            </p:custDataLst>
          </p:nvPr>
        </p:nvSpPr>
        <p:spPr bwMode="auto">
          <a:xfrm>
            <a:off x="166654" y="4143888"/>
            <a:ext cx="7772400" cy="386958"/>
          </a:xfrm>
          <a:prstGeom prst="rect">
            <a:avLst/>
          </a:prstGeom>
          <a:noFill/>
          <a:ln w="9525">
            <a:noFill/>
            <a:miter lim="800000"/>
          </a:ln>
        </p:spPr>
        <p:txBody>
          <a:bodyPr lIns="108896" tIns="54448" rIns="108896" bIns="54448">
            <a:spAutoFit/>
          </a:bodyPr>
          <a:lstStyle/>
          <a:p>
            <a:r>
              <a:rPr lang="zh-CN" altLang="en-US" dirty="0">
                <a:latin typeface="Times New Roman" panose="02020603050405020304" pitchFamily="18" charset="0"/>
                <a:ea typeface="微软雅黑" pitchFamily="34" charset="-122"/>
              </a:rPr>
              <a:t>合力大小                                     ， 方向</a:t>
            </a:r>
          </a:p>
        </p:txBody>
      </p:sp>
      <mc:AlternateContent xmlns:mc="http://schemas.openxmlformats.org/markup-compatibility/2006" xmlns:a14="http://schemas.microsoft.com/office/drawing/2010/main">
        <mc:Choice Requires="a14">
          <p:sp>
            <p:nvSpPr>
              <p:cNvPr id="27" name="Object 4"/>
              <p:cNvSpPr txBox="1"/>
              <p:nvPr/>
            </p:nvSpPr>
            <p:spPr>
              <a:xfrm>
                <a:off x="4014754" y="3996845"/>
                <a:ext cx="5578286" cy="1065212"/>
              </a:xfrm>
              <a:prstGeom prst="rect">
                <a:avLst/>
              </a:prstGeom>
              <a:noFill/>
            </p:spPr>
            <p:txBody>
              <a:bodyPr>
                <a:normAutofit/>
              </a:bodyPr>
              <a:lstStyle/>
              <a:p>
                <a14:m>
                  <m:oMath xmlns:m="http://schemas.openxmlformats.org/officeDocument/2006/math">
                    <m:func>
                      <m:funcPr>
                        <m:ctrlPr>
                          <a:rPr lang="zh-CN" altLang="en-US" i="1" smtClean="0">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tan</m:t>
                        </m:r>
                      </m:fName>
                      <m:e>
                        <m:r>
                          <a:rPr lang="en-US" altLang="zh-CN" b="0" i="1" smtClean="0">
                            <a:solidFill>
                              <a:srgbClr val="000000"/>
                            </a:solidFill>
                            <a:latin typeface="Cambria Math" panose="02040503050406030204" pitchFamily="18" charset="0"/>
                          </a:rPr>
                          <m:t>𝜃</m:t>
                        </m:r>
                      </m:e>
                    </m:fun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合</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合</m:t>
                            </m:r>
                          </m:sub>
                        </m:sSub>
                      </m:den>
                    </m:f>
                  </m:oMath>
                </a14:m>
                <a:r>
                  <a:rPr lang="en-US" altLang="zh-CN" dirty="0"/>
                  <a:t>,</a:t>
                </a:r>
                <a:r>
                  <a:rPr lang="zh-CN" altLang="en-US" dirty="0"/>
                  <a:t>为合力与</a:t>
                </a:r>
                <a:r>
                  <a:rPr lang="en-US" altLang="zh-CN" dirty="0"/>
                  <a:t>x</a:t>
                </a:r>
                <a:r>
                  <a:rPr lang="zh-CN" altLang="en-US" dirty="0"/>
                  <a:t>轴方向夹角，范围</a:t>
                </a:r>
                <a:r>
                  <a:rPr lang="en-US" altLang="zh-CN" dirty="0"/>
                  <a:t>0~90°</a:t>
                </a:r>
                <a:endParaRPr lang="zh-CN" altLang="en-US" dirty="0"/>
              </a:p>
            </p:txBody>
          </p:sp>
        </mc:Choice>
        <mc:Fallback xmlns="">
          <p:sp>
            <p:nvSpPr>
              <p:cNvPr id="27" name="Object 4"/>
              <p:cNvSpPr txBox="1">
                <a:spLocks noRot="1" noChangeAspect="1" noMove="1" noResize="1" noEditPoints="1" noAdjustHandles="1" noChangeArrowheads="1" noChangeShapeType="1" noTextEdit="1"/>
              </p:cNvSpPr>
              <p:nvPr/>
            </p:nvSpPr>
            <p:spPr>
              <a:xfrm>
                <a:off x="4014754" y="3996845"/>
                <a:ext cx="5578286" cy="1065212"/>
              </a:xfrm>
              <a:prstGeom prst="rect">
                <a:avLst/>
              </a:prstGeom>
              <a:blipFill>
                <a:blip r:embed="rId46"/>
                <a:stretch>
                  <a:fillRect/>
                </a:stretch>
              </a:blipFill>
            </p:spPr>
            <p:txBody>
              <a:bodyPr/>
              <a:lstStyle/>
              <a:p>
                <a:r>
                  <a:rPr lang="zh-CN" altLang="en-US">
                    <a:noFill/>
                  </a:rPr>
                  <a:t> </a:t>
                </a:r>
              </a:p>
            </p:txBody>
          </p:sp>
        </mc:Fallback>
      </mc:AlternateContent>
      <p:grpSp>
        <p:nvGrpSpPr>
          <p:cNvPr id="28" name="组合 112"/>
          <p:cNvGrpSpPr/>
          <p:nvPr>
            <p:custDataLst>
              <p:tags r:id="rId14"/>
            </p:custDataLst>
          </p:nvPr>
        </p:nvGrpSpPr>
        <p:grpSpPr>
          <a:xfrm>
            <a:off x="317467" y="1628754"/>
            <a:ext cx="3125787" cy="2208213"/>
            <a:chOff x="912812" y="2286794"/>
            <a:chExt cx="3125788" cy="2209006"/>
          </a:xfrm>
        </p:grpSpPr>
        <p:cxnSp>
          <p:nvCxnSpPr>
            <p:cNvPr id="29" name="直接箭头连接符 28"/>
            <p:cNvCxnSpPr/>
            <p:nvPr>
              <p:custDataLst>
                <p:tags r:id="rId21"/>
              </p:custDataLst>
            </p:nvPr>
          </p:nvCxnSpPr>
          <p:spPr>
            <a:xfrm rot="5400000" flipH="1" flipV="1">
              <a:off x="1942101" y="2857705"/>
              <a:ext cx="1143410" cy="1587"/>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custDataLst>
                <p:tags r:id="rId22"/>
              </p:custDataLst>
            </p:nvPr>
          </p:nvCxnSpPr>
          <p:spPr>
            <a:xfrm rot="10800000">
              <a:off x="914399" y="3428617"/>
              <a:ext cx="1600201"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custDataLst>
                <p:tags r:id="rId23"/>
              </p:custDataLst>
            </p:nvPr>
          </p:nvCxnSpPr>
          <p:spPr>
            <a:xfrm>
              <a:off x="2514600" y="3428617"/>
              <a:ext cx="1524000"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custDataLst>
                <p:tags r:id="rId24"/>
              </p:custDataLst>
            </p:nvPr>
          </p:nvCxnSpPr>
          <p:spPr>
            <a:xfrm rot="5400000">
              <a:off x="1981802" y="3961414"/>
              <a:ext cx="1067183"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25"/>
              </p:custDataLst>
            </p:nvPr>
          </p:nvCxnSpPr>
          <p:spPr>
            <a:xfrm>
              <a:off x="2514600" y="2359845"/>
              <a:ext cx="1447800" cy="1589"/>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26"/>
              </p:custDataLst>
            </p:nvPr>
          </p:nvCxnSpPr>
          <p:spPr>
            <a:xfrm>
              <a:off x="914399" y="2742571"/>
              <a:ext cx="1600201"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27"/>
              </p:custDataLst>
            </p:nvPr>
          </p:nvCxnSpPr>
          <p:spPr>
            <a:xfrm>
              <a:off x="2514600" y="4494211"/>
              <a:ext cx="533400" cy="1589"/>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28"/>
              </p:custDataLst>
            </p:nvPr>
          </p:nvCxnSpPr>
          <p:spPr>
            <a:xfrm rot="5400000">
              <a:off x="608697" y="3124501"/>
              <a:ext cx="609819"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29"/>
              </p:custDataLst>
            </p:nvPr>
          </p:nvCxnSpPr>
          <p:spPr>
            <a:xfrm rot="5400000">
              <a:off x="2515202" y="3961414"/>
              <a:ext cx="1067183"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30"/>
              </p:custDataLst>
            </p:nvPr>
          </p:nvCxnSpPr>
          <p:spPr>
            <a:xfrm rot="5400000">
              <a:off x="3429602" y="2894231"/>
              <a:ext cx="1067183"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custDataLst>
                <p:tags r:id="rId31"/>
              </p:custDataLst>
            </p:nvPr>
          </p:nvCxnSpPr>
          <p:spPr>
            <a:xfrm>
              <a:off x="2514600" y="3428617"/>
              <a:ext cx="609600" cy="158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32"/>
              </p:custDataLst>
            </p:nvPr>
          </p:nvCxnSpPr>
          <p:spPr>
            <a:xfrm rot="5400000" flipH="1" flipV="1">
              <a:off x="2133464" y="3047480"/>
              <a:ext cx="762274" cy="3175"/>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grpSp>
        <p:nvGrpSpPr>
          <p:cNvPr id="41" name="组合 114"/>
          <p:cNvGrpSpPr/>
          <p:nvPr>
            <p:custDataLst>
              <p:tags r:id="rId15"/>
            </p:custDataLst>
          </p:nvPr>
        </p:nvGrpSpPr>
        <p:grpSpPr>
          <a:xfrm>
            <a:off x="1157254" y="785792"/>
            <a:ext cx="2368550" cy="2519362"/>
            <a:chOff x="1752600" y="1443335"/>
            <a:chExt cx="2369218" cy="2519065"/>
          </a:xfrm>
        </p:grpSpPr>
        <p:sp>
          <p:nvSpPr>
            <p:cNvPr id="42" name="矩形 103"/>
            <p:cNvSpPr>
              <a:spLocks noChangeArrowheads="1"/>
            </p:cNvSpPr>
            <p:nvPr>
              <p:custDataLst>
                <p:tags r:id="rId17"/>
              </p:custDataLst>
            </p:nvPr>
          </p:nvSpPr>
          <p:spPr bwMode="auto">
            <a:xfrm>
              <a:off x="1752600" y="1443335"/>
              <a:ext cx="692818" cy="461665"/>
            </a:xfrm>
            <a:prstGeom prst="rect">
              <a:avLst/>
            </a:prstGeom>
            <a:noFill/>
            <a:ln w="9525">
              <a:noFill/>
              <a:miter lim="800000"/>
            </a:ln>
          </p:spPr>
          <p:txBody>
            <a:bodyPr wrap="none">
              <a:spAutoFit/>
            </a:bodyPr>
            <a:lstStyle/>
            <a:p>
              <a:r>
                <a:rPr lang="en-US" altLang="zh-CN" sz="2400" b="1" i="1">
                  <a:solidFill>
                    <a:srgbClr val="7030A0"/>
                  </a:solidFill>
                  <a:latin typeface="Times New Roman" panose="02020603050405020304" pitchFamily="18" charset="0"/>
                  <a:ea typeface="微软雅黑" pitchFamily="34" charset="-122"/>
                </a:rPr>
                <a:t>F</a:t>
              </a:r>
              <a:r>
                <a:rPr lang="en-US" altLang="zh-CN" sz="2400" b="1" i="1" baseline="-25000">
                  <a:solidFill>
                    <a:srgbClr val="7030A0"/>
                  </a:solidFill>
                  <a:latin typeface="Times New Roman" panose="02020603050405020304" pitchFamily="18" charset="0"/>
                  <a:ea typeface="微软雅黑" pitchFamily="34" charset="-122"/>
                </a:rPr>
                <a:t>y</a:t>
              </a:r>
              <a:r>
                <a:rPr lang="zh-CN" altLang="en-US" sz="2400" b="1" i="1" baseline="-25000">
                  <a:solidFill>
                    <a:srgbClr val="7030A0"/>
                  </a:solidFill>
                  <a:latin typeface="Times New Roman" panose="02020603050405020304" pitchFamily="18" charset="0"/>
                  <a:ea typeface="微软雅黑" pitchFamily="34" charset="-122"/>
                </a:rPr>
                <a:t>合</a:t>
              </a:r>
              <a:endParaRPr lang="zh-CN" altLang="en-US" sz="2400" b="1">
                <a:solidFill>
                  <a:srgbClr val="7030A0"/>
                </a:solidFill>
                <a:latin typeface="Times New Roman" panose="02020603050405020304" pitchFamily="18" charset="0"/>
                <a:ea typeface="微软雅黑" pitchFamily="34" charset="-122"/>
              </a:endParaRPr>
            </a:p>
          </p:txBody>
        </p:sp>
        <p:sp>
          <p:nvSpPr>
            <p:cNvPr id="43" name="矩形 105"/>
            <p:cNvSpPr>
              <a:spLocks noChangeArrowheads="1"/>
            </p:cNvSpPr>
            <p:nvPr>
              <p:custDataLst>
                <p:tags r:id="rId18"/>
              </p:custDataLst>
            </p:nvPr>
          </p:nvSpPr>
          <p:spPr bwMode="auto">
            <a:xfrm>
              <a:off x="3429000" y="3500735"/>
              <a:ext cx="692818" cy="461665"/>
            </a:xfrm>
            <a:prstGeom prst="rect">
              <a:avLst/>
            </a:prstGeom>
            <a:noFill/>
            <a:ln w="9525">
              <a:noFill/>
              <a:miter lim="800000"/>
            </a:ln>
          </p:spPr>
          <p:txBody>
            <a:bodyPr wrap="none">
              <a:spAutoFit/>
            </a:bodyPr>
            <a:lstStyle/>
            <a:p>
              <a:r>
                <a:rPr lang="en-US" altLang="zh-CN" sz="2400" b="1" i="1">
                  <a:solidFill>
                    <a:srgbClr val="7030A0"/>
                  </a:solidFill>
                  <a:latin typeface="Times New Roman" panose="02020603050405020304" pitchFamily="18" charset="0"/>
                  <a:ea typeface="微软雅黑" pitchFamily="34" charset="-122"/>
                </a:rPr>
                <a:t>F</a:t>
              </a:r>
              <a:r>
                <a:rPr lang="en-US" altLang="zh-CN" sz="2400" b="1" i="1" baseline="-25000">
                  <a:solidFill>
                    <a:srgbClr val="7030A0"/>
                  </a:solidFill>
                  <a:latin typeface="Times New Roman" panose="02020603050405020304" pitchFamily="18" charset="0"/>
                  <a:ea typeface="微软雅黑" pitchFamily="34" charset="-122"/>
                </a:rPr>
                <a:t>x</a:t>
              </a:r>
              <a:r>
                <a:rPr lang="zh-CN" altLang="en-US" sz="2400" b="1" i="1" baseline="-25000">
                  <a:solidFill>
                    <a:srgbClr val="7030A0"/>
                  </a:solidFill>
                  <a:latin typeface="Times New Roman" panose="02020603050405020304" pitchFamily="18" charset="0"/>
                  <a:ea typeface="微软雅黑" pitchFamily="34" charset="-122"/>
                </a:rPr>
                <a:t>合</a:t>
              </a:r>
              <a:endParaRPr lang="zh-CN" altLang="en-US" sz="2400" b="1">
                <a:solidFill>
                  <a:srgbClr val="7030A0"/>
                </a:solidFill>
                <a:latin typeface="Times New Roman" panose="02020603050405020304" pitchFamily="18" charset="0"/>
                <a:ea typeface="微软雅黑" pitchFamily="34" charset="-122"/>
              </a:endParaRPr>
            </a:p>
          </p:txBody>
        </p:sp>
        <p:cxnSp>
          <p:nvCxnSpPr>
            <p:cNvPr id="44" name="直接箭头连接符 43"/>
            <p:cNvCxnSpPr/>
            <p:nvPr>
              <p:custDataLst>
                <p:tags r:id="rId19"/>
              </p:custDataLst>
            </p:nvPr>
          </p:nvCxnSpPr>
          <p:spPr>
            <a:xfrm>
              <a:off x="2514815" y="3427476"/>
              <a:ext cx="1219544" cy="1587"/>
            </a:xfrm>
            <a:prstGeom prst="straightConnector1">
              <a:avLst/>
            </a:prstGeom>
            <a:ln w="76200">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custDataLst>
                <p:tags r:id="rId20"/>
              </p:custDataLst>
            </p:nvPr>
          </p:nvCxnSpPr>
          <p:spPr>
            <a:xfrm rot="5400000" flipH="1" flipV="1">
              <a:off x="1637825" y="2552072"/>
              <a:ext cx="1752393" cy="1587"/>
            </a:xfrm>
            <a:prstGeom prst="straightConnector1">
              <a:avLst/>
            </a:prstGeom>
            <a:ln w="76200">
              <a:solidFill>
                <a:srgbClr val="7030A0"/>
              </a:solidFill>
              <a:tailEnd type="arrow"/>
            </a:ln>
          </p:spPr>
          <p:style>
            <a:lnRef idx="1">
              <a:schemeClr val="accent1"/>
            </a:lnRef>
            <a:fillRef idx="0">
              <a:schemeClr val="accent1"/>
            </a:fillRef>
            <a:effectRef idx="0">
              <a:schemeClr val="accent1"/>
            </a:effectRef>
            <a:fontRef idx="minor">
              <a:schemeClr val="tx1"/>
            </a:fontRef>
          </p:style>
        </p:cxnSp>
      </p:grpSp>
      <p:sp>
        <p:nvSpPr>
          <p:cNvPr id="46" name="云形标注 45"/>
          <p:cNvSpPr/>
          <p:nvPr>
            <p:custDataLst>
              <p:tags r:id="rId16"/>
            </p:custDataLst>
          </p:nvPr>
        </p:nvSpPr>
        <p:spPr>
          <a:xfrm>
            <a:off x="6371839" y="2455464"/>
            <a:ext cx="2759421" cy="857238"/>
          </a:xfrm>
          <a:prstGeom prst="cloudCallout">
            <a:avLst>
              <a:gd name="adj1" fmla="val -23982"/>
              <a:gd name="adj2" fmla="val 6170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经验：让更多的</a:t>
            </a:r>
            <a:endParaRPr lang="en-US" altLang="zh-CN" dirty="0"/>
          </a:p>
          <a:p>
            <a:pPr algn="ctr">
              <a:defRPr/>
            </a:pPr>
            <a:r>
              <a:rPr lang="zh-CN" altLang="en-US" dirty="0"/>
              <a:t>落在坐标轴上</a:t>
            </a:r>
          </a:p>
        </p:txBody>
      </p:sp>
    </p:spTree>
    <p:extLst>
      <p:ext uri="{BB962C8B-B14F-4D97-AF65-F5344CB8AC3E}">
        <p14:creationId xmlns:p14="http://schemas.microsoft.com/office/powerpoint/2010/main" val="12480170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xit" presetSubtype="10" fill="hold" nodeType="clickEffect">
                                  <p:stCondLst>
                                    <p:cond delay="0"/>
                                  </p:stCondLst>
                                  <p:childTnLst>
                                    <p:animEffect transition="out" filter="blinds(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blinds(horizontal)">
                                      <p:cBhvr>
                                        <p:cTn id="22" dur="500"/>
                                        <p:tgtEl>
                                          <p:spTgt spid="41"/>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xit" presetSubtype="10" fill="hold" nodeType="clickEffect">
                                  <p:stCondLst>
                                    <p:cond delay="0"/>
                                  </p:stCondLst>
                                  <p:childTnLst>
                                    <p:animEffect transition="out" filter="blinds(horizontal)">
                                      <p:cBhvr>
                                        <p:cTn id="26" dur="500"/>
                                        <p:tgtEl>
                                          <p:spTgt spid="28"/>
                                        </p:tgtEl>
                                      </p:cBhvr>
                                    </p:animEffect>
                                    <p:set>
                                      <p:cBhvr>
                                        <p:cTn id="27" dur="1" fill="hold">
                                          <p:stCondLst>
                                            <p:cond delay="499"/>
                                          </p:stCondLst>
                                        </p:cTn>
                                        <p:tgtEl>
                                          <p:spTgt spid="28"/>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after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nodeType="clickPar">
                      <p:stCondLst>
                        <p:cond delay="indefinite"/>
                      </p:stCondLst>
                      <p:childTnLst>
                        <p:par>
                          <p:cTn id="34" fill="hold" nodeType="after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par>
                    <p:cTn id="38" fill="hold" nodeType="clickPar">
                      <p:stCondLst>
                        <p:cond delay="indefinite"/>
                      </p:stCondLst>
                      <p:childTnLst>
                        <p:par>
                          <p:cTn id="39" fill="hold" nodeType="afterGroup">
                            <p:stCondLst>
                              <p:cond delay="0"/>
                            </p:stCondLst>
                            <p:childTnLst>
                              <p:par>
                                <p:cTn id="40" presetID="3" presetClass="exit" presetSubtype="10" fill="hold" nodeType="clickEffect">
                                  <p:stCondLst>
                                    <p:cond delay="0"/>
                                  </p:stCondLst>
                                  <p:childTnLst>
                                    <p:animEffect transition="out" filter="blinds(horizontal)">
                                      <p:cBhvr>
                                        <p:cTn id="41" dur="500"/>
                                        <p:tgtEl>
                                          <p:spTgt spid="41"/>
                                        </p:tgtEl>
                                      </p:cBhvr>
                                    </p:animEffect>
                                    <p:set>
                                      <p:cBhvr>
                                        <p:cTn id="42" dur="1" fill="hold">
                                          <p:stCondLst>
                                            <p:cond delay="499"/>
                                          </p:stCondLst>
                                        </p:cTn>
                                        <p:tgtEl>
                                          <p:spTgt spid="41"/>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afterGroup">
                            <p:stCondLst>
                              <p:cond delay="0"/>
                            </p:stCondLst>
                            <p:childTnLst>
                              <p:par>
                                <p:cTn id="45" presetID="3" presetClass="exit" presetSubtype="10" fill="hold" nodeType="clickEffect">
                                  <p:stCondLst>
                                    <p:cond delay="0"/>
                                  </p:stCondLst>
                                  <p:childTnLst>
                                    <p:animEffect transition="out" filter="blinds(horizontal)">
                                      <p:cBhvr>
                                        <p:cTn id="46" dur="500"/>
                                        <p:tgtEl>
                                          <p:spTgt spid="6"/>
                                        </p:tgtEl>
                                      </p:cBhvr>
                                    </p:animEffect>
                                    <p:set>
                                      <p:cBhvr>
                                        <p:cTn id="47" dur="1" fill="hold">
                                          <p:stCondLst>
                                            <p:cond delay="499"/>
                                          </p:stCondLst>
                                        </p:cTn>
                                        <p:tgtEl>
                                          <p:spTgt spid="6"/>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after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ipe(down)">
                                      <p:cBhvr>
                                        <p:cTn id="5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rgbClr val="FF0000"/>
                </a:solidFill>
              </a:rPr>
              <a:t>应用：用正交分解方法求合力</a:t>
            </a:r>
            <a:endParaRPr lang="zh-CN" altLang="en-US" dirty="0"/>
          </a:p>
        </p:txBody>
      </p:sp>
      <p:sp>
        <p:nvSpPr>
          <p:cNvPr id="3" name="Rectangle 42"/>
          <p:cNvSpPr>
            <a:spLocks noChangeArrowheads="1"/>
          </p:cNvSpPr>
          <p:nvPr>
            <p:custDataLst>
              <p:tags r:id="rId2"/>
            </p:custDataLst>
          </p:nvPr>
        </p:nvSpPr>
        <p:spPr bwMode="auto">
          <a:xfrm>
            <a:off x="-32" y="385570"/>
            <a:ext cx="8786874" cy="971734"/>
          </a:xfrm>
          <a:prstGeom prst="rect">
            <a:avLst/>
          </a:prstGeom>
          <a:noFill/>
          <a:ln w="9525">
            <a:noFill/>
            <a:miter lim="800000"/>
          </a:ln>
        </p:spPr>
        <p:txBody>
          <a:bodyPr wrap="square" lIns="108896" tIns="54448" rIns="108896" bIns="54448" anchor="ctr">
            <a:spAutoFit/>
          </a:bodyPr>
          <a:lstStyle/>
          <a:p>
            <a:r>
              <a:rPr lang="zh-CN" altLang="en-US" sz="2800" b="1">
                <a:latin typeface="+mn-ea"/>
                <a:cs typeface="Times New Roman" pitchFamily="18" charset="0"/>
              </a:rPr>
              <a:t>三个共点力</a:t>
            </a:r>
            <a:r>
              <a:rPr lang="en-US" altLang="zh-CN" sz="2800" b="1" i="1">
                <a:latin typeface="+mn-ea"/>
                <a:cs typeface="Times New Roman" pitchFamily="18" charset="0"/>
              </a:rPr>
              <a:t>F</a:t>
            </a:r>
            <a:r>
              <a:rPr lang="en-US" altLang="zh-CN" sz="2800" b="1" baseline="-25000">
                <a:latin typeface="+mn-ea"/>
                <a:cs typeface="Times New Roman" pitchFamily="18" charset="0"/>
              </a:rPr>
              <a:t>1</a:t>
            </a:r>
            <a:r>
              <a:rPr lang="en-US" altLang="zh-CN" sz="2800" b="1">
                <a:latin typeface="+mn-ea"/>
                <a:cs typeface="Times New Roman" pitchFamily="18" charset="0"/>
              </a:rPr>
              <a:t>=20 N</a:t>
            </a:r>
            <a:r>
              <a:rPr lang="zh-CN" altLang="en-US" sz="2800" b="1">
                <a:latin typeface="+mn-ea"/>
                <a:cs typeface="Times New Roman" pitchFamily="18" charset="0"/>
              </a:rPr>
              <a:t>、</a:t>
            </a:r>
            <a:r>
              <a:rPr lang="en-US" altLang="zh-CN" sz="2800" b="1" i="1">
                <a:latin typeface="+mn-ea"/>
                <a:cs typeface="Times New Roman" pitchFamily="18" charset="0"/>
              </a:rPr>
              <a:t>F</a:t>
            </a:r>
            <a:r>
              <a:rPr lang="en-US" altLang="zh-CN" sz="2800" b="1" baseline="-25000">
                <a:latin typeface="+mn-ea"/>
                <a:cs typeface="Times New Roman" pitchFamily="18" charset="0"/>
              </a:rPr>
              <a:t>2</a:t>
            </a:r>
            <a:r>
              <a:rPr lang="en-US" altLang="zh-CN" sz="2800" b="1">
                <a:latin typeface="+mn-ea"/>
                <a:cs typeface="Times New Roman" pitchFamily="18" charset="0"/>
              </a:rPr>
              <a:t>=30 N</a:t>
            </a:r>
            <a:r>
              <a:rPr lang="zh-CN" altLang="en-US" sz="2800" b="1">
                <a:latin typeface="+mn-ea"/>
                <a:cs typeface="Times New Roman" pitchFamily="18" charset="0"/>
              </a:rPr>
              <a:t>、</a:t>
            </a:r>
            <a:r>
              <a:rPr lang="en-US" altLang="zh-CN" sz="2800" b="1" i="1">
                <a:latin typeface="+mn-ea"/>
                <a:cs typeface="Times New Roman" pitchFamily="18" charset="0"/>
              </a:rPr>
              <a:t>F</a:t>
            </a:r>
            <a:r>
              <a:rPr lang="en-US" altLang="zh-CN" sz="2800" b="1" baseline="-25000">
                <a:latin typeface="+mn-ea"/>
                <a:cs typeface="Times New Roman" pitchFamily="18" charset="0"/>
              </a:rPr>
              <a:t>3</a:t>
            </a:r>
            <a:r>
              <a:rPr lang="zh-CN" altLang="en-US" sz="2800" b="1">
                <a:latin typeface="+mn-ea"/>
                <a:cs typeface="Times New Roman" pitchFamily="18" charset="0"/>
              </a:rPr>
              <a:t>＝</a:t>
            </a:r>
            <a:r>
              <a:rPr lang="en-US" altLang="zh-CN" sz="2800" b="1">
                <a:latin typeface="+mn-ea"/>
                <a:cs typeface="Times New Roman" pitchFamily="18" charset="0"/>
              </a:rPr>
              <a:t>40 N</a:t>
            </a:r>
            <a:r>
              <a:rPr lang="zh-CN" altLang="en-US" sz="2800" b="1">
                <a:latin typeface="+mn-ea"/>
                <a:cs typeface="Times New Roman" pitchFamily="18" charset="0"/>
              </a:rPr>
              <a:t>，它们相互间的夹角为</a:t>
            </a:r>
            <a:r>
              <a:rPr lang="en-US" altLang="zh-CN" sz="2800" b="1">
                <a:latin typeface="+mn-ea"/>
                <a:cs typeface="Times New Roman" pitchFamily="18" charset="0"/>
              </a:rPr>
              <a:t>120</a:t>
            </a:r>
            <a:r>
              <a:rPr lang="en-US" altLang="zh-CN" sz="2800" b="1" baseline="30000">
                <a:latin typeface="+mn-ea"/>
                <a:cs typeface="Times New Roman" pitchFamily="18" charset="0"/>
              </a:rPr>
              <a:t>o</a:t>
            </a:r>
            <a:r>
              <a:rPr lang="zh-CN" altLang="en-US" sz="2800" b="1">
                <a:latin typeface="+mn-ea"/>
                <a:cs typeface="Times New Roman" pitchFamily="18" charset="0"/>
              </a:rPr>
              <a:t>，求它们的合力</a:t>
            </a:r>
            <a:r>
              <a:rPr lang="en-US" altLang="zh-CN" sz="1600" b="1">
                <a:latin typeface="+mn-ea"/>
                <a:cs typeface="Times New Roman" pitchFamily="18" charset="0"/>
              </a:rPr>
              <a:t>.</a:t>
            </a:r>
          </a:p>
        </p:txBody>
      </p:sp>
      <p:sp>
        <p:nvSpPr>
          <p:cNvPr id="4" name="Line 14"/>
          <p:cNvSpPr>
            <a:spLocks noChangeShapeType="1"/>
          </p:cNvSpPr>
          <p:nvPr>
            <p:custDataLst>
              <p:tags r:id="rId3"/>
            </p:custDataLst>
          </p:nvPr>
        </p:nvSpPr>
        <p:spPr bwMode="auto">
          <a:xfrm>
            <a:off x="-304800" y="2905114"/>
            <a:ext cx="5997575" cy="0"/>
          </a:xfrm>
          <a:prstGeom prst="line">
            <a:avLst/>
          </a:prstGeom>
          <a:noFill/>
          <a:ln w="28575">
            <a:solidFill>
              <a:srgbClr val="000000"/>
            </a:solidFill>
            <a:round/>
            <a:tailEnd type="triangle" w="med" len="med"/>
          </a:ln>
        </p:spPr>
        <p:txBody>
          <a:bodyPr lIns="108896" tIns="54448" rIns="108896" bIns="54448"/>
          <a:lstStyle/>
          <a:p>
            <a:endParaRPr lang="zh-CN" altLang="en-US"/>
          </a:p>
        </p:txBody>
      </p:sp>
      <p:sp>
        <p:nvSpPr>
          <p:cNvPr id="5" name="Line 4"/>
          <p:cNvSpPr>
            <a:spLocks noChangeShapeType="1"/>
          </p:cNvSpPr>
          <p:nvPr>
            <p:custDataLst>
              <p:tags r:id="rId4"/>
            </p:custDataLst>
          </p:nvPr>
        </p:nvSpPr>
        <p:spPr bwMode="auto">
          <a:xfrm flipV="1">
            <a:off x="2439988" y="1609714"/>
            <a:ext cx="1016000" cy="1295400"/>
          </a:xfrm>
          <a:prstGeom prst="line">
            <a:avLst/>
          </a:prstGeom>
          <a:noFill/>
          <a:ln w="57150">
            <a:solidFill>
              <a:schemeClr val="tx1"/>
            </a:solidFill>
            <a:round/>
            <a:tailEnd type="triangle" w="med" len="med"/>
          </a:ln>
        </p:spPr>
        <p:txBody>
          <a:bodyPr lIns="108896" tIns="54448" rIns="108896" bIns="54448"/>
          <a:lstStyle/>
          <a:p>
            <a:endParaRPr lang="zh-CN" altLang="en-US"/>
          </a:p>
        </p:txBody>
      </p:sp>
      <p:sp>
        <p:nvSpPr>
          <p:cNvPr id="6" name="Line 6"/>
          <p:cNvSpPr>
            <a:spLocks noChangeShapeType="1"/>
          </p:cNvSpPr>
          <p:nvPr>
            <p:custDataLst>
              <p:tags r:id="rId5"/>
            </p:custDataLst>
          </p:nvPr>
        </p:nvSpPr>
        <p:spPr bwMode="auto">
          <a:xfrm flipH="1">
            <a:off x="304800" y="2905114"/>
            <a:ext cx="2135188" cy="0"/>
          </a:xfrm>
          <a:prstGeom prst="line">
            <a:avLst/>
          </a:prstGeom>
          <a:noFill/>
          <a:ln w="57150">
            <a:solidFill>
              <a:srgbClr val="0000FF"/>
            </a:solidFill>
            <a:round/>
            <a:tailEnd type="triangle" w="med" len="med"/>
          </a:ln>
        </p:spPr>
        <p:txBody>
          <a:bodyPr lIns="108896" tIns="54448" rIns="108896" bIns="54448"/>
          <a:lstStyle/>
          <a:p>
            <a:endParaRPr lang="zh-CN" altLang="en-US"/>
          </a:p>
        </p:txBody>
      </p:sp>
      <p:sp>
        <p:nvSpPr>
          <p:cNvPr id="7" name="Line 7"/>
          <p:cNvSpPr>
            <a:spLocks noChangeShapeType="1"/>
          </p:cNvSpPr>
          <p:nvPr>
            <p:custDataLst>
              <p:tags r:id="rId6"/>
            </p:custDataLst>
          </p:nvPr>
        </p:nvSpPr>
        <p:spPr bwMode="auto">
          <a:xfrm>
            <a:off x="2439988" y="2905114"/>
            <a:ext cx="1625600" cy="1982788"/>
          </a:xfrm>
          <a:prstGeom prst="line">
            <a:avLst/>
          </a:prstGeom>
          <a:noFill/>
          <a:ln w="57150">
            <a:solidFill>
              <a:schemeClr val="tx1"/>
            </a:solidFill>
            <a:round/>
            <a:tailEnd type="triangle" w="med" len="med"/>
          </a:ln>
        </p:spPr>
        <p:txBody>
          <a:bodyPr lIns="108896" tIns="54448" rIns="108896" bIns="54448"/>
          <a:lstStyle/>
          <a:p>
            <a:endParaRPr lang="zh-CN" altLang="en-US"/>
          </a:p>
        </p:txBody>
      </p:sp>
      <p:sp>
        <p:nvSpPr>
          <p:cNvPr id="8" name="Freeform 8"/>
          <p:cNvSpPr/>
          <p:nvPr>
            <p:custDataLst>
              <p:tags r:id="rId7"/>
            </p:custDataLst>
          </p:nvPr>
        </p:nvSpPr>
        <p:spPr bwMode="auto">
          <a:xfrm>
            <a:off x="1936189" y="2627330"/>
            <a:ext cx="508000" cy="228600"/>
          </a:xfrm>
          <a:custGeom>
            <a:avLst/>
            <a:gdLst>
              <a:gd name="T0" fmla="*/ 0 w 336"/>
              <a:gd name="T1" fmla="*/ 2147483647 h 224"/>
              <a:gd name="T2" fmla="*/ 2147483647 w 336"/>
              <a:gd name="T3" fmla="*/ 2147483647 h 224"/>
              <a:gd name="T4" fmla="*/ 2147483647 w 336"/>
              <a:gd name="T5" fmla="*/ 2147483647 h 224"/>
              <a:gd name="T6" fmla="*/ 0 60000 65536"/>
              <a:gd name="T7" fmla="*/ 0 60000 65536"/>
              <a:gd name="T8" fmla="*/ 0 60000 65536"/>
              <a:gd name="T9" fmla="*/ 0 w 336"/>
              <a:gd name="T10" fmla="*/ 0 h 224"/>
              <a:gd name="T11" fmla="*/ 336 w 336"/>
              <a:gd name="T12" fmla="*/ 224 h 224"/>
            </a:gdLst>
            <a:ahLst/>
            <a:cxnLst>
              <a:cxn ang="T6">
                <a:pos x="T0" y="T1"/>
              </a:cxn>
              <a:cxn ang="T7">
                <a:pos x="T2" y="T3"/>
              </a:cxn>
              <a:cxn ang="T8">
                <a:pos x="T4" y="T5"/>
              </a:cxn>
            </a:cxnLst>
            <a:rect l="T9" t="T10" r="T11" b="T12"/>
            <a:pathLst>
              <a:path w="336" h="224">
                <a:moveTo>
                  <a:pt x="0" y="224"/>
                </a:moveTo>
                <a:cubicBezTo>
                  <a:pt x="20" y="144"/>
                  <a:pt x="40" y="64"/>
                  <a:pt x="96" y="32"/>
                </a:cubicBezTo>
                <a:cubicBezTo>
                  <a:pt x="152" y="0"/>
                  <a:pt x="296" y="32"/>
                  <a:pt x="336" y="32"/>
                </a:cubicBezTo>
              </a:path>
            </a:pathLst>
          </a:custGeom>
          <a:noFill/>
          <a:ln w="9525">
            <a:solidFill>
              <a:srgbClr val="000000"/>
            </a:solidFill>
            <a:round/>
          </a:ln>
        </p:spPr>
        <p:txBody>
          <a:bodyPr lIns="108896" tIns="54448" rIns="108896" bIns="54448"/>
          <a:lstStyle/>
          <a:p>
            <a:endParaRPr lang="zh-CN" altLang="en-US"/>
          </a:p>
        </p:txBody>
      </p:sp>
      <p:sp>
        <p:nvSpPr>
          <p:cNvPr id="9" name="Freeform 9"/>
          <p:cNvSpPr/>
          <p:nvPr>
            <p:custDataLst>
              <p:tags r:id="rId8"/>
            </p:custDataLst>
          </p:nvPr>
        </p:nvSpPr>
        <p:spPr bwMode="auto">
          <a:xfrm rot="13769076">
            <a:off x="1914334" y="2908489"/>
            <a:ext cx="533400" cy="304800"/>
          </a:xfrm>
          <a:custGeom>
            <a:avLst/>
            <a:gdLst>
              <a:gd name="T0" fmla="*/ 0 w 336"/>
              <a:gd name="T1" fmla="*/ 2147483647 h 224"/>
              <a:gd name="T2" fmla="*/ 2147483647 w 336"/>
              <a:gd name="T3" fmla="*/ 2147483647 h 224"/>
              <a:gd name="T4" fmla="*/ 2147483647 w 336"/>
              <a:gd name="T5" fmla="*/ 2147483647 h 224"/>
              <a:gd name="T6" fmla="*/ 0 60000 65536"/>
              <a:gd name="T7" fmla="*/ 0 60000 65536"/>
              <a:gd name="T8" fmla="*/ 0 60000 65536"/>
              <a:gd name="T9" fmla="*/ 0 w 336"/>
              <a:gd name="T10" fmla="*/ 0 h 224"/>
              <a:gd name="T11" fmla="*/ 336 w 336"/>
              <a:gd name="T12" fmla="*/ 224 h 224"/>
            </a:gdLst>
            <a:ahLst/>
            <a:cxnLst>
              <a:cxn ang="T6">
                <a:pos x="T0" y="T1"/>
              </a:cxn>
              <a:cxn ang="T7">
                <a:pos x="T2" y="T3"/>
              </a:cxn>
              <a:cxn ang="T8">
                <a:pos x="T4" y="T5"/>
              </a:cxn>
            </a:cxnLst>
            <a:rect l="T9" t="T10" r="T11" b="T12"/>
            <a:pathLst>
              <a:path w="336" h="224">
                <a:moveTo>
                  <a:pt x="0" y="224"/>
                </a:moveTo>
                <a:cubicBezTo>
                  <a:pt x="20" y="144"/>
                  <a:pt x="40" y="64"/>
                  <a:pt x="96" y="32"/>
                </a:cubicBezTo>
                <a:cubicBezTo>
                  <a:pt x="152" y="0"/>
                  <a:pt x="296" y="32"/>
                  <a:pt x="336" y="32"/>
                </a:cubicBezTo>
              </a:path>
            </a:pathLst>
          </a:custGeom>
          <a:noFill/>
          <a:ln w="9525">
            <a:solidFill>
              <a:srgbClr val="000000"/>
            </a:solidFill>
            <a:round/>
          </a:ln>
        </p:spPr>
        <p:txBody>
          <a:bodyPr lIns="108896" tIns="54448" rIns="108896" bIns="54448"/>
          <a:lstStyle/>
          <a:p>
            <a:endParaRPr lang="zh-CN" altLang="en-US"/>
          </a:p>
        </p:txBody>
      </p:sp>
      <p:sp>
        <p:nvSpPr>
          <p:cNvPr id="10" name="Freeform 10"/>
          <p:cNvSpPr/>
          <p:nvPr>
            <p:custDataLst>
              <p:tags r:id="rId9"/>
            </p:custDataLst>
          </p:nvPr>
        </p:nvSpPr>
        <p:spPr bwMode="auto">
          <a:xfrm rot="7770802">
            <a:off x="2419350" y="2692389"/>
            <a:ext cx="527050" cy="328613"/>
          </a:xfrm>
          <a:custGeom>
            <a:avLst/>
            <a:gdLst>
              <a:gd name="T0" fmla="*/ 0 w 336"/>
              <a:gd name="T1" fmla="*/ 2147483647 h 224"/>
              <a:gd name="T2" fmla="*/ 2147483647 w 336"/>
              <a:gd name="T3" fmla="*/ 2147483647 h 224"/>
              <a:gd name="T4" fmla="*/ 2147483647 w 336"/>
              <a:gd name="T5" fmla="*/ 2147483647 h 224"/>
              <a:gd name="T6" fmla="*/ 0 60000 65536"/>
              <a:gd name="T7" fmla="*/ 0 60000 65536"/>
              <a:gd name="T8" fmla="*/ 0 60000 65536"/>
              <a:gd name="T9" fmla="*/ 0 w 336"/>
              <a:gd name="T10" fmla="*/ 0 h 224"/>
              <a:gd name="T11" fmla="*/ 336 w 336"/>
              <a:gd name="T12" fmla="*/ 224 h 224"/>
            </a:gdLst>
            <a:ahLst/>
            <a:cxnLst>
              <a:cxn ang="T6">
                <a:pos x="T0" y="T1"/>
              </a:cxn>
              <a:cxn ang="T7">
                <a:pos x="T2" y="T3"/>
              </a:cxn>
              <a:cxn ang="T8">
                <a:pos x="T4" y="T5"/>
              </a:cxn>
            </a:cxnLst>
            <a:rect l="T9" t="T10" r="T11" b="T12"/>
            <a:pathLst>
              <a:path w="336" h="224">
                <a:moveTo>
                  <a:pt x="0" y="224"/>
                </a:moveTo>
                <a:cubicBezTo>
                  <a:pt x="20" y="144"/>
                  <a:pt x="40" y="64"/>
                  <a:pt x="96" y="32"/>
                </a:cubicBezTo>
                <a:cubicBezTo>
                  <a:pt x="152" y="0"/>
                  <a:pt x="296" y="32"/>
                  <a:pt x="336" y="32"/>
                </a:cubicBezTo>
              </a:path>
            </a:pathLst>
          </a:custGeom>
          <a:noFill/>
          <a:ln w="9525">
            <a:solidFill>
              <a:srgbClr val="000000"/>
            </a:solidFill>
            <a:round/>
          </a:ln>
        </p:spPr>
        <p:txBody>
          <a:bodyPr lIns="108896" tIns="54448" rIns="108896" bIns="54448"/>
          <a:lstStyle/>
          <a:p>
            <a:endParaRPr lang="zh-CN" altLang="en-US"/>
          </a:p>
        </p:txBody>
      </p:sp>
      <p:sp>
        <p:nvSpPr>
          <p:cNvPr id="11" name="Rectangle 11"/>
          <p:cNvSpPr>
            <a:spLocks noChangeArrowheads="1"/>
          </p:cNvSpPr>
          <p:nvPr>
            <p:custDataLst>
              <p:tags r:id="rId10"/>
            </p:custDataLst>
          </p:nvPr>
        </p:nvSpPr>
        <p:spPr bwMode="auto">
          <a:xfrm>
            <a:off x="2338388" y="2709852"/>
            <a:ext cx="901700" cy="557212"/>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a:latin typeface="Times New Roman" pitchFamily="18" charset="0"/>
                <a:ea typeface="黑体" pitchFamily="49" charset="-122"/>
              </a:rPr>
              <a:t>120</a:t>
            </a:r>
            <a:r>
              <a:rPr lang="en-US" altLang="zh-CN" sz="2900" b="1" baseline="30000">
                <a:latin typeface="Times New Roman" pitchFamily="18" charset="0"/>
                <a:ea typeface="黑体" pitchFamily="49" charset="-122"/>
              </a:rPr>
              <a:t>o</a:t>
            </a:r>
            <a:endParaRPr lang="zh-CN" altLang="en-US" sz="2900" b="1" baseline="30000">
              <a:latin typeface="Times New Roman" pitchFamily="18" charset="0"/>
              <a:ea typeface="黑体" pitchFamily="49" charset="-122"/>
            </a:endParaRPr>
          </a:p>
        </p:txBody>
      </p:sp>
      <p:sp>
        <p:nvSpPr>
          <p:cNvPr id="12" name="Rectangle 12"/>
          <p:cNvSpPr>
            <a:spLocks noChangeArrowheads="1"/>
          </p:cNvSpPr>
          <p:nvPr>
            <p:custDataLst>
              <p:tags r:id="rId11"/>
            </p:custDataLst>
          </p:nvPr>
        </p:nvSpPr>
        <p:spPr bwMode="auto">
          <a:xfrm>
            <a:off x="1423988" y="1947852"/>
            <a:ext cx="900112" cy="557212"/>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a:latin typeface="Times New Roman" pitchFamily="18" charset="0"/>
                <a:ea typeface="黑体" pitchFamily="49" charset="-122"/>
              </a:rPr>
              <a:t>120</a:t>
            </a:r>
            <a:r>
              <a:rPr lang="en-US" altLang="zh-CN" sz="2900" b="1" baseline="30000">
                <a:latin typeface="Times New Roman" pitchFamily="18" charset="0"/>
                <a:ea typeface="黑体" pitchFamily="49" charset="-122"/>
              </a:rPr>
              <a:t>o</a:t>
            </a:r>
            <a:endParaRPr lang="zh-CN" altLang="en-US" sz="2900" b="1" baseline="30000">
              <a:latin typeface="Times New Roman" pitchFamily="18" charset="0"/>
              <a:ea typeface="黑体" pitchFamily="49" charset="-122"/>
            </a:endParaRPr>
          </a:p>
        </p:txBody>
      </p:sp>
      <p:sp>
        <p:nvSpPr>
          <p:cNvPr id="13" name="Rectangle 13"/>
          <p:cNvSpPr>
            <a:spLocks noChangeArrowheads="1"/>
          </p:cNvSpPr>
          <p:nvPr>
            <p:custDataLst>
              <p:tags r:id="rId12"/>
            </p:custDataLst>
          </p:nvPr>
        </p:nvSpPr>
        <p:spPr bwMode="auto">
          <a:xfrm>
            <a:off x="1423988" y="3167052"/>
            <a:ext cx="900112" cy="557212"/>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a:latin typeface="Times New Roman" pitchFamily="18" charset="0"/>
                <a:ea typeface="黑体" pitchFamily="49" charset="-122"/>
              </a:rPr>
              <a:t>120</a:t>
            </a:r>
            <a:r>
              <a:rPr lang="en-US" altLang="zh-CN" sz="2900" b="1" baseline="30000">
                <a:latin typeface="Times New Roman" pitchFamily="18" charset="0"/>
                <a:ea typeface="黑体" pitchFamily="49" charset="-122"/>
              </a:rPr>
              <a:t>o</a:t>
            </a:r>
            <a:endParaRPr lang="zh-CN" altLang="en-US" sz="2900" b="1" baseline="30000">
              <a:latin typeface="Times New Roman" pitchFamily="18" charset="0"/>
              <a:ea typeface="黑体" pitchFamily="49" charset="-122"/>
            </a:endParaRPr>
          </a:p>
        </p:txBody>
      </p:sp>
      <p:sp>
        <p:nvSpPr>
          <p:cNvPr id="14" name="Line 15"/>
          <p:cNvSpPr>
            <a:spLocks noChangeShapeType="1"/>
          </p:cNvSpPr>
          <p:nvPr>
            <p:custDataLst>
              <p:tags r:id="rId13"/>
            </p:custDataLst>
          </p:nvPr>
        </p:nvSpPr>
        <p:spPr bwMode="auto">
          <a:xfrm flipH="1" flipV="1">
            <a:off x="2420938" y="1076314"/>
            <a:ext cx="44450" cy="4344988"/>
          </a:xfrm>
          <a:prstGeom prst="line">
            <a:avLst/>
          </a:prstGeom>
          <a:noFill/>
          <a:ln w="28575">
            <a:solidFill>
              <a:srgbClr val="000000"/>
            </a:solidFill>
            <a:round/>
            <a:tailEnd type="triangle" w="med" len="med"/>
          </a:ln>
        </p:spPr>
        <p:txBody>
          <a:bodyPr lIns="108896" tIns="54448" rIns="108896" bIns="54448"/>
          <a:lstStyle/>
          <a:p>
            <a:endParaRPr lang="zh-CN" altLang="en-US"/>
          </a:p>
        </p:txBody>
      </p:sp>
      <p:sp>
        <p:nvSpPr>
          <p:cNvPr id="15" name="Text Box 16"/>
          <p:cNvSpPr txBox="1">
            <a:spLocks noChangeArrowheads="1"/>
          </p:cNvSpPr>
          <p:nvPr>
            <p:custDataLst>
              <p:tags r:id="rId14"/>
            </p:custDataLst>
          </p:nvPr>
        </p:nvSpPr>
        <p:spPr bwMode="auto">
          <a:xfrm>
            <a:off x="5286375" y="1831950"/>
            <a:ext cx="404813" cy="557213"/>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x</a:t>
            </a:r>
            <a:endParaRPr lang="en-US" altLang="zh-CN" sz="2900" b="1" i="1" baseline="-25000">
              <a:latin typeface="Times New Roman" pitchFamily="18" charset="0"/>
              <a:ea typeface="黑体" pitchFamily="49" charset="-122"/>
            </a:endParaRPr>
          </a:p>
        </p:txBody>
      </p:sp>
      <p:sp>
        <p:nvSpPr>
          <p:cNvPr id="16" name="Text Box 17"/>
          <p:cNvSpPr txBox="1">
            <a:spLocks noChangeArrowheads="1"/>
          </p:cNvSpPr>
          <p:nvPr>
            <p:custDataLst>
              <p:tags r:id="rId15"/>
            </p:custDataLst>
          </p:nvPr>
        </p:nvSpPr>
        <p:spPr bwMode="auto">
          <a:xfrm>
            <a:off x="1931988" y="1000114"/>
            <a:ext cx="384175" cy="555625"/>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y</a:t>
            </a:r>
            <a:endParaRPr lang="en-US" altLang="zh-CN" sz="2900" b="1" i="1" baseline="-25000">
              <a:latin typeface="Times New Roman" pitchFamily="18" charset="0"/>
              <a:ea typeface="黑体" pitchFamily="49" charset="-122"/>
            </a:endParaRPr>
          </a:p>
        </p:txBody>
      </p:sp>
      <p:sp>
        <p:nvSpPr>
          <p:cNvPr id="17" name="Rectangle 18"/>
          <p:cNvSpPr>
            <a:spLocks noChangeArrowheads="1"/>
          </p:cNvSpPr>
          <p:nvPr>
            <p:custDataLst>
              <p:tags r:id="rId16"/>
            </p:custDataLst>
          </p:nvPr>
        </p:nvSpPr>
        <p:spPr bwMode="auto">
          <a:xfrm>
            <a:off x="-101600" y="2914639"/>
            <a:ext cx="1538288" cy="557213"/>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1</a:t>
            </a:r>
            <a:r>
              <a:rPr lang="en-US" altLang="zh-CN" sz="2900" b="1">
                <a:latin typeface="Times New Roman" pitchFamily="18" charset="0"/>
                <a:ea typeface="黑体" pitchFamily="49" charset="-122"/>
              </a:rPr>
              <a:t>=20 N</a:t>
            </a:r>
            <a:endParaRPr lang="zh-CN" altLang="en-US" sz="2900" b="1">
              <a:latin typeface="Times New Roman" pitchFamily="18" charset="0"/>
              <a:ea typeface="黑体" pitchFamily="49" charset="-122"/>
            </a:endParaRPr>
          </a:p>
        </p:txBody>
      </p:sp>
      <p:sp>
        <p:nvSpPr>
          <p:cNvPr id="18" name="Rectangle 19"/>
          <p:cNvSpPr>
            <a:spLocks noChangeArrowheads="1"/>
          </p:cNvSpPr>
          <p:nvPr>
            <p:custDataLst>
              <p:tags r:id="rId17"/>
            </p:custDataLst>
          </p:nvPr>
        </p:nvSpPr>
        <p:spPr bwMode="auto">
          <a:xfrm>
            <a:off x="3557588" y="1381114"/>
            <a:ext cx="1538287" cy="555625"/>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2</a:t>
            </a:r>
            <a:r>
              <a:rPr lang="en-US" altLang="zh-CN" sz="2900" b="1">
                <a:latin typeface="Times New Roman" pitchFamily="18" charset="0"/>
                <a:ea typeface="黑体" pitchFamily="49" charset="-122"/>
              </a:rPr>
              <a:t>=30 N</a:t>
            </a:r>
            <a:endParaRPr lang="zh-CN" altLang="en-US" sz="2900" b="1">
              <a:latin typeface="Times New Roman" pitchFamily="18" charset="0"/>
              <a:ea typeface="黑体" pitchFamily="49" charset="-122"/>
            </a:endParaRPr>
          </a:p>
        </p:txBody>
      </p:sp>
      <p:sp>
        <p:nvSpPr>
          <p:cNvPr id="19" name="Rectangle 20"/>
          <p:cNvSpPr>
            <a:spLocks noChangeArrowheads="1"/>
          </p:cNvSpPr>
          <p:nvPr>
            <p:custDataLst>
              <p:tags r:id="rId18"/>
            </p:custDataLst>
          </p:nvPr>
        </p:nvSpPr>
        <p:spPr bwMode="auto">
          <a:xfrm>
            <a:off x="3963988" y="4048114"/>
            <a:ext cx="1538287" cy="557213"/>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3</a:t>
            </a:r>
            <a:r>
              <a:rPr lang="en-US" altLang="zh-CN" sz="2900" b="1">
                <a:latin typeface="Times New Roman" pitchFamily="18" charset="0"/>
                <a:ea typeface="黑体" pitchFamily="49" charset="-122"/>
              </a:rPr>
              <a:t>=40 N</a:t>
            </a:r>
            <a:endParaRPr lang="zh-CN" altLang="en-US" sz="2900" b="1">
              <a:latin typeface="Times New Roman" pitchFamily="18" charset="0"/>
              <a:ea typeface="黑体" pitchFamily="49" charset="-122"/>
            </a:endParaRPr>
          </a:p>
        </p:txBody>
      </p:sp>
      <p:sp>
        <p:nvSpPr>
          <p:cNvPr id="20" name="Line 21"/>
          <p:cNvSpPr>
            <a:spLocks noChangeShapeType="1"/>
          </p:cNvSpPr>
          <p:nvPr>
            <p:custDataLst>
              <p:tags r:id="rId19"/>
            </p:custDataLst>
          </p:nvPr>
        </p:nvSpPr>
        <p:spPr bwMode="auto">
          <a:xfrm>
            <a:off x="2439988" y="1609714"/>
            <a:ext cx="914400" cy="0"/>
          </a:xfrm>
          <a:prstGeom prst="line">
            <a:avLst/>
          </a:prstGeom>
          <a:noFill/>
          <a:ln w="28575">
            <a:solidFill>
              <a:srgbClr val="000000"/>
            </a:solidFill>
            <a:prstDash val="dash"/>
            <a:round/>
          </a:ln>
        </p:spPr>
        <p:txBody>
          <a:bodyPr lIns="108896" tIns="54448" rIns="108896" bIns="54448"/>
          <a:lstStyle/>
          <a:p>
            <a:endParaRPr lang="zh-CN" altLang="en-US"/>
          </a:p>
        </p:txBody>
      </p:sp>
      <p:sp>
        <p:nvSpPr>
          <p:cNvPr id="21" name="Line 22"/>
          <p:cNvSpPr>
            <a:spLocks noChangeShapeType="1"/>
          </p:cNvSpPr>
          <p:nvPr>
            <p:custDataLst>
              <p:tags r:id="rId20"/>
            </p:custDataLst>
          </p:nvPr>
        </p:nvSpPr>
        <p:spPr bwMode="auto">
          <a:xfrm flipH="1">
            <a:off x="3455988" y="1609714"/>
            <a:ext cx="0" cy="1295400"/>
          </a:xfrm>
          <a:prstGeom prst="line">
            <a:avLst/>
          </a:prstGeom>
          <a:noFill/>
          <a:ln w="28575">
            <a:solidFill>
              <a:srgbClr val="000000"/>
            </a:solidFill>
            <a:prstDash val="dash"/>
            <a:round/>
          </a:ln>
        </p:spPr>
        <p:txBody>
          <a:bodyPr lIns="108896" tIns="54448" rIns="108896" bIns="54448"/>
          <a:lstStyle/>
          <a:p>
            <a:endParaRPr lang="zh-CN" altLang="en-US"/>
          </a:p>
        </p:txBody>
      </p:sp>
      <p:sp>
        <p:nvSpPr>
          <p:cNvPr id="22" name="Line 23"/>
          <p:cNvSpPr>
            <a:spLocks noChangeShapeType="1"/>
          </p:cNvSpPr>
          <p:nvPr>
            <p:custDataLst>
              <p:tags r:id="rId21"/>
            </p:custDataLst>
          </p:nvPr>
        </p:nvSpPr>
        <p:spPr bwMode="auto">
          <a:xfrm>
            <a:off x="2541588" y="4887902"/>
            <a:ext cx="1524000" cy="0"/>
          </a:xfrm>
          <a:prstGeom prst="line">
            <a:avLst/>
          </a:prstGeom>
          <a:noFill/>
          <a:ln w="28575">
            <a:solidFill>
              <a:srgbClr val="000000"/>
            </a:solidFill>
            <a:prstDash val="dash"/>
            <a:round/>
          </a:ln>
        </p:spPr>
        <p:txBody>
          <a:bodyPr lIns="108896" tIns="54448" rIns="108896" bIns="54448"/>
          <a:lstStyle/>
          <a:p>
            <a:endParaRPr lang="zh-CN" altLang="en-US"/>
          </a:p>
        </p:txBody>
      </p:sp>
      <p:sp>
        <p:nvSpPr>
          <p:cNvPr id="23" name="Line 24"/>
          <p:cNvSpPr>
            <a:spLocks noChangeShapeType="1"/>
          </p:cNvSpPr>
          <p:nvPr>
            <p:custDataLst>
              <p:tags r:id="rId22"/>
            </p:custDataLst>
          </p:nvPr>
        </p:nvSpPr>
        <p:spPr bwMode="auto">
          <a:xfrm flipH="1">
            <a:off x="4065588" y="2905114"/>
            <a:ext cx="0" cy="1906588"/>
          </a:xfrm>
          <a:prstGeom prst="line">
            <a:avLst/>
          </a:prstGeom>
          <a:noFill/>
          <a:ln w="28575">
            <a:solidFill>
              <a:srgbClr val="000000"/>
            </a:solidFill>
            <a:prstDash val="dash"/>
            <a:round/>
          </a:ln>
        </p:spPr>
        <p:txBody>
          <a:bodyPr lIns="108896" tIns="54448" rIns="108896" bIns="54448"/>
          <a:lstStyle/>
          <a:p>
            <a:endParaRPr lang="zh-CN" altLang="en-US"/>
          </a:p>
        </p:txBody>
      </p:sp>
      <p:sp>
        <p:nvSpPr>
          <p:cNvPr id="24" name="Line 25"/>
          <p:cNvSpPr>
            <a:spLocks noChangeShapeType="1"/>
          </p:cNvSpPr>
          <p:nvPr>
            <p:custDataLst>
              <p:tags r:id="rId23"/>
            </p:custDataLst>
          </p:nvPr>
        </p:nvSpPr>
        <p:spPr bwMode="auto">
          <a:xfrm>
            <a:off x="2439988" y="2905114"/>
            <a:ext cx="1117600" cy="0"/>
          </a:xfrm>
          <a:prstGeom prst="line">
            <a:avLst/>
          </a:prstGeom>
          <a:noFill/>
          <a:ln w="57150">
            <a:solidFill>
              <a:srgbClr val="FF0000"/>
            </a:solidFill>
            <a:round/>
            <a:tailEnd type="triangle" w="med" len="med"/>
          </a:ln>
        </p:spPr>
        <p:txBody>
          <a:bodyPr lIns="108896" tIns="54448" rIns="108896" bIns="54448"/>
          <a:lstStyle/>
          <a:p>
            <a:endParaRPr lang="zh-CN" altLang="en-US"/>
          </a:p>
        </p:txBody>
      </p:sp>
      <p:sp>
        <p:nvSpPr>
          <p:cNvPr id="25" name="Line 26"/>
          <p:cNvSpPr>
            <a:spLocks noChangeShapeType="1"/>
          </p:cNvSpPr>
          <p:nvPr>
            <p:custDataLst>
              <p:tags r:id="rId24"/>
            </p:custDataLst>
          </p:nvPr>
        </p:nvSpPr>
        <p:spPr bwMode="auto">
          <a:xfrm flipH="1" flipV="1">
            <a:off x="2439988" y="1609714"/>
            <a:ext cx="0" cy="1295400"/>
          </a:xfrm>
          <a:prstGeom prst="line">
            <a:avLst/>
          </a:prstGeom>
          <a:noFill/>
          <a:ln w="57150">
            <a:solidFill>
              <a:srgbClr val="FF0000"/>
            </a:solidFill>
            <a:round/>
            <a:tailEnd type="triangle" w="med" len="med"/>
          </a:ln>
        </p:spPr>
        <p:txBody>
          <a:bodyPr lIns="108896" tIns="54448" rIns="108896" bIns="54448"/>
          <a:lstStyle/>
          <a:p>
            <a:endParaRPr lang="zh-CN" altLang="en-US"/>
          </a:p>
        </p:txBody>
      </p:sp>
      <p:sp>
        <p:nvSpPr>
          <p:cNvPr id="26" name="Rectangle 27"/>
          <p:cNvSpPr>
            <a:spLocks noChangeArrowheads="1"/>
          </p:cNvSpPr>
          <p:nvPr>
            <p:custDataLst>
              <p:tags r:id="rId25"/>
            </p:custDataLst>
          </p:nvPr>
        </p:nvSpPr>
        <p:spPr bwMode="auto">
          <a:xfrm>
            <a:off x="3557588" y="2219314"/>
            <a:ext cx="715962" cy="557213"/>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2</a:t>
            </a:r>
            <a:r>
              <a:rPr lang="en-US" altLang="zh-CN" sz="2900" b="1" i="1" baseline="-25000">
                <a:latin typeface="Times New Roman" pitchFamily="18" charset="0"/>
                <a:ea typeface="黑体" pitchFamily="49" charset="-122"/>
              </a:rPr>
              <a:t>x</a:t>
            </a:r>
            <a:endParaRPr lang="zh-CN" altLang="en-US" sz="2900" b="1">
              <a:latin typeface="Times New Roman" pitchFamily="18" charset="0"/>
              <a:ea typeface="黑体" pitchFamily="49" charset="-122"/>
            </a:endParaRPr>
          </a:p>
        </p:txBody>
      </p:sp>
      <p:sp>
        <p:nvSpPr>
          <p:cNvPr id="27" name="Rectangle 28"/>
          <p:cNvSpPr>
            <a:spLocks noChangeArrowheads="1"/>
          </p:cNvSpPr>
          <p:nvPr>
            <p:custDataLst>
              <p:tags r:id="rId26"/>
            </p:custDataLst>
          </p:nvPr>
        </p:nvSpPr>
        <p:spPr bwMode="auto">
          <a:xfrm>
            <a:off x="1627188" y="1381114"/>
            <a:ext cx="701675" cy="555625"/>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2</a:t>
            </a:r>
            <a:r>
              <a:rPr lang="en-US" altLang="zh-CN" sz="2900" b="1" i="1" baseline="-25000">
                <a:latin typeface="Times New Roman" pitchFamily="18" charset="0"/>
                <a:ea typeface="黑体" pitchFamily="49" charset="-122"/>
              </a:rPr>
              <a:t>y</a:t>
            </a:r>
            <a:endParaRPr lang="zh-CN" altLang="en-US" sz="2900" b="1">
              <a:latin typeface="Times New Roman" pitchFamily="18" charset="0"/>
              <a:ea typeface="黑体" pitchFamily="49" charset="-122"/>
            </a:endParaRPr>
          </a:p>
        </p:txBody>
      </p:sp>
      <p:sp>
        <p:nvSpPr>
          <p:cNvPr id="28" name="Line 29"/>
          <p:cNvSpPr>
            <a:spLocks noChangeShapeType="1"/>
          </p:cNvSpPr>
          <p:nvPr>
            <p:custDataLst>
              <p:tags r:id="rId27"/>
            </p:custDataLst>
          </p:nvPr>
        </p:nvSpPr>
        <p:spPr bwMode="auto">
          <a:xfrm>
            <a:off x="2439988" y="2905114"/>
            <a:ext cx="1625600" cy="0"/>
          </a:xfrm>
          <a:prstGeom prst="line">
            <a:avLst/>
          </a:prstGeom>
          <a:noFill/>
          <a:ln w="57150">
            <a:solidFill>
              <a:srgbClr val="0000FF"/>
            </a:solidFill>
            <a:round/>
            <a:tailEnd type="triangle" w="med" len="med"/>
          </a:ln>
        </p:spPr>
        <p:txBody>
          <a:bodyPr lIns="108896" tIns="54448" rIns="108896" bIns="54448"/>
          <a:lstStyle/>
          <a:p>
            <a:endParaRPr lang="zh-CN" altLang="en-US"/>
          </a:p>
        </p:txBody>
      </p:sp>
      <p:sp>
        <p:nvSpPr>
          <p:cNvPr id="29" name="Line 30"/>
          <p:cNvSpPr>
            <a:spLocks noChangeShapeType="1"/>
          </p:cNvSpPr>
          <p:nvPr>
            <p:custDataLst>
              <p:tags r:id="rId28"/>
            </p:custDataLst>
          </p:nvPr>
        </p:nvSpPr>
        <p:spPr bwMode="auto">
          <a:xfrm>
            <a:off x="2439988" y="2905114"/>
            <a:ext cx="50800" cy="1982788"/>
          </a:xfrm>
          <a:prstGeom prst="line">
            <a:avLst/>
          </a:prstGeom>
          <a:noFill/>
          <a:ln w="57150">
            <a:solidFill>
              <a:srgbClr val="0000FF"/>
            </a:solidFill>
            <a:round/>
            <a:tailEnd type="triangle" w="med" len="med"/>
          </a:ln>
        </p:spPr>
        <p:txBody>
          <a:bodyPr lIns="108896" tIns="54448" rIns="108896" bIns="54448"/>
          <a:lstStyle/>
          <a:p>
            <a:endParaRPr lang="zh-CN" altLang="en-US"/>
          </a:p>
        </p:txBody>
      </p:sp>
      <p:sp>
        <p:nvSpPr>
          <p:cNvPr id="30" name="Rectangle 31"/>
          <p:cNvSpPr>
            <a:spLocks noChangeArrowheads="1"/>
          </p:cNvSpPr>
          <p:nvPr>
            <p:custDataLst>
              <p:tags r:id="rId29"/>
            </p:custDataLst>
          </p:nvPr>
        </p:nvSpPr>
        <p:spPr bwMode="auto">
          <a:xfrm>
            <a:off x="1627188" y="4048114"/>
            <a:ext cx="701675" cy="557213"/>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3</a:t>
            </a:r>
            <a:r>
              <a:rPr lang="en-US" altLang="zh-CN" sz="2900" b="1" i="1" baseline="-25000">
                <a:latin typeface="Times New Roman" pitchFamily="18" charset="0"/>
                <a:ea typeface="黑体" pitchFamily="49" charset="-122"/>
              </a:rPr>
              <a:t>y</a:t>
            </a:r>
            <a:endParaRPr lang="zh-CN" altLang="en-US" sz="2900" b="1">
              <a:latin typeface="Times New Roman" pitchFamily="18" charset="0"/>
              <a:ea typeface="黑体" pitchFamily="49" charset="-122"/>
            </a:endParaRPr>
          </a:p>
        </p:txBody>
      </p:sp>
      <p:sp>
        <p:nvSpPr>
          <p:cNvPr id="31" name="Rectangle 32"/>
          <p:cNvSpPr>
            <a:spLocks noChangeArrowheads="1"/>
          </p:cNvSpPr>
          <p:nvPr>
            <p:custDataLst>
              <p:tags r:id="rId30"/>
            </p:custDataLst>
          </p:nvPr>
        </p:nvSpPr>
        <p:spPr bwMode="auto">
          <a:xfrm>
            <a:off x="4371975" y="2752714"/>
            <a:ext cx="714375" cy="557213"/>
          </a:xfrm>
          <a:prstGeom prst="rect">
            <a:avLst/>
          </a:prstGeom>
          <a:noFill/>
          <a:ln w="9525">
            <a:noFill/>
            <a:miter lim="800000"/>
          </a:ln>
        </p:spPr>
        <p:txBody>
          <a:bodyPr wrap="none" lIns="108896" tIns="54448" rIns="108896" bIns="54448">
            <a:spAutoFit/>
          </a:bodyPr>
          <a:lstStyle/>
          <a:p>
            <a:pPr marL="342900" indent="-342900">
              <a:spcBef>
                <a:spcPct val="20000"/>
              </a:spcBef>
              <a:buFont typeface="Wingdings" pitchFamily="2" charset="2"/>
              <a:buNone/>
            </a:pPr>
            <a:r>
              <a:rPr lang="en-US" altLang="zh-CN" sz="2900" b="1" i="1">
                <a:latin typeface="Times New Roman" pitchFamily="18" charset="0"/>
                <a:ea typeface="黑体" pitchFamily="49" charset="-122"/>
              </a:rPr>
              <a:t>F</a:t>
            </a:r>
            <a:r>
              <a:rPr lang="en-US" altLang="zh-CN" sz="2900" b="1" baseline="-25000">
                <a:latin typeface="Times New Roman" pitchFamily="18" charset="0"/>
                <a:ea typeface="黑体" pitchFamily="49" charset="-122"/>
              </a:rPr>
              <a:t>3</a:t>
            </a:r>
            <a:r>
              <a:rPr lang="en-US" altLang="zh-CN" sz="2900" b="1" i="1" baseline="-25000">
                <a:latin typeface="Times New Roman" pitchFamily="18" charset="0"/>
                <a:ea typeface="黑体" pitchFamily="49" charset="-122"/>
              </a:rPr>
              <a:t>x</a:t>
            </a:r>
            <a:endParaRPr lang="zh-CN" altLang="en-US" sz="2900" b="1">
              <a:latin typeface="Times New Roman" pitchFamily="18" charset="0"/>
              <a:ea typeface="黑体" pitchFamily="49" charset="-122"/>
            </a:endParaRPr>
          </a:p>
        </p:txBody>
      </p:sp>
      <mc:AlternateContent xmlns:mc="http://schemas.openxmlformats.org/markup-compatibility/2006" xmlns:a14="http://schemas.microsoft.com/office/drawing/2010/main">
        <mc:Choice Requires="a14">
          <p:sp>
            <p:nvSpPr>
              <p:cNvPr id="32" name="Object 2"/>
              <p:cNvSpPr txBox="1"/>
              <p:nvPr/>
            </p:nvSpPr>
            <p:spPr>
              <a:xfrm>
                <a:off x="5867400" y="1471599"/>
                <a:ext cx="3363913" cy="427037"/>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y</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2</m:t>
                          </m:r>
                        </m:sub>
                      </m:sSub>
                      <m:r>
                        <m:rPr>
                          <m:sty m:val="p"/>
                        </m:rPr>
                        <a:rPr lang="zh-CN" altLang="en-US" i="1">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=15</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32" name="Object 2"/>
              <p:cNvSpPr txBox="1">
                <a:spLocks noRot="1" noChangeAspect="1" noMove="1" noResize="1" noEditPoints="1" noAdjustHandles="1" noChangeArrowheads="1" noChangeShapeType="1" noTextEdit="1"/>
              </p:cNvSpPr>
              <p:nvPr/>
            </p:nvSpPr>
            <p:spPr>
              <a:xfrm>
                <a:off x="5867400" y="1471599"/>
                <a:ext cx="3363913" cy="427037"/>
              </a:xfrm>
              <a:prstGeom prst="rect">
                <a:avLst/>
              </a:prstGeom>
              <a:blipFill>
                <a:blip r:embed="rId36"/>
                <a:stretch>
                  <a:fillRect b="-285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Object 3"/>
              <p:cNvSpPr txBox="1"/>
              <p:nvPr/>
            </p:nvSpPr>
            <p:spPr>
              <a:xfrm>
                <a:off x="5943600" y="1060450"/>
                <a:ext cx="3124200" cy="4159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x</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2</m:t>
                          </m:r>
                        </m:sub>
                      </m:sSub>
                      <m:r>
                        <m:rPr>
                          <m:sty m:val="p"/>
                        </m:rPr>
                        <a:rPr lang="zh-CN" altLang="en-US" i="1">
                          <a:solidFill>
                            <a:srgbClr val="000000"/>
                          </a:solidFill>
                          <a:latin typeface="Cambria Math" panose="02040503050406030204" pitchFamily="18" charset="0"/>
                        </a:rPr>
                        <m:t>sin</m:t>
                      </m:r>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=15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33" name="Object 3"/>
              <p:cNvSpPr txBox="1">
                <a:spLocks noRot="1" noChangeAspect="1" noMove="1" noResize="1" noEditPoints="1" noAdjustHandles="1" noChangeArrowheads="1" noChangeShapeType="1" noTextEdit="1"/>
              </p:cNvSpPr>
              <p:nvPr/>
            </p:nvSpPr>
            <p:spPr>
              <a:xfrm>
                <a:off x="5943600" y="1060450"/>
                <a:ext cx="3124200" cy="415925"/>
              </a:xfrm>
              <a:prstGeom prst="rect">
                <a:avLst/>
              </a:prstGeom>
              <a:blipFill>
                <a:blip r:embed="rId37"/>
                <a:stretch>
                  <a:fillRect/>
                </a:stretch>
              </a:blipFill>
              <a:ln>
                <a:noFill/>
              </a:ln>
              <a:effectLst/>
            </p:spPr>
            <p:txBody>
              <a:bodyPr/>
              <a:lstStyle/>
              <a:p>
                <a:r>
                  <a:rPr lang="zh-CN" altLang="en-US">
                    <a:noFill/>
                  </a:rPr>
                  <a:t> </a:t>
                </a:r>
              </a:p>
            </p:txBody>
          </p:sp>
        </mc:Fallback>
      </mc:AlternateContent>
      <p:sp>
        <p:nvSpPr>
          <p:cNvPr id="34" name="Text Box 35"/>
          <p:cNvSpPr txBox="1">
            <a:spLocks noChangeArrowheads="1"/>
          </p:cNvSpPr>
          <p:nvPr>
            <p:custDataLst>
              <p:tags r:id="rId31"/>
            </p:custDataLst>
          </p:nvPr>
        </p:nvSpPr>
        <p:spPr bwMode="auto">
          <a:xfrm>
            <a:off x="5254625" y="725478"/>
            <a:ext cx="3889375" cy="417512"/>
          </a:xfrm>
          <a:prstGeom prst="rect">
            <a:avLst/>
          </a:prstGeom>
          <a:noFill/>
          <a:ln w="9525">
            <a:noFill/>
            <a:miter lim="800000"/>
          </a:ln>
        </p:spPr>
        <p:txBody>
          <a:bodyPr lIns="108896" tIns="54448" rIns="108896" bIns="54448">
            <a:spAutoFit/>
          </a:bodyPr>
          <a:lstStyle/>
          <a:p>
            <a:pPr>
              <a:spcBef>
                <a:spcPct val="50000"/>
              </a:spcBef>
            </a:pPr>
            <a:r>
              <a:rPr kumimoji="1" lang="zh-CN" altLang="en-US" sz="2000" i="1">
                <a:solidFill>
                  <a:srgbClr val="FF0000"/>
                </a:solidFill>
                <a:ea typeface="楷体_GB2312"/>
                <a:cs typeface="楷体_GB2312"/>
              </a:rPr>
              <a:t>        </a:t>
            </a:r>
            <a:r>
              <a:rPr lang="en-US" altLang="zh-CN" sz="2000" i="1">
                <a:solidFill>
                  <a:srgbClr val="FF0000"/>
                </a:solidFill>
              </a:rPr>
              <a:t>F</a:t>
            </a:r>
            <a:r>
              <a:rPr lang="en-US" altLang="zh-CN" sz="2000" baseline="-25000">
                <a:solidFill>
                  <a:srgbClr val="FF0000"/>
                </a:solidFill>
              </a:rPr>
              <a:t>2</a:t>
            </a:r>
            <a:r>
              <a:rPr kumimoji="1" lang="zh-CN" altLang="en-US" sz="2000">
                <a:solidFill>
                  <a:srgbClr val="FF0000"/>
                </a:solidFill>
              </a:rPr>
              <a:t>两个分力的大小为</a:t>
            </a:r>
            <a:r>
              <a:rPr kumimoji="1" lang="zh-CN" altLang="en-US" sz="2000">
                <a:solidFill>
                  <a:srgbClr val="FF0000"/>
                </a:solidFill>
                <a:ea typeface="楷体_GB2312"/>
                <a:cs typeface="楷体_GB2312"/>
              </a:rPr>
              <a:t>：</a:t>
            </a:r>
          </a:p>
        </p:txBody>
      </p:sp>
      <mc:AlternateContent xmlns:mc="http://schemas.openxmlformats.org/markup-compatibility/2006" xmlns:a14="http://schemas.microsoft.com/office/drawing/2010/main">
        <mc:Choice Requires="a14">
          <p:sp>
            <p:nvSpPr>
              <p:cNvPr id="35" name="Object 4"/>
              <p:cNvSpPr txBox="1"/>
              <p:nvPr/>
            </p:nvSpPr>
            <p:spPr>
              <a:xfrm>
                <a:off x="5943600" y="2635236"/>
                <a:ext cx="3200400" cy="406400"/>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3</m:t>
                          </m:r>
                          <m:r>
                            <m:rPr>
                              <m:sty m:val="p"/>
                            </m:rPr>
                            <a:rPr lang="zh-CN" altLang="en-US" i="1">
                              <a:solidFill>
                                <a:srgbClr val="000000"/>
                              </a:solidFill>
                              <a:latin typeface="Cambria Math" panose="02040503050406030204" pitchFamily="18" charset="0"/>
                            </a:rPr>
                            <m:t>y</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3</m:t>
                          </m:r>
                        </m:sub>
                      </m:sSub>
                      <m:r>
                        <m:rPr>
                          <m:sty m:val="p"/>
                        </m:rPr>
                        <a:rPr lang="zh-CN" altLang="en-US" i="1">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=20</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35" name="Object 4"/>
              <p:cNvSpPr txBox="1">
                <a:spLocks noRot="1" noChangeAspect="1" noMove="1" noResize="1" noEditPoints="1" noAdjustHandles="1" noChangeArrowheads="1" noChangeShapeType="1" noTextEdit="1"/>
              </p:cNvSpPr>
              <p:nvPr/>
            </p:nvSpPr>
            <p:spPr>
              <a:xfrm>
                <a:off x="5943600" y="2635236"/>
                <a:ext cx="3200400" cy="406400"/>
              </a:xfrm>
              <a:prstGeom prst="rect">
                <a:avLst/>
              </a:prstGeom>
              <a:blipFill>
                <a:blip r:embed="rId3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5"/>
              <p:cNvSpPr txBox="1"/>
              <p:nvPr/>
            </p:nvSpPr>
            <p:spPr>
              <a:xfrm>
                <a:off x="5943600" y="2279636"/>
                <a:ext cx="3189288" cy="4254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3</m:t>
                          </m:r>
                          <m:r>
                            <m:rPr>
                              <m:sty m:val="p"/>
                            </m:rPr>
                            <a:rPr lang="zh-CN" altLang="en-US" i="1">
                              <a:solidFill>
                                <a:srgbClr val="000000"/>
                              </a:solidFill>
                              <a:latin typeface="Cambria Math" panose="02040503050406030204" pitchFamily="18" charset="0"/>
                            </a:rPr>
                            <m:t>x</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a:rPr lang="zh-CN" altLang="en-US" i="1">
                              <a:solidFill>
                                <a:srgbClr val="000000"/>
                              </a:solidFill>
                              <a:latin typeface="Cambria Math" panose="02040503050406030204" pitchFamily="18" charset="0"/>
                            </a:rPr>
                            <m:t>3</m:t>
                          </m:r>
                        </m:sub>
                      </m:sSub>
                      <m:r>
                        <m:rPr>
                          <m:sty m:val="p"/>
                        </m:rPr>
                        <a:rPr lang="zh-CN" altLang="en-US" i="1">
                          <a:solidFill>
                            <a:srgbClr val="000000"/>
                          </a:solidFill>
                          <a:latin typeface="Cambria Math" panose="02040503050406030204" pitchFamily="18" charset="0"/>
                        </a:rPr>
                        <m:t>sin</m:t>
                      </m:r>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=20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36" name="Object 5"/>
              <p:cNvSpPr txBox="1">
                <a:spLocks noRot="1" noChangeAspect="1" noMove="1" noResize="1" noEditPoints="1" noAdjustHandles="1" noChangeArrowheads="1" noChangeShapeType="1" noTextEdit="1"/>
              </p:cNvSpPr>
              <p:nvPr/>
            </p:nvSpPr>
            <p:spPr>
              <a:xfrm>
                <a:off x="5943600" y="2279636"/>
                <a:ext cx="3189288" cy="425450"/>
              </a:xfrm>
              <a:prstGeom prst="rect">
                <a:avLst/>
              </a:prstGeom>
              <a:blipFill>
                <a:blip r:embed="rId39"/>
                <a:stretch>
                  <a:fillRect/>
                </a:stretch>
              </a:blipFill>
              <a:ln>
                <a:noFill/>
              </a:ln>
              <a:effectLst/>
            </p:spPr>
            <p:txBody>
              <a:bodyPr/>
              <a:lstStyle/>
              <a:p>
                <a:r>
                  <a:rPr lang="zh-CN" altLang="en-US">
                    <a:noFill/>
                  </a:rPr>
                  <a:t> </a:t>
                </a:r>
              </a:p>
            </p:txBody>
          </p:sp>
        </mc:Fallback>
      </mc:AlternateContent>
      <p:sp>
        <p:nvSpPr>
          <p:cNvPr id="37" name="Text Box 36"/>
          <p:cNvSpPr txBox="1">
            <a:spLocks noChangeArrowheads="1"/>
          </p:cNvSpPr>
          <p:nvPr>
            <p:custDataLst>
              <p:tags r:id="rId32"/>
            </p:custDataLst>
          </p:nvPr>
        </p:nvSpPr>
        <p:spPr bwMode="auto">
          <a:xfrm>
            <a:off x="5334000" y="1852599"/>
            <a:ext cx="3810000" cy="417512"/>
          </a:xfrm>
          <a:prstGeom prst="rect">
            <a:avLst/>
          </a:prstGeom>
          <a:noFill/>
          <a:ln w="9525">
            <a:noFill/>
            <a:miter lim="800000"/>
          </a:ln>
        </p:spPr>
        <p:txBody>
          <a:bodyPr lIns="108896" tIns="54448" rIns="108896" bIns="54448">
            <a:spAutoFit/>
          </a:bodyPr>
          <a:lstStyle/>
          <a:p>
            <a:pPr>
              <a:spcBef>
                <a:spcPct val="50000"/>
              </a:spcBef>
            </a:pPr>
            <a:r>
              <a:rPr kumimoji="1" lang="zh-CN" altLang="en-US" sz="2000" i="1">
                <a:solidFill>
                  <a:srgbClr val="FF0000"/>
                </a:solidFill>
                <a:ea typeface="楷体_GB2312"/>
                <a:cs typeface="楷体_GB2312"/>
              </a:rPr>
              <a:t>        </a:t>
            </a:r>
            <a:r>
              <a:rPr lang="en-US" altLang="zh-CN" sz="2000" i="1">
                <a:solidFill>
                  <a:srgbClr val="FF0000"/>
                </a:solidFill>
              </a:rPr>
              <a:t>F</a:t>
            </a:r>
            <a:r>
              <a:rPr lang="en-US" altLang="zh-CN" sz="2000" baseline="-25000">
                <a:solidFill>
                  <a:srgbClr val="FF0000"/>
                </a:solidFill>
              </a:rPr>
              <a:t>3</a:t>
            </a:r>
            <a:r>
              <a:rPr kumimoji="1" lang="zh-CN" altLang="en-US" sz="2000">
                <a:solidFill>
                  <a:srgbClr val="FF0000"/>
                </a:solidFill>
              </a:rPr>
              <a:t>两个分力的大小为</a:t>
            </a:r>
            <a:r>
              <a:rPr kumimoji="1" lang="zh-CN" altLang="en-US" sz="2000">
                <a:solidFill>
                  <a:srgbClr val="FF0000"/>
                </a:solidFill>
                <a:ea typeface="楷体_GB2312"/>
                <a:cs typeface="楷体_GB2312"/>
              </a:rPr>
              <a:t>：</a:t>
            </a:r>
          </a:p>
        </p:txBody>
      </p:sp>
      <p:sp>
        <p:nvSpPr>
          <p:cNvPr id="38" name="Text Box 36"/>
          <p:cNvSpPr txBox="1">
            <a:spLocks noChangeArrowheads="1"/>
          </p:cNvSpPr>
          <p:nvPr>
            <p:custDataLst>
              <p:tags r:id="rId33"/>
            </p:custDataLst>
          </p:nvPr>
        </p:nvSpPr>
        <p:spPr bwMode="auto">
          <a:xfrm>
            <a:off x="5867400" y="2965436"/>
            <a:ext cx="3276600" cy="417513"/>
          </a:xfrm>
          <a:prstGeom prst="rect">
            <a:avLst/>
          </a:prstGeom>
          <a:noFill/>
          <a:ln w="9525">
            <a:noFill/>
            <a:miter lim="800000"/>
          </a:ln>
        </p:spPr>
        <p:txBody>
          <a:bodyPr lIns="108896" tIns="54448" rIns="108896" bIns="54448">
            <a:spAutoFit/>
          </a:bodyPr>
          <a:lstStyle/>
          <a:p>
            <a:pPr>
              <a:spcBef>
                <a:spcPct val="50000"/>
              </a:spcBef>
            </a:pPr>
            <a:r>
              <a:rPr kumimoji="1" lang="zh-CN" altLang="en-US" sz="2000" i="1">
                <a:solidFill>
                  <a:srgbClr val="FF0000"/>
                </a:solidFill>
                <a:ea typeface="楷体_GB2312"/>
                <a:cs typeface="楷体_GB2312"/>
              </a:rPr>
              <a:t> </a:t>
            </a:r>
            <a:r>
              <a:rPr kumimoji="1" lang="zh-CN" altLang="en-US" sz="2000">
                <a:solidFill>
                  <a:srgbClr val="FF0000"/>
                </a:solidFill>
              </a:rPr>
              <a:t>两个方向的合力的大小为</a:t>
            </a:r>
            <a:r>
              <a:rPr kumimoji="1" lang="zh-CN" altLang="en-US" sz="2000">
                <a:solidFill>
                  <a:srgbClr val="FF0000"/>
                </a:solidFill>
                <a:ea typeface="楷体_GB2312"/>
                <a:cs typeface="楷体_GB2312"/>
              </a:rPr>
              <a:t>：</a:t>
            </a:r>
          </a:p>
        </p:txBody>
      </p:sp>
      <mc:AlternateContent xmlns:mc="http://schemas.openxmlformats.org/markup-compatibility/2006" xmlns:a14="http://schemas.microsoft.com/office/drawing/2010/main">
        <mc:Choice Requires="a14">
          <p:sp>
            <p:nvSpPr>
              <p:cNvPr id="39" name="Object 6"/>
              <p:cNvSpPr txBox="1"/>
              <p:nvPr/>
            </p:nvSpPr>
            <p:spPr>
              <a:xfrm>
                <a:off x="5943600" y="4159236"/>
                <a:ext cx="3200400" cy="863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m:rPr>
                              <m:sty m:val="p"/>
                            </m:rPr>
                            <a:rPr lang="zh-CN" altLang="en-US" i="1">
                              <a:solidFill>
                                <a:srgbClr val="000000"/>
                              </a:solidFill>
                              <a:latin typeface="Cambria Math" panose="02040503050406030204" pitchFamily="18" charset="0"/>
                            </a:rPr>
                            <m:t>y</m:t>
                          </m:r>
                        </m:sub>
                      </m:sSub>
                      <m:r>
                        <m:rPr>
                          <m:aln/>
                        </m:rP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15</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−20</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oMath>
                    <m:oMath xmlns:m="http://schemas.openxmlformats.org/officeDocument/2006/math">
                      <m:r>
                        <m:rPr>
                          <m:aln/>
                        </m:rP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−5</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39" name="Object 6"/>
              <p:cNvSpPr txBox="1">
                <a:spLocks noRot="1" noChangeAspect="1" noMove="1" noResize="1" noEditPoints="1" noAdjustHandles="1" noChangeArrowheads="1" noChangeShapeType="1" noTextEdit="1"/>
              </p:cNvSpPr>
              <p:nvPr/>
            </p:nvSpPr>
            <p:spPr>
              <a:xfrm>
                <a:off x="5943600" y="4159236"/>
                <a:ext cx="3200400" cy="863600"/>
              </a:xfrm>
              <a:prstGeom prst="rect">
                <a:avLst/>
              </a:prstGeom>
              <a:blipFill>
                <a:blip r:embed="rId4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Object 7"/>
              <p:cNvSpPr txBox="1"/>
              <p:nvPr/>
            </p:nvSpPr>
            <p:spPr>
              <a:xfrm>
                <a:off x="5867400" y="3451211"/>
                <a:ext cx="3352800" cy="673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F</m:t>
                          </m:r>
                        </m:e>
                        <m:sub>
                          <m:r>
                            <m:rPr>
                              <m:sty m:val="p"/>
                            </m:rPr>
                            <a:rPr lang="zh-CN" altLang="en-US" i="1">
                              <a:solidFill>
                                <a:srgbClr val="000000"/>
                              </a:solidFill>
                              <a:latin typeface="Cambria Math" panose="02040503050406030204" pitchFamily="18" charset="0"/>
                            </a:rPr>
                            <m:t>x</m:t>
                          </m:r>
                        </m:sub>
                      </m:sSub>
                      <m:r>
                        <m:rPr>
                          <m:aln/>
                        </m:rP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20 </m:t>
                      </m:r>
                      <m:r>
                        <m:rPr>
                          <m:sty m:val="p"/>
                        </m:rPr>
                        <a:rPr lang="zh-CN" altLang="en-US" i="1">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+15 </m:t>
                      </m:r>
                      <m:r>
                        <m:rPr>
                          <m:sty m:val="p"/>
                        </m:rPr>
                        <a:rPr lang="zh-CN" altLang="en-US" i="1">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−20 </m:t>
                      </m:r>
                      <m:r>
                        <m:rPr>
                          <m:sty m:val="p"/>
                        </m:rPr>
                        <a:rPr lang="zh-CN" altLang="en-US" i="1">
                          <a:solidFill>
                            <a:srgbClr val="000000"/>
                          </a:solidFill>
                          <a:latin typeface="Cambria Math" panose="02040503050406030204" pitchFamily="18" charset="0"/>
                        </a:rPr>
                        <m:t>N</m:t>
                      </m:r>
                    </m:oMath>
                    <m:oMath xmlns:m="http://schemas.openxmlformats.org/officeDocument/2006/math">
                      <m:r>
                        <m:rPr>
                          <m:aln/>
                        </m:rP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15 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40" name="Object 7"/>
              <p:cNvSpPr txBox="1">
                <a:spLocks noRot="1" noChangeAspect="1" noMove="1" noResize="1" noEditPoints="1" noAdjustHandles="1" noChangeArrowheads="1" noChangeShapeType="1" noTextEdit="1"/>
              </p:cNvSpPr>
              <p:nvPr/>
            </p:nvSpPr>
            <p:spPr>
              <a:xfrm>
                <a:off x="5867400" y="3451211"/>
                <a:ext cx="3352800" cy="673100"/>
              </a:xfrm>
              <a:prstGeom prst="rect">
                <a:avLst/>
              </a:prstGeom>
              <a:blipFill>
                <a:blip r:embed="rId41"/>
                <a:stretch>
                  <a:fillRect/>
                </a:stretch>
              </a:blipFill>
              <a:ln>
                <a:noFill/>
              </a:ln>
              <a:effectLst/>
            </p:spPr>
            <p:txBody>
              <a:bodyPr/>
              <a:lstStyle/>
              <a:p>
                <a:r>
                  <a:rPr lang="zh-CN" altLang="en-US">
                    <a:noFill/>
                  </a:rPr>
                  <a:t> </a:t>
                </a:r>
              </a:p>
            </p:txBody>
          </p:sp>
        </mc:Fallback>
      </mc:AlternateContent>
      <p:sp>
        <p:nvSpPr>
          <p:cNvPr id="41" name="Text Box 36"/>
          <p:cNvSpPr txBox="1">
            <a:spLocks noChangeArrowheads="1"/>
          </p:cNvSpPr>
          <p:nvPr>
            <p:custDataLst>
              <p:tags r:id="rId34"/>
            </p:custDataLst>
          </p:nvPr>
        </p:nvSpPr>
        <p:spPr bwMode="auto">
          <a:xfrm>
            <a:off x="152400" y="4587893"/>
            <a:ext cx="8991600" cy="555625"/>
          </a:xfrm>
          <a:prstGeom prst="rect">
            <a:avLst/>
          </a:prstGeom>
        </p:spPr>
        <p:style>
          <a:lnRef idx="2">
            <a:schemeClr val="accent1"/>
          </a:lnRef>
          <a:fillRef idx="1">
            <a:schemeClr val="lt1"/>
          </a:fillRef>
          <a:effectRef idx="0">
            <a:schemeClr val="accent1"/>
          </a:effectRef>
          <a:fontRef idx="minor">
            <a:schemeClr val="dk1"/>
          </a:fontRef>
        </p:style>
        <p:txBody>
          <a:bodyPr wrap="square" lIns="108896" tIns="54448" rIns="108896" bIns="54448">
            <a:spAutoFit/>
          </a:bodyPr>
          <a:lstStyle/>
          <a:p>
            <a:pPr>
              <a:spcBef>
                <a:spcPct val="50000"/>
              </a:spcBef>
            </a:pPr>
            <a:r>
              <a:rPr kumimoji="1" lang="zh-CN" altLang="en-US" sz="2900" i="1">
                <a:ea typeface="楷体_GB2312"/>
                <a:cs typeface="楷体_GB2312"/>
              </a:rPr>
              <a:t> </a:t>
            </a:r>
            <a:r>
              <a:rPr kumimoji="1" lang="zh-CN" altLang="en-US" sz="2900"/>
              <a:t>三个力合力的大小为</a:t>
            </a:r>
            <a:r>
              <a:rPr kumimoji="1" lang="zh-CN" altLang="en-US" sz="2900">
                <a:ea typeface="楷体_GB2312"/>
                <a:cs typeface="楷体_GB2312"/>
              </a:rPr>
              <a:t>：</a:t>
            </a:r>
          </a:p>
        </p:txBody>
      </p:sp>
      <mc:AlternateContent xmlns:mc="http://schemas.openxmlformats.org/markup-compatibility/2006" xmlns:a14="http://schemas.microsoft.com/office/drawing/2010/main">
        <mc:Choice Requires="a14">
          <p:sp>
            <p:nvSpPr>
              <p:cNvPr id="42" name="Object 8"/>
              <p:cNvSpPr txBox="1"/>
              <p:nvPr/>
            </p:nvSpPr>
            <p:spPr>
              <a:xfrm>
                <a:off x="3886200" y="4579937"/>
                <a:ext cx="5257800" cy="56356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F</m:t>
                      </m:r>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+(−5</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=10</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e>
                      </m:rad>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N</m:t>
                      </m:r>
                    </m:oMath>
                  </m:oMathPara>
                </a14:m>
                <a:endParaRPr lang="zh-CN" altLang="en-US" dirty="0"/>
              </a:p>
            </p:txBody>
          </p:sp>
        </mc:Choice>
        <mc:Fallback xmlns="">
          <p:sp>
            <p:nvSpPr>
              <p:cNvPr id="42" name="Object 8"/>
              <p:cNvSpPr txBox="1">
                <a:spLocks noRot="1" noChangeAspect="1" noMove="1" noResize="1" noEditPoints="1" noAdjustHandles="1" noChangeArrowheads="1" noChangeShapeType="1" noTextEdit="1"/>
              </p:cNvSpPr>
              <p:nvPr/>
            </p:nvSpPr>
            <p:spPr>
              <a:xfrm>
                <a:off x="3886200" y="4579937"/>
                <a:ext cx="5257800" cy="563563"/>
              </a:xfrm>
              <a:prstGeom prst="rect">
                <a:avLst/>
              </a:prstGeom>
              <a:blipFill>
                <a:blip r:embed="rId42"/>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356197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22" presetClass="entr" presetSubtype="8"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wipe(left)">
                                      <p:cBhvr>
                                        <p:cTn id="42" dur="500"/>
                                        <p:tgtEl>
                                          <p:spTgt spid="37"/>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P spid="15" grpId="0"/>
      <p:bldP spid="16" grpId="0"/>
      <p:bldP spid="20" grpId="0" animBg="1"/>
      <p:bldP spid="21" grpId="0" animBg="1"/>
      <p:bldP spid="22" grpId="0" animBg="1"/>
      <p:bldP spid="23" grpId="0" animBg="1"/>
      <p:bldP spid="24" grpId="0" animBg="1"/>
      <p:bldP spid="25" grpId="0" animBg="1"/>
      <p:bldP spid="26" grpId="0"/>
      <p:bldP spid="27" grpId="0"/>
      <p:bldP spid="28" grpId="0" animBg="1"/>
      <p:bldP spid="29" grpId="0" animBg="1"/>
      <p:bldP spid="30" grpId="0"/>
      <p:bldP spid="31" grpId="0"/>
      <p:bldP spid="32" grpId="0"/>
      <p:bldP spid="33" grpId="0"/>
      <p:bldP spid="34" grpId="0"/>
      <p:bldP spid="35" grpId="0"/>
      <p:bldP spid="36" grpId="0"/>
      <p:bldP spid="37" grpId="0"/>
      <p:bldP spid="38" grpId="0"/>
      <p:bldP spid="39" grpId="0"/>
      <p:bldP spid="40" grpId="0"/>
      <p:bldP spid="41" grpId="0" animBg="1"/>
      <p:bldP spid="4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力的分解</a:t>
            </a:r>
          </a:p>
        </p:txBody>
      </p:sp>
      <p:sp>
        <p:nvSpPr>
          <p:cNvPr id="4" name="Text Box 72"/>
          <p:cNvSpPr txBox="1">
            <a:spLocks noChangeArrowheads="1"/>
          </p:cNvSpPr>
          <p:nvPr>
            <p:custDataLst>
              <p:tags r:id="rId2"/>
            </p:custDataLst>
          </p:nvPr>
        </p:nvSpPr>
        <p:spPr bwMode="auto">
          <a:xfrm>
            <a:off x="440467" y="597536"/>
            <a:ext cx="8235989" cy="479425"/>
          </a:xfrm>
          <a:prstGeom prst="rect">
            <a:avLst/>
          </a:prstGeom>
        </p:spPr>
        <p:style>
          <a:lnRef idx="3">
            <a:schemeClr val="lt1"/>
          </a:lnRef>
          <a:fillRef idx="1">
            <a:schemeClr val="accent2"/>
          </a:fillRef>
          <a:effectRef idx="1">
            <a:schemeClr val="accent2"/>
          </a:effectRef>
          <a:fontRef idx="minor">
            <a:schemeClr val="lt1"/>
          </a:fontRef>
        </p:style>
        <p:txBody>
          <a:bodyPr wrap="square" lIns="108896" tIns="54448" rIns="108896" bIns="54448">
            <a:spAutoFit/>
          </a:bodyPr>
          <a:lstStyle/>
          <a:p>
            <a:pPr>
              <a:spcBef>
                <a:spcPct val="50000"/>
              </a:spcBef>
              <a:defRPr/>
            </a:pPr>
            <a:r>
              <a:rPr kumimoji="1" lang="zh-CN" altLang="en-US" sz="2400">
                <a:solidFill>
                  <a:schemeClr val="bg1"/>
                </a:solidFill>
                <a:latin typeface="微软雅黑" pitchFamily="34" charset="-122"/>
                <a:ea typeface="微软雅黑" pitchFamily="34" charset="-122"/>
              </a:rPr>
              <a:t>力的分解：已知对角线可以画出无数个平行四边形</a:t>
            </a:r>
          </a:p>
        </p:txBody>
      </p:sp>
      <p:sp>
        <p:nvSpPr>
          <p:cNvPr id="5" name="Text Box 269"/>
          <p:cNvSpPr txBox="1">
            <a:spLocks noChangeArrowheads="1"/>
          </p:cNvSpPr>
          <p:nvPr>
            <p:custDataLst>
              <p:tags r:id="rId3"/>
            </p:custDataLst>
          </p:nvPr>
        </p:nvSpPr>
        <p:spPr bwMode="auto">
          <a:xfrm>
            <a:off x="411926" y="1116211"/>
            <a:ext cx="8408545" cy="1595944"/>
          </a:xfrm>
          <a:prstGeom prst="rect">
            <a:avLst/>
          </a:prstGeom>
          <a:noFill/>
          <a:ln>
            <a:noFill/>
          </a:ln>
          <a:effectLst/>
        </p:spPr>
        <p:txBody>
          <a:bodyPr wrap="square" lIns="108896" tIns="54448" rIns="108896" bIns="54448">
            <a:spAutoFit/>
          </a:bodyPr>
          <a:lstStyle/>
          <a:p>
            <a:pPr>
              <a:lnSpc>
                <a:spcPct val="125000"/>
              </a:lnSpc>
              <a:defRPr/>
            </a:pPr>
            <a:r>
              <a:rPr lang="zh-CN" altLang="en-US" sz="2000" b="1" dirty="0">
                <a:effectLst>
                  <a:outerShdw blurRad="38100" dist="38100" dir="2700000" algn="tl">
                    <a:srgbClr val="C0C0C0"/>
                  </a:outerShdw>
                </a:effectLst>
                <a:latin typeface="仿宋" pitchFamily="49" charset="-122"/>
                <a:ea typeface="仿宋" pitchFamily="49" charset="-122"/>
              </a:rPr>
              <a:t>    力的分解是由研究的问题所决定的，选择的分解方法要有利于问题的解决。除了正交分解，还可以按力的</a:t>
            </a:r>
            <a:r>
              <a:rPr lang="zh-CN" altLang="en-US" sz="2000" b="1" dirty="0">
                <a:solidFill>
                  <a:srgbClr val="FF0000"/>
                </a:solidFill>
                <a:effectLst>
                  <a:outerShdw blurRad="38100" dist="38100" dir="2700000" algn="tl">
                    <a:srgbClr val="C0C0C0"/>
                  </a:outerShdw>
                </a:effectLst>
                <a:latin typeface="仿宋" pitchFamily="49" charset="-122"/>
                <a:ea typeface="仿宋" pitchFamily="49" charset="-122"/>
              </a:rPr>
              <a:t>实际作用效果</a:t>
            </a:r>
            <a:r>
              <a:rPr lang="zh-CN" altLang="en-US" sz="2000" b="1" dirty="0">
                <a:effectLst>
                  <a:outerShdw blurRad="38100" dist="38100" dir="2700000" algn="tl">
                    <a:srgbClr val="C0C0C0"/>
                  </a:outerShdw>
                </a:effectLst>
                <a:latin typeface="仿宋" pitchFamily="49" charset="-122"/>
                <a:ea typeface="仿宋" pitchFamily="49" charset="-122"/>
              </a:rPr>
              <a:t>分解。力的实际作用效果指的是由于该力的作用而出现了其他力，或者其它力发生了变化。按力的实际作用效果分解即按照被动出现或受影响的两个力作用线进行分解。</a:t>
            </a:r>
          </a:p>
        </p:txBody>
      </p:sp>
      <p:pic>
        <p:nvPicPr>
          <p:cNvPr id="8194" name="Picture 2" descr="https://gimg2.baidu.com/image_search/src=http%3A%2F%2Fstatic.1sapp.com%2Fqupost%2Fimage%2F20170525%2F9e%2F9e317918ad71517d6d9eac8b7ecf4fb3b178a53f.jpg&amp;refer=http%3A%2F%2Fstatic.1sapp.com&amp;app=2002&amp;size=f9999,10000&amp;q=a80&amp;n=0&amp;g=0n&amp;fmt=auto?sec=1668590760&amp;t=a202d6e55ead3fc6f9b01e2315597b04"/>
          <p:cNvPicPr>
            <a:picLocks noChangeAspect="1" noChangeArrowheads="1"/>
          </p:cNvPicPr>
          <p:nvPr>
            <p:custDataLst>
              <p:tags r:id="rId4"/>
            </p:custDataLst>
          </p:nvPr>
        </p:nvPicPr>
        <p:blipFill>
          <a:blip r:embed="rId21">
            <a:extLst>
              <a:ext uri="{28A0092B-C50C-407E-A947-70E740481C1C}">
                <a14:useLocalDpi xmlns:a14="http://schemas.microsoft.com/office/drawing/2010/main" val="0"/>
              </a:ext>
            </a:extLst>
          </a:blip>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s://gimg2.baidu.com/image_search/src=http%3A%2F%2Fstatic.1sapp.com%2Fqupost%2Fimage%2F20170525%2F9e%2F9e317918ad71517d6d9eac8b7ecf4fb3b178a53f.jpg&amp;refer=http%3A%2F%2Fstatic.1sapp.com&amp;app=2002&amp;size=f9999,10000&amp;q=a80&amp;n=0&amp;g=0n&amp;fmt=auto?sec=1668590760&amp;t=a202d6e55ead3fc6f9b01e2315597b04"/>
          <p:cNvPicPr>
            <a:picLocks noChangeAspect="1" noChangeArrowheads="1"/>
          </p:cNvPicPr>
          <p:nvPr>
            <p:custDataLst>
              <p:tags r:id="rId5"/>
            </p:custDataLst>
          </p:nvPr>
        </p:nvPicPr>
        <p:blipFill>
          <a:blip r:embed="rId21">
            <a:extLst>
              <a:ext uri="{28A0092B-C50C-407E-A947-70E740481C1C}">
                <a14:useLocalDpi xmlns:a14="http://schemas.microsoft.com/office/drawing/2010/main" val="0"/>
              </a:ext>
            </a:extLst>
          </a:blip>
          <a:stretch>
            <a:fillRect/>
          </a:stretch>
        </p:blipFill>
        <p:spPr bwMode="auto">
          <a:xfrm>
            <a:off x="307975" y="15875"/>
            <a:ext cx="38100" cy="762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https://timgsa.baidu.com/timg?image&amp;quality=80&amp;size=b9999_10000&amp;sec=1604588806315&amp;di=e1d7c429235c9be6f4f3d150bec51f69&amp;imgtype=0&amp;src=http%3A%2F%2Fn.sinaimg.cn%2Fsinacn15%2F485%2Fw735h550%2F20180731%2Fa73c-hhacrce2818392.png">
            <a:extLst>
              <a:ext uri="{FF2B5EF4-FFF2-40B4-BE49-F238E27FC236}">
                <a16:creationId xmlns:a16="http://schemas.microsoft.com/office/drawing/2014/main" id="{2C4178A2-8997-B2E9-B0CE-69C2259B781A}"/>
              </a:ext>
            </a:extLst>
          </p:cNvPr>
          <p:cNvPicPr>
            <a:picLocks noChangeAspect="1" noChangeArrowheads="1"/>
          </p:cNvPicPr>
          <p:nvPr>
            <p:custDataLst>
              <p:tags r:id="rId6"/>
            </p:custDataLst>
          </p:nvPr>
        </p:nvPicPr>
        <p:blipFill rotWithShape="1">
          <a:blip r:embed="rId22" cstate="print">
            <a:extLst>
              <a:ext uri="{28A0092B-C50C-407E-A947-70E740481C1C}">
                <a14:useLocalDpi xmlns:a14="http://schemas.microsoft.com/office/drawing/2010/main" val="0"/>
              </a:ext>
            </a:extLst>
          </a:blip>
          <a:srcRect t="20950" r="38450" b="12012"/>
          <a:stretch/>
        </p:blipFill>
        <p:spPr bwMode="auto">
          <a:xfrm>
            <a:off x="779884" y="2942740"/>
            <a:ext cx="1728510" cy="140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箭头连接符 5">
            <a:extLst>
              <a:ext uri="{FF2B5EF4-FFF2-40B4-BE49-F238E27FC236}">
                <a16:creationId xmlns:a16="http://schemas.microsoft.com/office/drawing/2014/main" id="{541D9322-78A1-6A67-98D2-36DDE9B1FFBE}"/>
              </a:ext>
            </a:extLst>
          </p:cNvPr>
          <p:cNvCxnSpPr/>
          <p:nvPr>
            <p:custDataLst>
              <p:tags r:id="rId7"/>
            </p:custDataLst>
          </p:nvPr>
        </p:nvCxnSpPr>
        <p:spPr bwMode="auto">
          <a:xfrm rot="10800000" flipV="1">
            <a:off x="239760" y="4161533"/>
            <a:ext cx="928687" cy="714375"/>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9A38CA8-F585-D829-A0F6-6515A50F5FEB}"/>
              </a:ext>
            </a:extLst>
          </p:cNvPr>
          <p:cNvCxnSpPr/>
          <p:nvPr>
            <p:custDataLst>
              <p:tags r:id="rId8"/>
            </p:custDataLst>
          </p:nvPr>
        </p:nvCxnSpPr>
        <p:spPr bwMode="auto">
          <a:xfrm rot="10800000">
            <a:off x="168322" y="4161533"/>
            <a:ext cx="1000125" cy="1588"/>
          </a:xfrm>
          <a:prstGeom prst="straightConnector1">
            <a:avLst/>
          </a:prstGeom>
          <a:ln w="5715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5F59B395-ACC4-D2D0-297A-8E55663AF4C0}"/>
              </a:ext>
            </a:extLst>
          </p:cNvPr>
          <p:cNvCxnSpPr/>
          <p:nvPr>
            <p:custDataLst>
              <p:tags r:id="rId9"/>
            </p:custDataLst>
          </p:nvPr>
        </p:nvCxnSpPr>
        <p:spPr bwMode="auto">
          <a:xfrm rot="5400000">
            <a:off x="810466" y="4517927"/>
            <a:ext cx="714375" cy="1587"/>
          </a:xfrm>
          <a:prstGeom prst="straightConnector1">
            <a:avLst/>
          </a:prstGeom>
          <a:ln w="57150">
            <a:solidFill>
              <a:srgbClr val="0070C0"/>
            </a:solidFill>
            <a:tailEnd type="arrow"/>
          </a:ln>
        </p:spPr>
        <p:style>
          <a:lnRef idx="1">
            <a:schemeClr val="accent1"/>
          </a:lnRef>
          <a:fillRef idx="0">
            <a:schemeClr val="accent1"/>
          </a:fillRef>
          <a:effectRef idx="0">
            <a:schemeClr val="accent1"/>
          </a:effectRef>
          <a:fontRef idx="minor">
            <a:schemeClr val="tx1"/>
          </a:fontRef>
        </p:style>
      </p:cxnSp>
      <p:pic>
        <p:nvPicPr>
          <p:cNvPr id="11" name="Picture 93">
            <a:extLst>
              <a:ext uri="{FF2B5EF4-FFF2-40B4-BE49-F238E27FC236}">
                <a16:creationId xmlns:a16="http://schemas.microsoft.com/office/drawing/2014/main" id="{4C0CC2CD-4390-9EA8-DEB6-FB4B81A68994}"/>
              </a:ext>
            </a:extLst>
          </p:cNvPr>
          <p:cNvPicPr>
            <a:picLocks noChangeAspect="1" noChangeArrowheads="1"/>
          </p:cNvPicPr>
          <p:nvPr>
            <p:custDataLst>
              <p:tags r:id="rId10"/>
            </p:custDataLst>
          </p:nvPr>
        </p:nvPicPr>
        <p:blipFill rotWithShape="1">
          <a:blip r:embed="rId23">
            <a:extLst>
              <a:ext uri="{28A0092B-C50C-407E-A947-70E740481C1C}">
                <a14:useLocalDpi xmlns:a14="http://schemas.microsoft.com/office/drawing/2010/main" val="0"/>
              </a:ext>
            </a:extLst>
          </a:blip>
          <a:srcRect r="26492"/>
          <a:stretch/>
        </p:blipFill>
        <p:spPr bwMode="auto">
          <a:xfrm>
            <a:off x="2655583" y="2859782"/>
            <a:ext cx="6047086" cy="1658938"/>
          </a:xfrm>
          <a:prstGeom prst="rect">
            <a:avLst/>
          </a:prstGeom>
          <a:noFill/>
          <a:ln w="19050">
            <a:solidFill>
              <a:srgbClr val="B2B2B2"/>
            </a:solidFill>
            <a:miter lim="800000"/>
          </a:ln>
          <a:extLst>
            <a:ext uri="{909E8E84-426E-40DD-AFC4-6F175D3DCCD1}">
              <a14:hiddenFill xmlns:a14="http://schemas.microsoft.com/office/drawing/2010/main">
                <a:solidFill>
                  <a:srgbClr val="FFFFFF"/>
                </a:solidFill>
              </a14:hiddenFill>
            </a:ext>
          </a:extLst>
        </p:spPr>
      </p:pic>
      <p:grpSp>
        <p:nvGrpSpPr>
          <p:cNvPr id="12" name="Group 117">
            <a:extLst>
              <a:ext uri="{FF2B5EF4-FFF2-40B4-BE49-F238E27FC236}">
                <a16:creationId xmlns:a16="http://schemas.microsoft.com/office/drawing/2014/main" id="{ED085127-463B-119F-0147-62509CF09B7C}"/>
              </a:ext>
            </a:extLst>
          </p:cNvPr>
          <p:cNvGrpSpPr/>
          <p:nvPr>
            <p:custDataLst>
              <p:tags r:id="rId11"/>
            </p:custDataLst>
          </p:nvPr>
        </p:nvGrpSpPr>
        <p:grpSpPr>
          <a:xfrm>
            <a:off x="4898595" y="3484706"/>
            <a:ext cx="1844675" cy="776287"/>
            <a:chOff x="2009" y="1312"/>
            <a:chExt cx="871" cy="488"/>
          </a:xfrm>
        </p:grpSpPr>
        <p:sp>
          <p:nvSpPr>
            <p:cNvPr id="13" name="Line 106">
              <a:extLst>
                <a:ext uri="{FF2B5EF4-FFF2-40B4-BE49-F238E27FC236}">
                  <a16:creationId xmlns:a16="http://schemas.microsoft.com/office/drawing/2014/main" id="{3E968978-E99D-69FD-8DD6-158CC4261B9D}"/>
                </a:ext>
              </a:extLst>
            </p:cNvPr>
            <p:cNvSpPr>
              <a:spLocks noChangeShapeType="1"/>
            </p:cNvSpPr>
            <p:nvPr>
              <p:custDataLst>
                <p:tags r:id="rId18"/>
              </p:custDataLst>
            </p:nvPr>
          </p:nvSpPr>
          <p:spPr bwMode="auto">
            <a:xfrm flipH="1" flipV="1">
              <a:off x="2088" y="1568"/>
              <a:ext cx="792" cy="232"/>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114">
              <a:extLst>
                <a:ext uri="{FF2B5EF4-FFF2-40B4-BE49-F238E27FC236}">
                  <a16:creationId xmlns:a16="http://schemas.microsoft.com/office/drawing/2014/main" id="{78FC9F5B-451B-6384-EA2F-4F873B801081}"/>
                </a:ext>
              </a:extLst>
            </p:cNvPr>
            <p:cNvSpPr txBox="1">
              <a:spLocks noChangeArrowheads="1"/>
            </p:cNvSpPr>
            <p:nvPr>
              <p:custDataLst>
                <p:tags r:id="rId19"/>
              </p:custDataLst>
            </p:nvPr>
          </p:nvSpPr>
          <p:spPr bwMode="auto">
            <a:xfrm>
              <a:off x="2009" y="1312"/>
              <a:ext cx="374" cy="300"/>
            </a:xfrm>
            <a:prstGeom prst="rect">
              <a:avLst/>
            </a:prstGeom>
            <a:noFill/>
            <a:ln>
              <a:noFill/>
            </a:ln>
            <a:effectLst/>
          </p:spPr>
          <p:txBody>
            <a:bodyPr>
              <a:spAutoFit/>
            </a:bodyPr>
            <a:lstStyle/>
            <a:p>
              <a:pPr>
                <a:defRPr/>
              </a:pPr>
              <a:r>
                <a:rPr lang="en-US" altLang="zh-CN" b="1">
                  <a:solidFill>
                    <a:srgbClr val="FF0000"/>
                  </a:solidFill>
                  <a:effectLst>
                    <a:outerShdw blurRad="38100" dist="38100" dir="2700000" algn="tl">
                      <a:srgbClr val="C0C0C0"/>
                    </a:outerShdw>
                  </a:effectLst>
                  <a:latin typeface="Times New Roman" pitchFamily="18" charset="0"/>
                  <a:ea typeface="楷体_GB2312" pitchFamily="49" charset="-122"/>
                </a:rPr>
                <a:t>F</a:t>
              </a:r>
              <a:endParaRPr lang="en-US" altLang="zh-CN" b="1" baseline="-25000">
                <a:solidFill>
                  <a:srgbClr val="FF0000"/>
                </a:solidFill>
                <a:effectLst>
                  <a:outerShdw blurRad="38100" dist="38100" dir="2700000" algn="tl">
                    <a:srgbClr val="C0C0C0"/>
                  </a:outerShdw>
                </a:effectLst>
                <a:latin typeface="Times New Roman" pitchFamily="18" charset="0"/>
                <a:ea typeface="楷体_GB2312" pitchFamily="49" charset="-122"/>
              </a:endParaRPr>
            </a:p>
          </p:txBody>
        </p:sp>
      </p:grpSp>
      <p:grpSp>
        <p:nvGrpSpPr>
          <p:cNvPr id="15" name="组合 14">
            <a:extLst>
              <a:ext uri="{FF2B5EF4-FFF2-40B4-BE49-F238E27FC236}">
                <a16:creationId xmlns:a16="http://schemas.microsoft.com/office/drawing/2014/main" id="{6552C17A-9B63-2D01-7AF3-69790B4452C6}"/>
              </a:ext>
            </a:extLst>
          </p:cNvPr>
          <p:cNvGrpSpPr/>
          <p:nvPr>
            <p:custDataLst>
              <p:tags r:id="rId12"/>
            </p:custDataLst>
          </p:nvPr>
        </p:nvGrpSpPr>
        <p:grpSpPr>
          <a:xfrm>
            <a:off x="4671806" y="4038128"/>
            <a:ext cx="2057400" cy="477838"/>
            <a:chOff x="2627784" y="2669976"/>
            <a:chExt cx="2057400" cy="477838"/>
          </a:xfrm>
        </p:grpSpPr>
        <p:sp>
          <p:nvSpPr>
            <p:cNvPr id="16" name="Line 112">
              <a:extLst>
                <a:ext uri="{FF2B5EF4-FFF2-40B4-BE49-F238E27FC236}">
                  <a16:creationId xmlns:a16="http://schemas.microsoft.com/office/drawing/2014/main" id="{83473896-5F5B-1507-B36F-87F8FBF732DD}"/>
                </a:ext>
              </a:extLst>
            </p:cNvPr>
            <p:cNvSpPr>
              <a:spLocks noChangeShapeType="1"/>
            </p:cNvSpPr>
            <p:nvPr>
              <p:custDataLst>
                <p:tags r:id="rId16"/>
              </p:custDataLst>
            </p:nvPr>
          </p:nvSpPr>
          <p:spPr bwMode="auto">
            <a:xfrm flipH="1">
              <a:off x="3024659" y="2936676"/>
              <a:ext cx="1660525" cy="0"/>
            </a:xfrm>
            <a:prstGeom prst="line">
              <a:avLst/>
            </a:prstGeom>
            <a:noFill/>
            <a:ln w="38100">
              <a:solidFill>
                <a:srgbClr val="7030A0"/>
              </a:solidFill>
              <a:round/>
              <a:tailEnd type="triangle" w="med" len="med"/>
            </a:ln>
          </p:spPr>
          <p:txBody>
            <a:bodyPr lIns="108896" tIns="54448" rIns="108896" bIns="54448"/>
            <a:lstStyle/>
            <a:p>
              <a:pPr>
                <a:defRPr/>
              </a:pPr>
              <a:endParaRPr lang="zh-CN" altLang="en-US" b="1">
                <a:effectLst>
                  <a:outerShdw blurRad="38100" dist="38100" dir="2700000" algn="tl">
                    <a:srgbClr val="000000">
                      <a:alpha val="43137"/>
                    </a:srgbClr>
                  </a:outerShdw>
                </a:effectLst>
                <a:latin typeface="仿宋" pitchFamily="49" charset="-122"/>
                <a:ea typeface="仿宋" pitchFamily="49" charset="-122"/>
              </a:endParaRPr>
            </a:p>
          </p:txBody>
        </p:sp>
        <p:sp>
          <p:nvSpPr>
            <p:cNvPr id="17" name="Text Box 116">
              <a:extLst>
                <a:ext uri="{FF2B5EF4-FFF2-40B4-BE49-F238E27FC236}">
                  <a16:creationId xmlns:a16="http://schemas.microsoft.com/office/drawing/2014/main" id="{964F3886-3B5D-43D2-BC7C-5B0D59B8E1CE}"/>
                </a:ext>
              </a:extLst>
            </p:cNvPr>
            <p:cNvSpPr txBox="1">
              <a:spLocks noChangeArrowheads="1"/>
            </p:cNvSpPr>
            <p:nvPr>
              <p:custDataLst>
                <p:tags r:id="rId17"/>
              </p:custDataLst>
            </p:nvPr>
          </p:nvSpPr>
          <p:spPr bwMode="auto">
            <a:xfrm>
              <a:off x="2627784" y="2669976"/>
              <a:ext cx="792163" cy="477838"/>
            </a:xfrm>
            <a:prstGeom prst="rect">
              <a:avLst/>
            </a:prstGeom>
            <a:noFill/>
            <a:ln>
              <a:noFill/>
            </a:ln>
            <a:effectLst/>
          </p:spPr>
          <p:txBody>
            <a:bodyPr lIns="108896" tIns="54448" rIns="108896" bIns="54448">
              <a:spAutoFit/>
            </a:bodyPr>
            <a:lstStyle/>
            <a:p>
              <a:pPr>
                <a:defRPr/>
              </a:pPr>
              <a:r>
                <a:rPr lang="en-US" altLang="zh-CN" sz="2400">
                  <a:solidFill>
                    <a:srgbClr val="7030A0"/>
                  </a:solidFill>
                  <a:effectLst>
                    <a:outerShdw blurRad="38100" dist="38100" dir="2700000" algn="tl">
                      <a:srgbClr val="C0C0C0"/>
                    </a:outerShdw>
                  </a:effectLst>
                  <a:ea typeface="楷体_GB2312" pitchFamily="49" charset="-122"/>
                </a:rPr>
                <a:t>F</a:t>
              </a:r>
              <a:r>
                <a:rPr lang="en-US" altLang="zh-CN" sz="2400" baseline="-25000">
                  <a:solidFill>
                    <a:srgbClr val="7030A0"/>
                  </a:solidFill>
                  <a:effectLst>
                    <a:outerShdw blurRad="38100" dist="38100" dir="2700000" algn="tl">
                      <a:srgbClr val="C0C0C0"/>
                    </a:outerShdw>
                  </a:effectLst>
                  <a:ea typeface="楷体_GB2312" pitchFamily="49" charset="-122"/>
                </a:rPr>
                <a:t>1</a:t>
              </a:r>
            </a:p>
          </p:txBody>
        </p:sp>
      </p:grpSp>
      <p:grpSp>
        <p:nvGrpSpPr>
          <p:cNvPr id="18" name="组合 17">
            <a:extLst>
              <a:ext uri="{FF2B5EF4-FFF2-40B4-BE49-F238E27FC236}">
                <a16:creationId xmlns:a16="http://schemas.microsoft.com/office/drawing/2014/main" id="{B9AA465A-ECE2-FE84-1152-8AF02A0AFA75}"/>
              </a:ext>
            </a:extLst>
          </p:cNvPr>
          <p:cNvGrpSpPr/>
          <p:nvPr>
            <p:custDataLst>
              <p:tags r:id="rId13"/>
            </p:custDataLst>
          </p:nvPr>
        </p:nvGrpSpPr>
        <p:grpSpPr>
          <a:xfrm>
            <a:off x="6737144" y="3655541"/>
            <a:ext cx="830262" cy="636587"/>
            <a:chOff x="4693122" y="2287389"/>
            <a:chExt cx="830262" cy="636587"/>
          </a:xfrm>
        </p:grpSpPr>
        <p:sp>
          <p:nvSpPr>
            <p:cNvPr id="19" name="Text Box 115">
              <a:extLst>
                <a:ext uri="{FF2B5EF4-FFF2-40B4-BE49-F238E27FC236}">
                  <a16:creationId xmlns:a16="http://schemas.microsoft.com/office/drawing/2014/main" id="{E6EEBB70-1A6A-672A-04E4-D23AD5EDDF34}"/>
                </a:ext>
              </a:extLst>
            </p:cNvPr>
            <p:cNvSpPr txBox="1">
              <a:spLocks noChangeArrowheads="1"/>
            </p:cNvSpPr>
            <p:nvPr>
              <p:custDataLst>
                <p:tags r:id="rId14"/>
              </p:custDataLst>
            </p:nvPr>
          </p:nvSpPr>
          <p:spPr bwMode="auto">
            <a:xfrm>
              <a:off x="4731222" y="2287389"/>
              <a:ext cx="792162" cy="479425"/>
            </a:xfrm>
            <a:prstGeom prst="rect">
              <a:avLst/>
            </a:prstGeom>
            <a:noFill/>
            <a:ln>
              <a:noFill/>
            </a:ln>
            <a:effectLst/>
          </p:spPr>
          <p:txBody>
            <a:bodyPr lIns="108896" tIns="54448" rIns="108896" bIns="54448">
              <a:spAutoFit/>
            </a:bodyPr>
            <a:lstStyle/>
            <a:p>
              <a:pPr>
                <a:defRPr/>
              </a:pPr>
              <a:r>
                <a:rPr lang="en-US" altLang="zh-CN" sz="2400">
                  <a:solidFill>
                    <a:srgbClr val="7030A0"/>
                  </a:solidFill>
                  <a:effectLst>
                    <a:outerShdw blurRad="38100" dist="38100" dir="2700000" algn="tl">
                      <a:srgbClr val="C0C0C0"/>
                    </a:outerShdw>
                  </a:effectLst>
                  <a:ea typeface="楷体_GB2312" pitchFamily="49" charset="-122"/>
                </a:rPr>
                <a:t>F</a:t>
              </a:r>
              <a:r>
                <a:rPr lang="en-US" altLang="zh-CN" sz="2400" baseline="-25000">
                  <a:solidFill>
                    <a:srgbClr val="7030A0"/>
                  </a:solidFill>
                  <a:effectLst>
                    <a:outerShdw blurRad="38100" dist="38100" dir="2700000" algn="tl">
                      <a:srgbClr val="C0C0C0"/>
                    </a:outerShdw>
                  </a:effectLst>
                  <a:ea typeface="楷体_GB2312" pitchFamily="49" charset="-122"/>
                </a:rPr>
                <a:t>2</a:t>
              </a:r>
            </a:p>
          </p:txBody>
        </p:sp>
        <p:sp>
          <p:nvSpPr>
            <p:cNvPr id="20" name="Line 111">
              <a:extLst>
                <a:ext uri="{FF2B5EF4-FFF2-40B4-BE49-F238E27FC236}">
                  <a16:creationId xmlns:a16="http://schemas.microsoft.com/office/drawing/2014/main" id="{E95C7FF2-03B7-E0BA-BE85-8C3EC3FE4FD5}"/>
                </a:ext>
              </a:extLst>
            </p:cNvPr>
            <p:cNvSpPr>
              <a:spLocks noChangeShapeType="1"/>
            </p:cNvSpPr>
            <p:nvPr>
              <p:custDataLst>
                <p:tags r:id="rId15"/>
              </p:custDataLst>
            </p:nvPr>
          </p:nvSpPr>
          <p:spPr bwMode="auto">
            <a:xfrm flipH="1" flipV="1">
              <a:off x="4693122" y="2530276"/>
              <a:ext cx="0" cy="393700"/>
            </a:xfrm>
            <a:prstGeom prst="line">
              <a:avLst/>
            </a:prstGeom>
            <a:noFill/>
            <a:ln w="38100">
              <a:solidFill>
                <a:srgbClr val="7030A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grpSp>
    </p:spTree>
    <p:extLst>
      <p:ext uri="{BB962C8B-B14F-4D97-AF65-F5344CB8AC3E}">
        <p14:creationId xmlns:p14="http://schemas.microsoft.com/office/powerpoint/2010/main" val="3352546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500"/>
                                        <p:tgtEl>
                                          <p:spTgt spid="9"/>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right)">
                                      <p:cBhvr>
                                        <p:cTn id="35" dur="500"/>
                                        <p:tgtEl>
                                          <p:spTgt spid="15"/>
                                        </p:tgtEl>
                                      </p:cBhvr>
                                    </p:animEffect>
                                  </p:childTnLst>
                                </p:cTn>
                              </p:par>
                              <p:par>
                                <p:cTn id="36" presetID="22" presetClass="entr" presetSubtype="4"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高大的桥为什么要造很长的引桥</a:t>
            </a:r>
          </a:p>
        </p:txBody>
      </p:sp>
      <p:pic>
        <p:nvPicPr>
          <p:cNvPr id="3" name="Picture 2"/>
          <p:cNvPicPr>
            <a:picLocks noChangeAspect="1" noChangeArrowheads="1"/>
          </p:cNvPicPr>
          <p:nvPr>
            <p:custDataLst>
              <p:tags r:id="rId2"/>
            </p:custDataLst>
          </p:nvPr>
        </p:nvPicPr>
        <p:blipFill>
          <a:blip r:embed="rId24">
            <a:extLst>
              <a:ext uri="{28A0092B-C50C-407E-A947-70E740481C1C}">
                <a14:useLocalDpi xmlns:a14="http://schemas.microsoft.com/office/drawing/2010/main" val="0"/>
              </a:ext>
            </a:extLst>
          </a:blip>
          <a:stretch>
            <a:fillRect/>
          </a:stretch>
        </p:blipFill>
        <p:spPr bwMode="auto">
          <a:xfrm>
            <a:off x="457200" y="771550"/>
            <a:ext cx="5041900"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0"/>
          <p:cNvSpPr>
            <a:spLocks noChangeArrowheads="1"/>
          </p:cNvSpPr>
          <p:nvPr>
            <p:custDataLst>
              <p:tags r:id="rId3"/>
            </p:custDataLst>
          </p:nvPr>
        </p:nvSpPr>
        <p:spPr bwMode="auto">
          <a:xfrm rot="19654606">
            <a:off x="6497638" y="2236863"/>
            <a:ext cx="1017587" cy="533400"/>
          </a:xfrm>
          <a:prstGeom prst="rect">
            <a:avLst/>
          </a:prstGeom>
          <a:solidFill>
            <a:srgbClr val="FFCC00"/>
          </a:solidFill>
          <a:ln w="9525">
            <a:solidFill>
              <a:srgbClr val="0000CC"/>
            </a:solidFill>
            <a:miter lim="800000"/>
          </a:ln>
        </p:spPr>
        <p:txBody>
          <a:bodyPr wrap="none" lIns="108896" tIns="54448" rIns="108896" bIns="54448" anchor="ctr"/>
          <a:lstStyle/>
          <a:p>
            <a:endParaRPr lang="zh-CN" altLang="en-US"/>
          </a:p>
        </p:txBody>
      </p:sp>
      <p:sp>
        <p:nvSpPr>
          <p:cNvPr id="5" name="AutoShape 11"/>
          <p:cNvSpPr>
            <a:spLocks noChangeArrowheads="1"/>
          </p:cNvSpPr>
          <p:nvPr>
            <p:custDataLst>
              <p:tags r:id="rId4"/>
            </p:custDataLst>
          </p:nvPr>
        </p:nvSpPr>
        <p:spPr bwMode="auto">
          <a:xfrm rot="16200000">
            <a:off x="6206332" y="1258169"/>
            <a:ext cx="1905000" cy="2947987"/>
          </a:xfrm>
          <a:prstGeom prst="rtTriangle">
            <a:avLst/>
          </a:prstGeom>
          <a:solidFill>
            <a:srgbClr val="C0C0C0"/>
          </a:solidFill>
          <a:ln w="9525">
            <a:solidFill>
              <a:srgbClr val="0000CC"/>
            </a:solidFill>
            <a:miter lim="800000"/>
          </a:ln>
        </p:spPr>
        <p:txBody>
          <a:bodyPr wrap="none" lIns="108896" tIns="54448" rIns="108896" bIns="54448" anchor="ctr"/>
          <a:lstStyle/>
          <a:p>
            <a:endParaRPr lang="zh-CN" altLang="en-US"/>
          </a:p>
        </p:txBody>
      </p:sp>
      <p:sp>
        <p:nvSpPr>
          <p:cNvPr id="6" name="Line 12"/>
          <p:cNvSpPr>
            <a:spLocks noChangeShapeType="1"/>
          </p:cNvSpPr>
          <p:nvPr>
            <p:custDataLst>
              <p:tags r:id="rId5"/>
            </p:custDataLst>
          </p:nvPr>
        </p:nvSpPr>
        <p:spPr bwMode="auto">
          <a:xfrm flipH="1">
            <a:off x="6961188" y="2465463"/>
            <a:ext cx="46037" cy="2386013"/>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7" name="Line 13"/>
          <p:cNvSpPr>
            <a:spLocks noChangeShapeType="1"/>
          </p:cNvSpPr>
          <p:nvPr>
            <p:custDataLst>
              <p:tags r:id="rId6"/>
            </p:custDataLst>
          </p:nvPr>
        </p:nvSpPr>
        <p:spPr bwMode="auto">
          <a:xfrm>
            <a:off x="7007225" y="2465463"/>
            <a:ext cx="1649413" cy="2309813"/>
          </a:xfrm>
          <a:prstGeom prst="line">
            <a:avLst/>
          </a:prstGeom>
          <a:noFill/>
          <a:ln w="28575">
            <a:solidFill>
              <a:schemeClr val="accent2"/>
            </a:solidFill>
            <a:prstDash val="sysDot"/>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8" name="Line 14"/>
          <p:cNvSpPr>
            <a:spLocks noChangeShapeType="1"/>
          </p:cNvSpPr>
          <p:nvPr>
            <p:custDataLst>
              <p:tags r:id="rId7"/>
            </p:custDataLst>
          </p:nvPr>
        </p:nvSpPr>
        <p:spPr bwMode="auto">
          <a:xfrm flipH="1">
            <a:off x="5075238" y="2465463"/>
            <a:ext cx="1931987" cy="1219200"/>
          </a:xfrm>
          <a:prstGeom prst="line">
            <a:avLst/>
          </a:prstGeom>
          <a:noFill/>
          <a:ln w="28575">
            <a:solidFill>
              <a:schemeClr val="accent2"/>
            </a:solidFill>
            <a:prstDash val="sysDot"/>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9" name="Line 15"/>
          <p:cNvSpPr>
            <a:spLocks noChangeShapeType="1"/>
          </p:cNvSpPr>
          <p:nvPr>
            <p:custDataLst>
              <p:tags r:id="rId8"/>
            </p:custDataLst>
          </p:nvPr>
        </p:nvSpPr>
        <p:spPr bwMode="auto">
          <a:xfrm flipV="1">
            <a:off x="6980238" y="4089476"/>
            <a:ext cx="1219200" cy="762000"/>
          </a:xfrm>
          <a:prstGeom prst="line">
            <a:avLst/>
          </a:prstGeom>
          <a:noFill/>
          <a:ln w="28575">
            <a:solidFill>
              <a:schemeClr val="accent2"/>
            </a:solidFill>
            <a:prstDash val="sysDot"/>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0" name="Line 16"/>
          <p:cNvSpPr>
            <a:spLocks noChangeShapeType="1"/>
          </p:cNvSpPr>
          <p:nvPr>
            <p:custDataLst>
              <p:tags r:id="rId9"/>
            </p:custDataLst>
          </p:nvPr>
        </p:nvSpPr>
        <p:spPr bwMode="auto">
          <a:xfrm flipH="1" flipV="1">
            <a:off x="5837238" y="3227463"/>
            <a:ext cx="1117600" cy="1624013"/>
          </a:xfrm>
          <a:prstGeom prst="line">
            <a:avLst/>
          </a:prstGeom>
          <a:noFill/>
          <a:ln w="28575">
            <a:solidFill>
              <a:schemeClr val="accent2"/>
            </a:solidFill>
            <a:prstDash val="sysDot"/>
            <a:roun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1" name="Line 17"/>
          <p:cNvSpPr>
            <a:spLocks noChangeShapeType="1"/>
          </p:cNvSpPr>
          <p:nvPr>
            <p:custDataLst>
              <p:tags r:id="rId10"/>
            </p:custDataLst>
          </p:nvPr>
        </p:nvSpPr>
        <p:spPr bwMode="auto">
          <a:xfrm>
            <a:off x="7007225" y="2489276"/>
            <a:ext cx="1192213" cy="1622425"/>
          </a:xfrm>
          <a:prstGeom prst="line">
            <a:avLst/>
          </a:prstGeom>
          <a:noFill/>
          <a:ln w="38100">
            <a:solidFill>
              <a:srgbClr val="00CC0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2" name="Line 18"/>
          <p:cNvSpPr>
            <a:spLocks noChangeShapeType="1"/>
          </p:cNvSpPr>
          <p:nvPr>
            <p:custDataLst>
              <p:tags r:id="rId11"/>
            </p:custDataLst>
          </p:nvPr>
        </p:nvSpPr>
        <p:spPr bwMode="auto">
          <a:xfrm flipH="1">
            <a:off x="5786438" y="2465463"/>
            <a:ext cx="1220787" cy="762000"/>
          </a:xfrm>
          <a:prstGeom prst="line">
            <a:avLst/>
          </a:prstGeom>
          <a:noFill/>
          <a:ln w="38100">
            <a:solidFill>
              <a:srgbClr val="00CC0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sp>
        <p:nvSpPr>
          <p:cNvPr id="13" name="Text Box 24"/>
          <p:cNvSpPr txBox="1">
            <a:spLocks noChangeArrowheads="1"/>
          </p:cNvSpPr>
          <p:nvPr>
            <p:custDataLst>
              <p:tags r:id="rId12"/>
            </p:custDataLst>
          </p:nvPr>
        </p:nvSpPr>
        <p:spPr bwMode="auto">
          <a:xfrm>
            <a:off x="8077200" y="3608463"/>
            <a:ext cx="612775"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solidFill>
                  <a:srgbClr val="FF0000"/>
                </a:solidFill>
                <a:latin typeface="Times New Roman" pitchFamily="18" charset="0"/>
                <a:ea typeface="黑体" pitchFamily="49" charset="-122"/>
              </a:rPr>
              <a:t>G</a:t>
            </a:r>
            <a:r>
              <a:rPr lang="en-US" altLang="zh-CN" sz="2900" b="1" baseline="-25000">
                <a:solidFill>
                  <a:srgbClr val="FF0000"/>
                </a:solidFill>
                <a:latin typeface="Times New Roman" pitchFamily="18" charset="0"/>
                <a:ea typeface="黑体" pitchFamily="49" charset="-122"/>
              </a:rPr>
              <a:t>1</a:t>
            </a:r>
          </a:p>
        </p:txBody>
      </p:sp>
      <p:sp>
        <p:nvSpPr>
          <p:cNvPr id="14" name="Text Box 26"/>
          <p:cNvSpPr txBox="1">
            <a:spLocks noChangeArrowheads="1"/>
          </p:cNvSpPr>
          <p:nvPr>
            <p:custDataLst>
              <p:tags r:id="rId13"/>
            </p:custDataLst>
          </p:nvPr>
        </p:nvSpPr>
        <p:spPr bwMode="auto">
          <a:xfrm>
            <a:off x="5562600" y="2617863"/>
            <a:ext cx="6127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G</a:t>
            </a:r>
            <a:r>
              <a:rPr lang="en-US" altLang="zh-CN" sz="2900" b="1" baseline="-25000">
                <a:latin typeface="Times New Roman" pitchFamily="18" charset="0"/>
                <a:ea typeface="黑体" pitchFamily="49" charset="-122"/>
              </a:rPr>
              <a:t>2</a:t>
            </a:r>
          </a:p>
        </p:txBody>
      </p:sp>
      <p:sp>
        <p:nvSpPr>
          <p:cNvPr id="15" name="Text Box 27"/>
          <p:cNvSpPr txBox="1">
            <a:spLocks noChangeArrowheads="1"/>
          </p:cNvSpPr>
          <p:nvPr>
            <p:custDataLst>
              <p:tags r:id="rId14"/>
            </p:custDataLst>
          </p:nvPr>
        </p:nvSpPr>
        <p:spPr bwMode="auto">
          <a:xfrm>
            <a:off x="6804025" y="4141863"/>
            <a:ext cx="48895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20000"/>
              </a:spcBef>
              <a:buFont typeface="Wingdings" pitchFamily="2" charset="2"/>
              <a:buNone/>
            </a:pPr>
            <a:r>
              <a:rPr lang="en-US" altLang="zh-CN" sz="2900" b="1" i="1">
                <a:latin typeface="Times New Roman" pitchFamily="18" charset="0"/>
                <a:ea typeface="黑体" pitchFamily="49" charset="-122"/>
              </a:rPr>
              <a:t>G</a:t>
            </a:r>
            <a:endParaRPr lang="en-US" altLang="zh-CN" sz="2900" b="1" i="1" baseline="-25000">
              <a:latin typeface="Times New Roman" pitchFamily="18" charset="0"/>
              <a:ea typeface="黑体" pitchFamily="49" charset="-122"/>
            </a:endParaRPr>
          </a:p>
        </p:txBody>
      </p:sp>
      <p:sp>
        <p:nvSpPr>
          <p:cNvPr id="16" name="Arc 31"/>
          <p:cNvSpPr/>
          <p:nvPr>
            <p:custDataLst>
              <p:tags r:id="rId15"/>
            </p:custDataLst>
          </p:nvPr>
        </p:nvSpPr>
        <p:spPr bwMode="auto">
          <a:xfrm>
            <a:off x="5989638" y="3532263"/>
            <a:ext cx="120650" cy="314325"/>
          </a:xfrm>
          <a:custGeom>
            <a:avLst/>
            <a:gdLst>
              <a:gd name="T0" fmla="*/ 0 w 19289"/>
              <a:gd name="T1" fmla="*/ 0 h 21600"/>
              <a:gd name="T2" fmla="*/ 2147483647 w 19289"/>
              <a:gd name="T3" fmla="*/ 2147483647 h 21600"/>
              <a:gd name="T4" fmla="*/ 0 w 19289"/>
              <a:gd name="T5" fmla="*/ 2147483647 h 21600"/>
              <a:gd name="T6" fmla="*/ 0 60000 65536"/>
              <a:gd name="T7" fmla="*/ 0 60000 65536"/>
              <a:gd name="T8" fmla="*/ 0 60000 65536"/>
              <a:gd name="T9" fmla="*/ 0 w 19289"/>
              <a:gd name="T10" fmla="*/ 0 h 21600"/>
              <a:gd name="T11" fmla="*/ 19289 w 19289"/>
              <a:gd name="T12" fmla="*/ 21600 h 21600"/>
            </a:gdLst>
            <a:ahLst/>
            <a:cxnLst>
              <a:cxn ang="T6">
                <a:pos x="T0" y="T1"/>
              </a:cxn>
              <a:cxn ang="T7">
                <a:pos x="T2" y="T3"/>
              </a:cxn>
              <a:cxn ang="T8">
                <a:pos x="T4" y="T5"/>
              </a:cxn>
            </a:cxnLst>
            <a:rect l="T9" t="T10" r="T11" b="T12"/>
            <a:pathLst>
              <a:path w="19289" h="21600" fill="none" extrusionOk="0">
                <a:moveTo>
                  <a:pt x="-1" y="0"/>
                </a:moveTo>
                <a:cubicBezTo>
                  <a:pt x="8156" y="0"/>
                  <a:pt x="15617" y="4594"/>
                  <a:pt x="19288" y="11879"/>
                </a:cubicBezTo>
              </a:path>
              <a:path w="19289" h="21600" stroke="0" extrusionOk="0">
                <a:moveTo>
                  <a:pt x="-1" y="0"/>
                </a:moveTo>
                <a:cubicBezTo>
                  <a:pt x="8156" y="0"/>
                  <a:pt x="15617" y="4594"/>
                  <a:pt x="19288" y="11879"/>
                </a:cubicBezTo>
                <a:lnTo>
                  <a:pt x="0" y="2160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108896" tIns="54448" rIns="108896" bIns="54448" anchor="ctr"/>
          <a:lstStyle/>
          <a:p>
            <a:endParaRPr lang="zh-CN" altLang="en-US"/>
          </a:p>
        </p:txBody>
      </p:sp>
      <p:sp>
        <p:nvSpPr>
          <p:cNvPr id="17" name="Rectangle 32"/>
          <p:cNvSpPr>
            <a:spLocks noChangeArrowheads="1"/>
          </p:cNvSpPr>
          <p:nvPr>
            <p:custDataLst>
              <p:tags r:id="rId16"/>
            </p:custDataLst>
          </p:nvPr>
        </p:nvSpPr>
        <p:spPr bwMode="auto">
          <a:xfrm>
            <a:off x="6091238" y="3227463"/>
            <a:ext cx="414337"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p>
            <a:r>
              <a:rPr kumimoji="1" lang="en-US" altLang="zh-CN" sz="2900" i="1">
                <a:latin typeface="Symbol" pitchFamily="18" charset="2"/>
                <a:sym typeface="Symbol" pitchFamily="18" charset="2"/>
              </a:rPr>
              <a:t>q</a:t>
            </a:r>
          </a:p>
        </p:txBody>
      </p:sp>
      <p:sp>
        <p:nvSpPr>
          <p:cNvPr id="18" name="Freeform 33"/>
          <p:cNvSpPr/>
          <p:nvPr>
            <p:custDataLst>
              <p:tags r:id="rId17"/>
            </p:custDataLst>
          </p:nvPr>
        </p:nvSpPr>
        <p:spPr bwMode="auto">
          <a:xfrm>
            <a:off x="7007225" y="2770263"/>
            <a:ext cx="406400" cy="165100"/>
          </a:xfrm>
          <a:custGeom>
            <a:avLst/>
            <a:gdLst>
              <a:gd name="T0" fmla="*/ 0 w 192"/>
              <a:gd name="T1" fmla="*/ 2147483647 h 104"/>
              <a:gd name="T2" fmla="*/ 2147483647 w 192"/>
              <a:gd name="T3" fmla="*/ 2147483647 h 104"/>
              <a:gd name="T4" fmla="*/ 2147483647 w 192"/>
              <a:gd name="T5" fmla="*/ 0 h 104"/>
              <a:gd name="T6" fmla="*/ 0 60000 65536"/>
              <a:gd name="T7" fmla="*/ 0 60000 65536"/>
              <a:gd name="T8" fmla="*/ 0 60000 65536"/>
              <a:gd name="T9" fmla="*/ 0 w 192"/>
              <a:gd name="T10" fmla="*/ 0 h 104"/>
              <a:gd name="T11" fmla="*/ 192 w 192"/>
              <a:gd name="T12" fmla="*/ 104 h 104"/>
            </a:gdLst>
            <a:ahLst/>
            <a:cxnLst>
              <a:cxn ang="T6">
                <a:pos x="T0" y="T1"/>
              </a:cxn>
              <a:cxn ang="T7">
                <a:pos x="T2" y="T3"/>
              </a:cxn>
              <a:cxn ang="T8">
                <a:pos x="T4" y="T5"/>
              </a:cxn>
            </a:cxnLst>
            <a:rect l="T9" t="T10" r="T11" b="T12"/>
            <a:pathLst>
              <a:path w="192" h="104">
                <a:moveTo>
                  <a:pt x="0" y="48"/>
                </a:moveTo>
                <a:cubicBezTo>
                  <a:pt x="32" y="76"/>
                  <a:pt x="64" y="104"/>
                  <a:pt x="96" y="96"/>
                </a:cubicBezTo>
                <a:cubicBezTo>
                  <a:pt x="128" y="88"/>
                  <a:pt x="160" y="44"/>
                  <a:pt x="192" y="0"/>
                </a:cubicBez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lIns="108896" tIns="54448" rIns="108896" bIns="54448"/>
          <a:lstStyle/>
          <a:p>
            <a:endParaRPr lang="zh-CN" altLang="en-US"/>
          </a:p>
        </p:txBody>
      </p:sp>
      <p:sp>
        <p:nvSpPr>
          <p:cNvPr id="19" name="Rectangle 34"/>
          <p:cNvSpPr>
            <a:spLocks noChangeArrowheads="1"/>
          </p:cNvSpPr>
          <p:nvPr>
            <p:custDataLst>
              <p:tags r:id="rId18"/>
            </p:custDataLst>
          </p:nvPr>
        </p:nvSpPr>
        <p:spPr bwMode="auto">
          <a:xfrm>
            <a:off x="7007225" y="2770263"/>
            <a:ext cx="41275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96" tIns="54448" rIns="108896" bIns="54448">
            <a:spAutoFit/>
          </a:bodyPr>
          <a:lstStyle/>
          <a:p>
            <a:r>
              <a:rPr kumimoji="1" lang="en-US" altLang="zh-CN" sz="2900" i="1">
                <a:latin typeface="Symbol" pitchFamily="18" charset="2"/>
                <a:sym typeface="Symbol" pitchFamily="18" charset="2"/>
              </a:rPr>
              <a:t>q</a:t>
            </a:r>
          </a:p>
        </p:txBody>
      </p:sp>
      <p:sp>
        <p:nvSpPr>
          <p:cNvPr id="20" name="Line 35"/>
          <p:cNvSpPr>
            <a:spLocks noChangeShapeType="1"/>
          </p:cNvSpPr>
          <p:nvPr>
            <p:custDataLst>
              <p:tags r:id="rId19"/>
            </p:custDataLst>
          </p:nvPr>
        </p:nvSpPr>
        <p:spPr bwMode="auto">
          <a:xfrm flipH="1">
            <a:off x="5786438" y="2465463"/>
            <a:ext cx="1220787" cy="762000"/>
          </a:xfrm>
          <a:prstGeom prst="line">
            <a:avLst/>
          </a:prstGeom>
          <a:noFill/>
          <a:ln w="38100">
            <a:solidFill>
              <a:srgbClr val="00CC00"/>
            </a:solidFill>
            <a:round/>
            <a:tailEnd type="triangle" w="med" len="med"/>
          </a:ln>
          <a:extLst>
            <a:ext uri="{909E8E84-426E-40DD-AFC4-6F175D3DCCD1}">
              <a14:hiddenFill xmlns:a14="http://schemas.microsoft.com/office/drawing/2010/main">
                <a:noFill/>
              </a14:hiddenFill>
            </a:ext>
          </a:extLst>
        </p:spPr>
        <p:txBody>
          <a:bodyPr lIns="108896" tIns="54448" rIns="108896" bIns="54448"/>
          <a:lstStyle/>
          <a:p>
            <a:endParaRPr lang="zh-CN" altLang="en-US"/>
          </a:p>
        </p:txBody>
      </p:sp>
      <p:grpSp>
        <p:nvGrpSpPr>
          <p:cNvPr id="21" name="Group 48"/>
          <p:cNvGrpSpPr/>
          <p:nvPr>
            <p:custDataLst>
              <p:tags r:id="rId20"/>
            </p:custDataLst>
          </p:nvPr>
        </p:nvGrpSpPr>
        <p:grpSpPr>
          <a:xfrm>
            <a:off x="7848600" y="3913263"/>
            <a:ext cx="203200" cy="304800"/>
            <a:chOff x="4704" y="2208"/>
            <a:chExt cx="96" cy="192"/>
          </a:xfrm>
        </p:grpSpPr>
        <p:sp>
          <p:nvSpPr>
            <p:cNvPr id="22" name="Line 39"/>
            <p:cNvSpPr>
              <a:spLocks noChangeShapeType="1"/>
            </p:cNvSpPr>
            <p:nvPr>
              <p:custDataLst>
                <p:tags r:id="rId21"/>
              </p:custDataLst>
            </p:nvPr>
          </p:nvSpPr>
          <p:spPr bwMode="auto">
            <a:xfrm flipH="1">
              <a:off x="4704" y="2208"/>
              <a:ext cx="96" cy="9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40"/>
            <p:cNvSpPr>
              <a:spLocks noChangeShapeType="1"/>
            </p:cNvSpPr>
            <p:nvPr>
              <p:custDataLst>
                <p:tags r:id="rId22"/>
              </p:custDataLst>
            </p:nvPr>
          </p:nvSpPr>
          <p:spPr bwMode="auto">
            <a:xfrm>
              <a:off x="4704" y="2304"/>
              <a:ext cx="96" cy="96"/>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a14="http://schemas.microsoft.com/office/drawing/2010/main">
        <mc:Choice Requires="a14">
          <p:sp>
            <p:nvSpPr>
              <p:cNvPr id="24" name="Object 2"/>
              <p:cNvSpPr txBox="1"/>
              <p:nvPr/>
            </p:nvSpPr>
            <p:spPr>
              <a:xfrm>
                <a:off x="5608637" y="1297062"/>
                <a:ext cx="2341563" cy="482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𝐺</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𝐺</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𝜃</m:t>
                          </m:r>
                        </m:e>
                      </m:func>
                    </m:oMath>
                  </m:oMathPara>
                </a14:m>
                <a:endParaRPr lang="zh-CN" altLang="en-US"/>
              </a:p>
            </p:txBody>
          </p:sp>
        </mc:Choice>
        <mc:Fallback xmlns="">
          <p:sp>
            <p:nvSpPr>
              <p:cNvPr id="24" name="Object 2"/>
              <p:cNvSpPr txBox="1">
                <a:spLocks noRot="1" noChangeAspect="1" noMove="1" noResize="1" noEditPoints="1" noAdjustHandles="1" noChangeArrowheads="1" noChangeShapeType="1" noTextEdit="1"/>
              </p:cNvSpPr>
              <p:nvPr/>
            </p:nvSpPr>
            <p:spPr>
              <a:xfrm>
                <a:off x="5608637" y="1297062"/>
                <a:ext cx="2341563" cy="482600"/>
              </a:xfrm>
              <a:prstGeom prst="rect">
                <a:avLst/>
              </a:prstGeom>
              <a:blipFill>
                <a:blip r:embed="rId25"/>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35254608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小试牛刀</a:t>
            </a:r>
          </a:p>
        </p:txBody>
      </p:sp>
      <p:pic>
        <p:nvPicPr>
          <p:cNvPr id="12290" name="Picture 2" descr="https://bj.download.cycore.cn/question/2019/10/15/17/34/fc6eca23-dbeb-409b-9c25-5c8ff95147ce.png"/>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bwMode="auto">
          <a:xfrm>
            <a:off x="755576" y="1443500"/>
            <a:ext cx="7534275" cy="18192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custDataLst>
              <p:tags r:id="rId3"/>
            </p:custDataLst>
          </p:nvPr>
        </p:nvSpPr>
        <p:spPr>
          <a:xfrm>
            <a:off x="611560" y="555526"/>
            <a:ext cx="8136904" cy="830997"/>
          </a:xfrm>
          <a:prstGeom prst="rect">
            <a:avLst/>
          </a:prstGeom>
          <a:noFill/>
        </p:spPr>
        <p:txBody>
          <a:bodyPr wrap="square" rtlCol="0">
            <a:spAutoFit/>
          </a:bodyPr>
          <a:lstStyle/>
          <a:p>
            <a:r>
              <a:rPr lang="zh-CN" altLang="en-US" sz="2400">
                <a:latin typeface="仿宋" pitchFamily="49" charset="-122"/>
                <a:ea typeface="仿宋" pitchFamily="49" charset="-122"/>
              </a:rPr>
              <a:t>    请根据实际情况画出重力的分解图，并求解各个分力，已知物体重力为</a:t>
            </a:r>
            <a:r>
              <a:rPr lang="en-US" altLang="zh-CN" sz="2400">
                <a:latin typeface="仿宋" pitchFamily="49" charset="-122"/>
                <a:ea typeface="仿宋" pitchFamily="49" charset="-122"/>
              </a:rPr>
              <a:t>G</a:t>
            </a:r>
            <a:r>
              <a:rPr lang="zh-CN" altLang="en-US" sz="2400">
                <a:latin typeface="仿宋" pitchFamily="49" charset="-122"/>
                <a:ea typeface="仿宋" pitchFamily="49" charset="-122"/>
              </a:rPr>
              <a:t>，夹角为</a:t>
            </a:r>
            <a:r>
              <a:rPr lang="en-US" altLang="zh-CN" sz="2400">
                <a:latin typeface="仿宋" pitchFamily="49" charset="-122"/>
                <a:ea typeface="仿宋" pitchFamily="49" charset="-122"/>
              </a:rPr>
              <a:t>θ</a:t>
            </a:r>
            <a:endParaRPr lang="zh-CN" altLang="en-US" sz="2400">
              <a:latin typeface="仿宋" pitchFamily="49" charset="-122"/>
              <a:ea typeface="仿宋" pitchFamily="49" charset="-122"/>
            </a:endParaRPr>
          </a:p>
        </p:txBody>
      </p:sp>
    </p:spTree>
    <p:extLst>
      <p:ext uri="{BB962C8B-B14F-4D97-AF65-F5344CB8AC3E}">
        <p14:creationId xmlns:p14="http://schemas.microsoft.com/office/powerpoint/2010/main" val="401476339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矢量与标量</a:t>
            </a:r>
          </a:p>
        </p:txBody>
      </p:sp>
      <p:sp>
        <p:nvSpPr>
          <p:cNvPr id="3" name="TextBox 2"/>
          <p:cNvSpPr txBox="1"/>
          <p:nvPr>
            <p:custDataLst>
              <p:tags r:id="rId2"/>
            </p:custDataLst>
          </p:nvPr>
        </p:nvSpPr>
        <p:spPr>
          <a:xfrm>
            <a:off x="323528" y="658892"/>
            <a:ext cx="8802410" cy="523220"/>
          </a:xfrm>
          <a:prstGeom prst="rect">
            <a:avLst/>
          </a:prstGeom>
          <a:noFill/>
        </p:spPr>
        <p:txBody>
          <a:bodyPr wrap="none" rtlCol="0">
            <a:spAutoFit/>
          </a:bodyPr>
          <a:lstStyle/>
          <a:p>
            <a:r>
              <a:rPr lang="zh-CN" altLang="en-US" sz="2800">
                <a:latin typeface="黑体" pitchFamily="49" charset="-122"/>
                <a:ea typeface="黑体" pitchFamily="49" charset="-122"/>
              </a:rPr>
              <a:t>矢量：既有大小又有方向，相加时遵循平行四边形定则</a:t>
            </a:r>
          </a:p>
        </p:txBody>
      </p:sp>
      <p:sp>
        <p:nvSpPr>
          <p:cNvPr id="4" name="TextBox 3"/>
          <p:cNvSpPr txBox="1"/>
          <p:nvPr>
            <p:custDataLst>
              <p:tags r:id="rId3"/>
            </p:custDataLst>
          </p:nvPr>
        </p:nvSpPr>
        <p:spPr>
          <a:xfrm>
            <a:off x="323528" y="2787774"/>
            <a:ext cx="7725192" cy="523220"/>
          </a:xfrm>
          <a:prstGeom prst="rect">
            <a:avLst/>
          </a:prstGeom>
          <a:noFill/>
        </p:spPr>
        <p:txBody>
          <a:bodyPr wrap="none" rtlCol="0">
            <a:spAutoFit/>
          </a:bodyPr>
          <a:lstStyle/>
          <a:p>
            <a:r>
              <a:rPr lang="zh-CN" altLang="en-US" sz="2800">
                <a:latin typeface="黑体" pitchFamily="49" charset="-122"/>
                <a:ea typeface="黑体" pitchFamily="49" charset="-122"/>
              </a:rPr>
              <a:t>标量：只有大小没有方向，相加时遵循算术法则</a:t>
            </a:r>
          </a:p>
        </p:txBody>
      </p:sp>
      <p:sp>
        <p:nvSpPr>
          <p:cNvPr id="5" name="TextBox 4"/>
          <p:cNvSpPr txBox="1"/>
          <p:nvPr>
            <p:custDataLst>
              <p:tags r:id="rId4"/>
            </p:custDataLst>
          </p:nvPr>
        </p:nvSpPr>
        <p:spPr>
          <a:xfrm>
            <a:off x="1259632" y="1275606"/>
            <a:ext cx="902811" cy="523220"/>
          </a:xfrm>
          <a:prstGeom prst="rect">
            <a:avLst/>
          </a:prstGeom>
          <a:noFill/>
        </p:spPr>
        <p:txBody>
          <a:bodyPr wrap="none" rtlCol="0">
            <a:spAutoFit/>
          </a:bodyPr>
          <a:lstStyle/>
          <a:p>
            <a:r>
              <a:rPr lang="zh-CN" altLang="en-US" sz="2800"/>
              <a:t>如：</a:t>
            </a:r>
          </a:p>
        </p:txBody>
      </p:sp>
      <p:sp>
        <p:nvSpPr>
          <p:cNvPr id="6" name="TextBox 5"/>
          <p:cNvSpPr txBox="1"/>
          <p:nvPr>
            <p:custDataLst>
              <p:tags r:id="rId5"/>
            </p:custDataLst>
          </p:nvPr>
        </p:nvSpPr>
        <p:spPr>
          <a:xfrm>
            <a:off x="1259632" y="3435846"/>
            <a:ext cx="902811" cy="523220"/>
          </a:xfrm>
          <a:prstGeom prst="rect">
            <a:avLst/>
          </a:prstGeom>
          <a:noFill/>
        </p:spPr>
        <p:txBody>
          <a:bodyPr wrap="none" rtlCol="0">
            <a:spAutoFit/>
          </a:bodyPr>
          <a:lstStyle/>
          <a:p>
            <a:r>
              <a:rPr lang="zh-CN" altLang="en-US" sz="2800"/>
              <a:t>如：</a:t>
            </a:r>
          </a:p>
        </p:txBody>
      </p:sp>
      <p:sp>
        <p:nvSpPr>
          <p:cNvPr id="7" name="TextBox 6"/>
          <p:cNvSpPr txBox="1"/>
          <p:nvPr>
            <p:custDataLst>
              <p:tags r:id="rId6"/>
            </p:custDataLst>
          </p:nvPr>
        </p:nvSpPr>
        <p:spPr>
          <a:xfrm>
            <a:off x="2162443" y="1537216"/>
            <a:ext cx="4698722" cy="584775"/>
          </a:xfrm>
          <a:prstGeom prst="rect">
            <a:avLst/>
          </a:prstGeom>
          <a:noFill/>
        </p:spPr>
        <p:txBody>
          <a:bodyPr wrap="none" rtlCol="0">
            <a:spAutoFit/>
          </a:bodyPr>
          <a:lstStyle/>
          <a:p>
            <a:r>
              <a:rPr lang="zh-CN" altLang="en-US" sz="3200">
                <a:latin typeface="楷体" pitchFamily="49" charset="-122"/>
                <a:ea typeface="楷体" pitchFamily="49" charset="-122"/>
              </a:rPr>
              <a:t>力、位移、速度、加速度</a:t>
            </a:r>
          </a:p>
        </p:txBody>
      </p:sp>
      <p:sp>
        <p:nvSpPr>
          <p:cNvPr id="8" name="TextBox 7"/>
          <p:cNvSpPr txBox="1"/>
          <p:nvPr>
            <p:custDataLst>
              <p:tags r:id="rId7"/>
            </p:custDataLst>
          </p:nvPr>
        </p:nvSpPr>
        <p:spPr>
          <a:xfrm>
            <a:off x="2161823" y="3936702"/>
            <a:ext cx="4288353" cy="584775"/>
          </a:xfrm>
          <a:prstGeom prst="rect">
            <a:avLst/>
          </a:prstGeom>
          <a:noFill/>
        </p:spPr>
        <p:txBody>
          <a:bodyPr wrap="none" rtlCol="0">
            <a:spAutoFit/>
          </a:bodyPr>
          <a:lstStyle/>
          <a:p>
            <a:r>
              <a:rPr lang="zh-CN" altLang="en-US" sz="3200">
                <a:latin typeface="楷体" pitchFamily="49" charset="-122"/>
                <a:ea typeface="楷体" pitchFamily="49" charset="-122"/>
              </a:rPr>
              <a:t>质量、路程、功、电流</a:t>
            </a:r>
            <a:endParaRPr lang="en-US" altLang="zh-CN" sz="3200">
              <a:latin typeface="楷体" pitchFamily="49" charset="-122"/>
              <a:ea typeface="楷体" pitchFamily="49" charset="-122"/>
            </a:endParaRPr>
          </a:p>
        </p:txBody>
      </p:sp>
      <p:sp>
        <p:nvSpPr>
          <p:cNvPr id="9" name="圆角矩形标注 8"/>
          <p:cNvSpPr/>
          <p:nvPr>
            <p:custDataLst>
              <p:tags r:id="rId8"/>
            </p:custDataLst>
          </p:nvPr>
        </p:nvSpPr>
        <p:spPr>
          <a:xfrm>
            <a:off x="4862837" y="3249439"/>
            <a:ext cx="2148757" cy="624046"/>
          </a:xfrm>
          <a:prstGeom prst="wedgeRoundRectCallout">
            <a:avLst>
              <a:gd name="adj1" fmla="val -21244"/>
              <a:gd name="adj2" fmla="val 718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楷体" pitchFamily="49" charset="-122"/>
                <a:ea typeface="楷体" pitchFamily="49" charset="-122"/>
              </a:rPr>
              <a:t>电流有方向吗？</a:t>
            </a:r>
          </a:p>
        </p:txBody>
      </p:sp>
    </p:spTree>
    <p:extLst>
      <p:ext uri="{BB962C8B-B14F-4D97-AF65-F5344CB8AC3E}">
        <p14:creationId xmlns:p14="http://schemas.microsoft.com/office/powerpoint/2010/main" val="20194552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小结</a:t>
            </a:r>
          </a:p>
        </p:txBody>
      </p:sp>
      <p:sp>
        <p:nvSpPr>
          <p:cNvPr id="3" name="TextBox 2"/>
          <p:cNvSpPr txBox="1"/>
          <p:nvPr>
            <p:custDataLst>
              <p:tags r:id="rId2"/>
            </p:custDataLst>
          </p:nvPr>
        </p:nvSpPr>
        <p:spPr>
          <a:xfrm>
            <a:off x="539552" y="699542"/>
            <a:ext cx="8064896" cy="4401205"/>
          </a:xfrm>
          <a:prstGeom prst="rect">
            <a:avLst/>
          </a:prstGeom>
          <a:noFill/>
        </p:spPr>
        <p:txBody>
          <a:bodyPr wrap="square" rtlCol="0">
            <a:spAutoFit/>
          </a:bodyPr>
          <a:lstStyle/>
          <a:p>
            <a:r>
              <a:rPr lang="zh-CN" altLang="en-US" sz="2800">
                <a:latin typeface="黑体" pitchFamily="49" charset="-122"/>
                <a:ea typeface="黑体" pitchFamily="49" charset="-122"/>
              </a:rPr>
              <a:t>一、合力与分力</a:t>
            </a:r>
            <a:endParaRPr lang="en-US" altLang="zh-CN" sz="2800">
              <a:latin typeface="黑体" pitchFamily="49" charset="-122"/>
              <a:ea typeface="黑体" pitchFamily="49" charset="-122"/>
            </a:endParaRPr>
          </a:p>
          <a:p>
            <a:r>
              <a:rPr lang="zh-CN" altLang="en-US" sz="2800">
                <a:latin typeface="仿宋" pitchFamily="49" charset="-122"/>
                <a:ea typeface="仿宋" pitchFamily="49" charset="-122"/>
              </a:rPr>
              <a:t>    如果一个力的作用效果与几个力相同，则这一个力叫做这几个力的合力，这几个力叫做这一个力的分力</a:t>
            </a:r>
            <a:endParaRPr lang="en-US" altLang="zh-CN" sz="2800">
              <a:latin typeface="仿宋" pitchFamily="49" charset="-122"/>
              <a:ea typeface="仿宋" pitchFamily="49" charset="-122"/>
            </a:endParaRPr>
          </a:p>
          <a:p>
            <a:r>
              <a:rPr lang="zh-CN" altLang="en-US" sz="2800">
                <a:latin typeface="黑体" pitchFamily="49" charset="-122"/>
                <a:ea typeface="黑体" pitchFamily="49" charset="-122"/>
              </a:rPr>
              <a:t>二、力的合成与分解</a:t>
            </a:r>
            <a:endParaRPr lang="en-US" altLang="zh-CN" sz="2800">
              <a:latin typeface="黑体" pitchFamily="49" charset="-122"/>
              <a:ea typeface="黑体" pitchFamily="49" charset="-122"/>
            </a:endParaRPr>
          </a:p>
          <a:p>
            <a:r>
              <a:rPr lang="en-US" altLang="zh-CN" sz="2800">
                <a:latin typeface="仿宋" pitchFamily="49" charset="-122"/>
                <a:ea typeface="仿宋" pitchFamily="49" charset="-122"/>
              </a:rPr>
              <a:t>    </a:t>
            </a:r>
            <a:r>
              <a:rPr lang="zh-CN" altLang="en-US" sz="2800">
                <a:latin typeface="仿宋" pitchFamily="49" charset="-122"/>
                <a:ea typeface="仿宋" pitchFamily="49" charset="-122"/>
              </a:rPr>
              <a:t>已知分力求合力的过程叫力的合成</a:t>
            </a:r>
            <a:endParaRPr lang="en-US" altLang="zh-CN" sz="2800">
              <a:latin typeface="仿宋" pitchFamily="49" charset="-122"/>
              <a:ea typeface="仿宋" pitchFamily="49" charset="-122"/>
            </a:endParaRPr>
          </a:p>
          <a:p>
            <a:r>
              <a:rPr lang="en-US" altLang="zh-CN" sz="2800">
                <a:latin typeface="仿宋" pitchFamily="49" charset="-122"/>
                <a:ea typeface="仿宋" pitchFamily="49" charset="-122"/>
              </a:rPr>
              <a:t>    </a:t>
            </a:r>
            <a:r>
              <a:rPr lang="zh-CN" altLang="en-US" sz="2800">
                <a:latin typeface="仿宋" pitchFamily="49" charset="-122"/>
                <a:ea typeface="仿宋" pitchFamily="49" charset="-122"/>
              </a:rPr>
              <a:t>已知合力求分力的过程叫力的分解，力的分解通常按照实际作用效果分解</a:t>
            </a:r>
            <a:endParaRPr lang="en-US" altLang="zh-CN" sz="2800">
              <a:latin typeface="仿宋" pitchFamily="49" charset="-122"/>
              <a:ea typeface="仿宋" pitchFamily="49" charset="-122"/>
            </a:endParaRPr>
          </a:p>
          <a:p>
            <a:r>
              <a:rPr lang="zh-CN" altLang="en-US" sz="2800">
                <a:latin typeface="黑体" pitchFamily="49" charset="-122"/>
                <a:ea typeface="黑体" pitchFamily="49" charset="-122"/>
              </a:rPr>
              <a:t>三、平行四边形定则</a:t>
            </a:r>
            <a:endParaRPr lang="en-US" altLang="zh-CN" sz="2800">
              <a:latin typeface="黑体" pitchFamily="49" charset="-122"/>
              <a:ea typeface="黑体" pitchFamily="49" charset="-122"/>
            </a:endParaRPr>
          </a:p>
          <a:p>
            <a:r>
              <a:rPr lang="zh-CN" altLang="en-US" sz="2800">
                <a:latin typeface="黑体" pitchFamily="49" charset="-122"/>
                <a:ea typeface="黑体" pitchFamily="49" charset="-122"/>
              </a:rPr>
              <a:t>四、多力合成</a:t>
            </a:r>
          </a:p>
        </p:txBody>
      </p:sp>
    </p:spTree>
    <p:extLst>
      <p:ext uri="{BB962C8B-B14F-4D97-AF65-F5344CB8AC3E}">
        <p14:creationId xmlns:p14="http://schemas.microsoft.com/office/powerpoint/2010/main" val="335254608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816" y="427369"/>
            <a:ext cx="8652373" cy="1385892"/>
          </a:xfrm>
          <a:prstGeom prst="rect">
            <a:avLst/>
          </a:prstGeom>
        </p:spPr>
        <p:txBody>
          <a:bodyPr wrap="square">
            <a:spAutoFit/>
          </a:bodyPr>
          <a:lstStyle/>
          <a:p>
            <a:pPr algn="just">
              <a:lnSpc>
                <a:spcPct val="150000"/>
              </a:lnSpc>
            </a:pPr>
            <a:r>
              <a:rPr lang="zh-CN" altLang="zh-CN" sz="1949" b="1" kern="100" dirty="0">
                <a:solidFill>
                  <a:srgbClr val="0000FF"/>
                </a:solidFill>
                <a:latin typeface="+mj-ea"/>
                <a:ea typeface="+mj-ea"/>
                <a:cs typeface="Times New Roman"/>
              </a:rPr>
              <a:t>例</a:t>
            </a:r>
            <a:r>
              <a:rPr lang="en-US" altLang="zh-CN" sz="1949" b="1" kern="100" dirty="0">
                <a:solidFill>
                  <a:srgbClr val="0000FF"/>
                </a:solidFill>
                <a:latin typeface="+mj-ea"/>
                <a:ea typeface="+mj-ea"/>
                <a:cs typeface="Times New Roman"/>
              </a:rPr>
              <a:t>1</a:t>
            </a:r>
            <a:r>
              <a:rPr lang="zh-CN" altLang="zh-CN" sz="1949" kern="100" dirty="0">
                <a:latin typeface="Times New Roman"/>
                <a:ea typeface="微软雅黑"/>
                <a:cs typeface="Times New Roman"/>
              </a:rPr>
              <a:t>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和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的合力大小随着他它们的夹角变化的关系如图所示</a:t>
            </a:r>
            <a:r>
              <a:rPr lang="en-US" altLang="zh-CN" sz="1949" kern="100" dirty="0">
                <a:latin typeface="Times New Roman"/>
                <a:ea typeface="微软雅黑"/>
                <a:cs typeface="Courier New"/>
              </a:rPr>
              <a:t>(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的大小均不变，且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．则可知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的大小为</a:t>
            </a:r>
            <a:r>
              <a:rPr lang="en-US" altLang="zh-CN" sz="1949" kern="100" dirty="0">
                <a:latin typeface="Times New Roman"/>
                <a:ea typeface="微软雅黑"/>
                <a:cs typeface="Courier New"/>
              </a:rPr>
              <a:t>________N</a:t>
            </a:r>
            <a:r>
              <a:rPr lang="zh-CN" altLang="en-US" sz="1949" kern="100" dirty="0">
                <a:latin typeface="Times New Roman"/>
                <a:ea typeface="微软雅黑"/>
                <a:cs typeface="Courier New"/>
              </a:rPr>
              <a:t>， </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的大小为</a:t>
            </a:r>
            <a:r>
              <a:rPr lang="en-US" altLang="zh-CN" sz="1949" kern="100" dirty="0">
                <a:latin typeface="Times New Roman"/>
                <a:ea typeface="微软雅黑"/>
                <a:cs typeface="Courier New"/>
              </a:rPr>
              <a:t>________N</a:t>
            </a:r>
            <a:r>
              <a:rPr lang="zh-CN" altLang="en-US" sz="1949" kern="100" dirty="0">
                <a:latin typeface="Times New Roman"/>
                <a:ea typeface="微软雅黑"/>
                <a:cs typeface="Courier New"/>
              </a:rPr>
              <a:t>， </a:t>
            </a:r>
            <a:r>
              <a:rPr lang="en-US" altLang="zh-CN" sz="1949" i="1" kern="100" dirty="0">
                <a:latin typeface="Times New Roman"/>
                <a:ea typeface="微软雅黑"/>
                <a:cs typeface="Courier New"/>
              </a:rPr>
              <a:t>a</a:t>
            </a:r>
            <a:r>
              <a:rPr lang="en-US" altLang="zh-CN" sz="1949" kern="100" dirty="0">
                <a:latin typeface="Times New Roman"/>
                <a:ea typeface="微软雅黑"/>
                <a:cs typeface="Courier New"/>
              </a:rPr>
              <a:t> </a:t>
            </a:r>
            <a:r>
              <a:rPr lang="zh-CN" altLang="en-US" sz="1949" kern="100" dirty="0">
                <a:latin typeface="Times New Roman"/>
                <a:ea typeface="微软雅黑"/>
                <a:cs typeface="Courier New"/>
              </a:rPr>
              <a:t>的值为</a:t>
            </a:r>
            <a:r>
              <a:rPr lang="en-US" altLang="zh-CN" sz="1949" kern="100" dirty="0">
                <a:latin typeface="Times New Roman"/>
                <a:ea typeface="微软雅黑"/>
                <a:cs typeface="Courier New"/>
              </a:rPr>
              <a:t>________N</a:t>
            </a:r>
            <a:r>
              <a:rPr lang="zh-CN" altLang="en-US" sz="1949" kern="100" dirty="0">
                <a:latin typeface="Times New Roman"/>
                <a:ea typeface="微软雅黑"/>
                <a:cs typeface="Courier New"/>
              </a:rPr>
              <a:t>．</a:t>
            </a:r>
            <a:endParaRPr lang="zh-CN" altLang="zh-CN" sz="787" kern="100" dirty="0">
              <a:latin typeface="宋体"/>
              <a:cs typeface="Courier New"/>
            </a:endParaRPr>
          </a:p>
        </p:txBody>
      </p:sp>
      <p:sp>
        <p:nvSpPr>
          <p:cNvPr id="4" name="文本框 3"/>
          <p:cNvSpPr txBox="1"/>
          <p:nvPr/>
        </p:nvSpPr>
        <p:spPr>
          <a:xfrm>
            <a:off x="278816" y="2668633"/>
            <a:ext cx="1593509" cy="300082"/>
          </a:xfrm>
          <a:prstGeom prst="rect">
            <a:avLst/>
          </a:prstGeom>
          <a:noFill/>
        </p:spPr>
        <p:txBody>
          <a:bodyPr wrap="square" rtlCol="0">
            <a:spAutoFit/>
          </a:bodyPr>
          <a:lstStyle/>
          <a:p>
            <a:r>
              <a:rPr lang="zh-CN" altLang="en-US" sz="1350" dirty="0">
                <a:solidFill>
                  <a:srgbClr val="FF0000"/>
                </a:solidFill>
              </a:rPr>
              <a:t>答案：</a:t>
            </a:r>
            <a:r>
              <a:rPr lang="en-US" altLang="zh-CN" sz="1350" dirty="0">
                <a:solidFill>
                  <a:srgbClr val="FF0000"/>
                </a:solidFill>
              </a:rPr>
              <a:t>4 3 5</a:t>
            </a:r>
            <a:endParaRPr lang="zh-CN" altLang="en-US" sz="1350" dirty="0">
              <a:solidFill>
                <a:srgbClr val="FF0000"/>
              </a:solidFill>
            </a:endParaRPr>
          </a:p>
        </p:txBody>
      </p:sp>
      <p:pic>
        <p:nvPicPr>
          <p:cNvPr id="11266" name="Picture 2" descr="https://picflow.koolearn.com/upload/papers/20140824/201408241503470632253.png"/>
          <p:cNvPicPr>
            <a:picLocks noChangeAspect="1" noChangeArrowheads="1"/>
          </p:cNvPicPr>
          <p:nvPr/>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5327909" y="1784055"/>
            <a:ext cx="3411749" cy="2398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93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816" y="427369"/>
            <a:ext cx="8652373" cy="2288832"/>
          </a:xfrm>
          <a:prstGeom prst="rect">
            <a:avLst/>
          </a:prstGeom>
        </p:spPr>
        <p:txBody>
          <a:bodyPr wrap="square">
            <a:spAutoFit/>
          </a:bodyPr>
          <a:lstStyle/>
          <a:p>
            <a:pPr algn="just">
              <a:lnSpc>
                <a:spcPct val="150000"/>
              </a:lnSpc>
            </a:pPr>
            <a:r>
              <a:rPr lang="zh-CN" altLang="zh-CN" sz="1949" b="1" kern="100" dirty="0">
                <a:solidFill>
                  <a:srgbClr val="0000FF"/>
                </a:solidFill>
                <a:latin typeface="+mj-ea"/>
                <a:ea typeface="+mj-ea"/>
                <a:cs typeface="Times New Roman"/>
              </a:rPr>
              <a:t>例</a:t>
            </a:r>
            <a:r>
              <a:rPr lang="en-US" altLang="zh-CN" sz="1949" b="1" kern="100" dirty="0">
                <a:solidFill>
                  <a:srgbClr val="0000FF"/>
                </a:solidFill>
                <a:latin typeface="+mj-ea"/>
                <a:ea typeface="+mj-ea"/>
                <a:cs typeface="Times New Roman"/>
              </a:rPr>
              <a:t>2</a:t>
            </a:r>
            <a:r>
              <a:rPr lang="zh-CN" altLang="zh-CN" sz="1949" kern="100" dirty="0">
                <a:latin typeface="Times New Roman"/>
                <a:ea typeface="微软雅黑"/>
                <a:cs typeface="Times New Roman"/>
              </a:rPr>
              <a:t>　</a:t>
            </a:r>
            <a:r>
              <a:rPr lang="zh-CN" altLang="en-US" sz="1949" kern="100" dirty="0">
                <a:latin typeface="Times New Roman"/>
                <a:ea typeface="微软雅黑"/>
                <a:cs typeface="Courier New"/>
              </a:rPr>
              <a:t>下列各组共点力的合力有可能等于零的是（　　）</a:t>
            </a:r>
          </a:p>
          <a:p>
            <a:pPr algn="just">
              <a:lnSpc>
                <a:spcPct val="150000"/>
              </a:lnSpc>
            </a:pPr>
            <a:r>
              <a:rPr lang="en-US" altLang="zh-CN" sz="1949" kern="100" dirty="0">
                <a:latin typeface="Times New Roman"/>
                <a:ea typeface="微软雅黑"/>
                <a:cs typeface="Courier New"/>
              </a:rPr>
              <a:t>A</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15N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5N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6N	</a:t>
            </a:r>
          </a:p>
          <a:p>
            <a:pPr algn="just">
              <a:lnSpc>
                <a:spcPct val="150000"/>
              </a:lnSpc>
            </a:pPr>
            <a:r>
              <a:rPr lang="en-US" altLang="zh-CN" sz="1949" kern="100" dirty="0">
                <a:latin typeface="Times New Roman"/>
                <a:ea typeface="微软雅黑"/>
                <a:cs typeface="Courier New"/>
              </a:rPr>
              <a:t>B</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3N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6N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6N	</a:t>
            </a:r>
          </a:p>
          <a:p>
            <a:pPr algn="just">
              <a:lnSpc>
                <a:spcPct val="150000"/>
              </a:lnSpc>
            </a:pPr>
            <a:r>
              <a:rPr lang="en-US" altLang="zh-CN" sz="1949" kern="100" dirty="0">
                <a:latin typeface="Times New Roman"/>
                <a:ea typeface="微软雅黑"/>
                <a:cs typeface="Courier New"/>
              </a:rPr>
              <a:t>C</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2N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7N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10N	</a:t>
            </a:r>
          </a:p>
          <a:p>
            <a:pPr algn="just">
              <a:lnSpc>
                <a:spcPct val="150000"/>
              </a:lnSpc>
            </a:pPr>
            <a:r>
              <a:rPr lang="en-US" altLang="zh-CN" sz="1949" kern="100" dirty="0">
                <a:latin typeface="Times New Roman"/>
                <a:ea typeface="微软雅黑"/>
                <a:cs typeface="Courier New"/>
              </a:rPr>
              <a:t>D</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11N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6N</a:t>
            </a:r>
            <a:r>
              <a:rPr lang="zh-CN" altLang="en-US" sz="1949" kern="100" dirty="0">
                <a:latin typeface="Times New Roman"/>
                <a:ea typeface="微软雅黑"/>
                <a:cs typeface="Courier New"/>
              </a:rPr>
              <a:t>、</a:t>
            </a:r>
            <a:r>
              <a:rPr lang="en-US" altLang="zh-CN" sz="1949" kern="100" dirty="0">
                <a:latin typeface="Times New Roman"/>
                <a:ea typeface="微软雅黑"/>
                <a:cs typeface="Courier New"/>
              </a:rPr>
              <a:t>14N</a:t>
            </a:r>
            <a:endParaRPr lang="zh-CN" altLang="zh-CN" sz="1949" kern="100" baseline="-25000" dirty="0">
              <a:latin typeface="Times New Roman"/>
              <a:ea typeface="微软雅黑"/>
              <a:cs typeface="Courier New"/>
            </a:endParaRPr>
          </a:p>
        </p:txBody>
      </p:sp>
      <p:sp>
        <p:nvSpPr>
          <p:cNvPr id="4" name="文本框 3"/>
          <p:cNvSpPr txBox="1"/>
          <p:nvPr/>
        </p:nvSpPr>
        <p:spPr>
          <a:xfrm>
            <a:off x="5759857" y="573991"/>
            <a:ext cx="755909" cy="300082"/>
          </a:xfrm>
          <a:prstGeom prst="rect">
            <a:avLst/>
          </a:prstGeom>
          <a:noFill/>
        </p:spPr>
        <p:txBody>
          <a:bodyPr wrap="square" rtlCol="0">
            <a:spAutoFit/>
          </a:bodyPr>
          <a:lstStyle/>
          <a:p>
            <a:r>
              <a:rPr lang="en-US" altLang="zh-CN" sz="1350" dirty="0">
                <a:solidFill>
                  <a:srgbClr val="FF0000"/>
                </a:solidFill>
              </a:rPr>
              <a:t>BD</a:t>
            </a:r>
            <a:endParaRPr lang="zh-CN" altLang="en-US" sz="1350" dirty="0">
              <a:solidFill>
                <a:srgbClr val="FF0000"/>
              </a:solidFill>
            </a:endParaRPr>
          </a:p>
        </p:txBody>
      </p:sp>
    </p:spTree>
    <p:extLst>
      <p:ext uri="{BB962C8B-B14F-4D97-AF65-F5344CB8AC3E}">
        <p14:creationId xmlns:p14="http://schemas.microsoft.com/office/powerpoint/2010/main" val="93012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816" y="427369"/>
            <a:ext cx="8652373" cy="1385892"/>
          </a:xfrm>
          <a:prstGeom prst="rect">
            <a:avLst/>
          </a:prstGeom>
        </p:spPr>
        <p:txBody>
          <a:bodyPr wrap="square">
            <a:spAutoFit/>
          </a:bodyPr>
          <a:lstStyle/>
          <a:p>
            <a:pPr algn="just">
              <a:lnSpc>
                <a:spcPct val="150000"/>
              </a:lnSpc>
            </a:pPr>
            <a:r>
              <a:rPr lang="zh-CN" altLang="zh-CN" sz="1949" b="1" kern="100" dirty="0">
                <a:solidFill>
                  <a:srgbClr val="0000FF"/>
                </a:solidFill>
                <a:latin typeface="+mj-ea"/>
                <a:ea typeface="+mj-ea"/>
                <a:cs typeface="Times New Roman"/>
              </a:rPr>
              <a:t>例</a:t>
            </a:r>
            <a:r>
              <a:rPr lang="en-US" altLang="zh-CN" sz="1949" b="1" kern="100" dirty="0">
                <a:solidFill>
                  <a:srgbClr val="0000FF"/>
                </a:solidFill>
                <a:latin typeface="+mj-ea"/>
                <a:ea typeface="+mj-ea"/>
                <a:cs typeface="Times New Roman"/>
              </a:rPr>
              <a:t>3</a:t>
            </a:r>
            <a:r>
              <a:rPr lang="zh-CN" altLang="zh-CN" sz="1949" kern="100" dirty="0">
                <a:latin typeface="Times New Roman"/>
                <a:ea typeface="微软雅黑"/>
                <a:cs typeface="Times New Roman"/>
              </a:rPr>
              <a:t>　</a:t>
            </a:r>
            <a:r>
              <a:rPr lang="zh-CN" altLang="en-US" sz="1949" kern="100" dirty="0">
                <a:latin typeface="Times New Roman"/>
                <a:ea typeface="微软雅黑"/>
                <a:cs typeface="Courier New"/>
              </a:rPr>
              <a:t>如图，有五个力作用于同一点</a:t>
            </a:r>
            <a:r>
              <a:rPr lang="en-US" altLang="zh-CN" sz="1949" i="1" kern="100" dirty="0">
                <a:latin typeface="Times New Roman"/>
                <a:ea typeface="微软雅黑"/>
                <a:cs typeface="Courier New"/>
              </a:rPr>
              <a:t>O</a:t>
            </a:r>
            <a:r>
              <a:rPr lang="zh-CN" altLang="en-US" sz="1949" kern="100" dirty="0">
                <a:latin typeface="Times New Roman"/>
                <a:ea typeface="微软雅黑"/>
                <a:cs typeface="Courier New"/>
              </a:rPr>
              <a:t>，表示这五个力的有向线段恰分别构成一个正六边形的两条邻边和三条对角线。已知</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en-US" altLang="zh-CN" sz="1949" kern="100" dirty="0">
                <a:latin typeface="Times New Roman"/>
                <a:ea typeface="微软雅黑"/>
                <a:cs typeface="Courier New"/>
              </a:rPr>
              <a:t>=10N</a:t>
            </a:r>
            <a:r>
              <a:rPr lang="zh-CN" altLang="en-US" sz="1949" kern="100" dirty="0">
                <a:latin typeface="Times New Roman"/>
                <a:ea typeface="微软雅黑"/>
                <a:cs typeface="Courier New"/>
              </a:rPr>
              <a:t>，则这五个力的合力大小为多少？</a:t>
            </a:r>
            <a:endParaRPr lang="zh-CN" altLang="zh-CN" sz="787" kern="100" dirty="0">
              <a:latin typeface="宋体"/>
              <a:cs typeface="Courier New"/>
            </a:endParaRPr>
          </a:p>
        </p:txBody>
      </p:sp>
      <p:sp>
        <p:nvSpPr>
          <p:cNvPr id="4" name="文本框 3"/>
          <p:cNvSpPr txBox="1"/>
          <p:nvPr/>
        </p:nvSpPr>
        <p:spPr>
          <a:xfrm>
            <a:off x="278816" y="2517757"/>
            <a:ext cx="1727792" cy="300082"/>
          </a:xfrm>
          <a:prstGeom prst="rect">
            <a:avLst/>
          </a:prstGeom>
          <a:noFill/>
        </p:spPr>
        <p:txBody>
          <a:bodyPr wrap="square" rtlCol="0">
            <a:spAutoFit/>
          </a:bodyPr>
          <a:lstStyle/>
          <a:p>
            <a:r>
              <a:rPr lang="zh-CN" altLang="en-US" sz="1350" dirty="0">
                <a:solidFill>
                  <a:srgbClr val="FF0000"/>
                </a:solidFill>
              </a:rPr>
              <a:t>答案：</a:t>
            </a:r>
            <a:r>
              <a:rPr lang="en-US" altLang="zh-CN" sz="1350" dirty="0">
                <a:solidFill>
                  <a:srgbClr val="FF0000"/>
                </a:solidFill>
              </a:rPr>
              <a:t>60N</a:t>
            </a:r>
            <a:endParaRPr lang="zh-CN" altLang="en-US" sz="1350" dirty="0">
              <a:solidFill>
                <a:srgbClr val="FF0000"/>
              </a:solidFill>
            </a:endParaRPr>
          </a:p>
        </p:txBody>
      </p:sp>
      <p:pic>
        <p:nvPicPr>
          <p:cNvPr id="12290" name="Picture 2" descr="http://pic1.mofangge.com/upload/papers/g04/20120227/20120227150509831205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824" y="1967258"/>
            <a:ext cx="2424155" cy="2386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67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816" y="427369"/>
            <a:ext cx="8652373" cy="2738763"/>
          </a:xfrm>
          <a:prstGeom prst="rect">
            <a:avLst/>
          </a:prstGeom>
        </p:spPr>
        <p:txBody>
          <a:bodyPr wrap="square">
            <a:spAutoFit/>
          </a:bodyPr>
          <a:lstStyle/>
          <a:p>
            <a:pPr algn="just">
              <a:lnSpc>
                <a:spcPct val="150000"/>
              </a:lnSpc>
            </a:pPr>
            <a:r>
              <a:rPr lang="zh-CN" altLang="zh-CN" sz="1949" b="1" kern="100" dirty="0">
                <a:solidFill>
                  <a:srgbClr val="0000FF"/>
                </a:solidFill>
                <a:latin typeface="+mj-ea"/>
                <a:ea typeface="+mj-ea"/>
                <a:cs typeface="Times New Roman"/>
              </a:rPr>
              <a:t>例</a:t>
            </a:r>
            <a:r>
              <a:rPr lang="en-US" altLang="zh-CN" sz="1949" b="1" kern="100" dirty="0">
                <a:solidFill>
                  <a:srgbClr val="0000FF"/>
                </a:solidFill>
                <a:latin typeface="+mj-ea"/>
                <a:ea typeface="+mj-ea"/>
                <a:cs typeface="Times New Roman"/>
              </a:rPr>
              <a:t>4</a:t>
            </a:r>
            <a:r>
              <a:rPr lang="zh-CN" altLang="zh-CN" sz="1949" kern="100" dirty="0">
                <a:latin typeface="Times New Roman"/>
                <a:ea typeface="微软雅黑"/>
                <a:cs typeface="Times New Roman"/>
              </a:rPr>
              <a:t>　</a:t>
            </a:r>
            <a:r>
              <a:rPr lang="zh-CN" altLang="en-US" sz="1949" kern="100" dirty="0">
                <a:latin typeface="Times New Roman"/>
                <a:ea typeface="微软雅黑"/>
                <a:cs typeface="Courier New"/>
              </a:rPr>
              <a:t>两个共点力的合力记为</a:t>
            </a:r>
            <a:r>
              <a:rPr lang="en-US" altLang="zh-CN" sz="1949" i="1" kern="100" dirty="0">
                <a:latin typeface="Times New Roman"/>
                <a:ea typeface="微软雅黑"/>
                <a:cs typeface="Courier New"/>
              </a:rPr>
              <a:t>F</a:t>
            </a:r>
            <a:r>
              <a:rPr lang="en-US" altLang="zh-CN" sz="1949" kern="100" dirty="0">
                <a:latin typeface="Times New Roman"/>
                <a:ea typeface="微软雅黑"/>
                <a:cs typeface="Courier New"/>
              </a:rPr>
              <a:t>,</a:t>
            </a:r>
            <a:r>
              <a:rPr lang="zh-CN" altLang="en-US" sz="1949" kern="100" dirty="0">
                <a:latin typeface="Times New Roman"/>
                <a:ea typeface="微软雅黑"/>
                <a:cs typeface="Courier New"/>
              </a:rPr>
              <a:t>如果它们之间的夹角</a:t>
            </a:r>
            <a:r>
              <a:rPr lang="en-US" altLang="zh-CN" sz="1949" i="1" kern="100" dirty="0">
                <a:latin typeface="Times New Roman"/>
                <a:ea typeface="微软雅黑"/>
                <a:cs typeface="Courier New"/>
              </a:rPr>
              <a:t>θ</a:t>
            </a:r>
            <a:r>
              <a:rPr lang="zh-CN" altLang="en-US" sz="1949" kern="100" dirty="0">
                <a:latin typeface="Times New Roman"/>
                <a:ea typeface="微软雅黑"/>
                <a:cs typeface="Courier New"/>
              </a:rPr>
              <a:t>固定不变</a:t>
            </a:r>
            <a:r>
              <a:rPr lang="en-US" altLang="zh-CN" sz="1949" kern="100" dirty="0">
                <a:latin typeface="Times New Roman"/>
                <a:ea typeface="微软雅黑"/>
                <a:cs typeface="Courier New"/>
              </a:rPr>
              <a:t>,</a:t>
            </a:r>
            <a:r>
              <a:rPr lang="zh-CN" altLang="en-US" sz="1949" kern="100" dirty="0">
                <a:latin typeface="Times New Roman"/>
                <a:ea typeface="微软雅黑"/>
                <a:cs typeface="Courier New"/>
              </a:rPr>
              <a:t>使其中一个力增大</a:t>
            </a:r>
            <a:r>
              <a:rPr lang="en-US" altLang="zh-CN" sz="1949" kern="100" dirty="0">
                <a:latin typeface="Times New Roman"/>
                <a:ea typeface="微软雅黑"/>
                <a:cs typeface="Courier New"/>
              </a:rPr>
              <a:t>,</a:t>
            </a:r>
            <a:r>
              <a:rPr lang="zh-CN" altLang="en-US" sz="1949" kern="100" dirty="0">
                <a:latin typeface="Times New Roman"/>
                <a:ea typeface="微软雅黑"/>
                <a:cs typeface="Courier New"/>
              </a:rPr>
              <a:t>则</a:t>
            </a:r>
            <a:r>
              <a:rPr lang="en-US" altLang="zh-CN" sz="1949" kern="100" dirty="0">
                <a:latin typeface="Times New Roman"/>
                <a:ea typeface="微软雅黑"/>
                <a:cs typeface="Courier New"/>
              </a:rPr>
              <a:t>(      )</a:t>
            </a:r>
          </a:p>
          <a:p>
            <a:pPr algn="just">
              <a:lnSpc>
                <a:spcPct val="150000"/>
              </a:lnSpc>
            </a:pPr>
            <a:r>
              <a:rPr lang="en-US" altLang="zh-CN" sz="1949" kern="100" dirty="0">
                <a:latin typeface="Times New Roman"/>
                <a:ea typeface="微软雅黑"/>
                <a:cs typeface="Courier New"/>
              </a:rPr>
              <a:t>A. </a:t>
            </a:r>
            <a:r>
              <a:rPr lang="zh-CN" altLang="en-US" sz="1949" kern="100" dirty="0">
                <a:latin typeface="Times New Roman"/>
                <a:ea typeface="微软雅黑"/>
                <a:cs typeface="Courier New"/>
              </a:rPr>
              <a:t>合力</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一定增大</a:t>
            </a:r>
          </a:p>
          <a:p>
            <a:pPr algn="just">
              <a:lnSpc>
                <a:spcPct val="150000"/>
              </a:lnSpc>
            </a:pPr>
            <a:r>
              <a:rPr lang="en-US" altLang="zh-CN" sz="1949" kern="100" dirty="0">
                <a:latin typeface="Times New Roman"/>
                <a:ea typeface="微软雅黑"/>
                <a:cs typeface="Courier New"/>
              </a:rPr>
              <a:t>B. </a:t>
            </a:r>
            <a:r>
              <a:rPr lang="zh-CN" altLang="en-US" sz="1949" kern="100" dirty="0">
                <a:latin typeface="Times New Roman"/>
                <a:ea typeface="微软雅黑"/>
                <a:cs typeface="Courier New"/>
              </a:rPr>
              <a:t>合力</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的大小可能不变</a:t>
            </a:r>
          </a:p>
          <a:p>
            <a:pPr algn="just">
              <a:lnSpc>
                <a:spcPct val="150000"/>
              </a:lnSpc>
            </a:pPr>
            <a:r>
              <a:rPr lang="en-US" altLang="zh-CN" sz="1949" kern="100" dirty="0">
                <a:latin typeface="Times New Roman"/>
                <a:ea typeface="微软雅黑"/>
                <a:cs typeface="Courier New"/>
              </a:rPr>
              <a:t>C. </a:t>
            </a:r>
            <a:r>
              <a:rPr lang="zh-CN" altLang="en-US" sz="1949" kern="100" dirty="0">
                <a:latin typeface="Times New Roman"/>
                <a:ea typeface="微软雅黑"/>
                <a:cs typeface="Courier New"/>
              </a:rPr>
              <a:t>合力</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可能增大，也可能减小</a:t>
            </a:r>
          </a:p>
          <a:p>
            <a:pPr algn="just">
              <a:lnSpc>
                <a:spcPct val="150000"/>
              </a:lnSpc>
            </a:pPr>
            <a:r>
              <a:rPr lang="en-US" altLang="zh-CN" sz="1949" kern="100" dirty="0">
                <a:latin typeface="Times New Roman"/>
                <a:ea typeface="微软雅黑"/>
                <a:cs typeface="Courier New"/>
              </a:rPr>
              <a:t>D. </a:t>
            </a:r>
            <a:r>
              <a:rPr lang="zh-CN" altLang="en-US" sz="1949" kern="100" dirty="0">
                <a:latin typeface="Times New Roman"/>
                <a:ea typeface="微软雅黑"/>
                <a:cs typeface="Courier New"/>
              </a:rPr>
              <a:t>当</a:t>
            </a:r>
            <a:r>
              <a:rPr lang="en-US" altLang="zh-CN" sz="1949" kern="100" dirty="0">
                <a:latin typeface="Times New Roman"/>
                <a:ea typeface="微软雅黑"/>
                <a:cs typeface="Courier New"/>
              </a:rPr>
              <a:t>0</a:t>
            </a:r>
            <a:r>
              <a:rPr lang="en-US" altLang="zh-CN" sz="1949" kern="100" baseline="30000" dirty="0">
                <a:latin typeface="Times New Roman"/>
                <a:ea typeface="微软雅黑"/>
                <a:cs typeface="Courier New"/>
              </a:rPr>
              <a:t>∘</a:t>
            </a:r>
            <a:r>
              <a:rPr lang="en-US" altLang="zh-CN" sz="1949" kern="100" dirty="0">
                <a:latin typeface="Times New Roman"/>
                <a:ea typeface="微软雅黑"/>
                <a:cs typeface="Courier New"/>
              </a:rPr>
              <a:t>&lt; </a:t>
            </a:r>
            <a:r>
              <a:rPr lang="en-US" altLang="zh-CN" sz="1949" i="1" kern="100" dirty="0">
                <a:latin typeface="Times New Roman"/>
                <a:ea typeface="微软雅黑"/>
                <a:cs typeface="Courier New"/>
              </a:rPr>
              <a:t>θ</a:t>
            </a:r>
            <a:r>
              <a:rPr lang="en-US" altLang="zh-CN" sz="1949" kern="100" dirty="0">
                <a:latin typeface="Times New Roman"/>
                <a:ea typeface="微软雅黑"/>
                <a:cs typeface="Courier New"/>
              </a:rPr>
              <a:t>&lt; 90</a:t>
            </a:r>
            <a:r>
              <a:rPr lang="en-US" altLang="zh-CN" sz="1949" kern="100" baseline="30000" dirty="0">
                <a:latin typeface="Times New Roman"/>
                <a:ea typeface="微软雅黑"/>
                <a:cs typeface="Courier New"/>
              </a:rPr>
              <a:t>∘</a:t>
            </a:r>
            <a:r>
              <a:rPr lang="zh-CN" altLang="en-US" sz="1949" kern="100" dirty="0">
                <a:latin typeface="Times New Roman"/>
                <a:ea typeface="微软雅黑"/>
                <a:cs typeface="Courier New"/>
              </a:rPr>
              <a:t>，合力</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一定减小</a:t>
            </a:r>
            <a:endParaRPr lang="zh-CN" altLang="zh-CN" sz="1949" kern="100" baseline="-25000" dirty="0">
              <a:latin typeface="Times New Roman"/>
              <a:ea typeface="微软雅黑"/>
              <a:cs typeface="Courier New"/>
            </a:endParaRPr>
          </a:p>
        </p:txBody>
      </p:sp>
      <p:sp>
        <p:nvSpPr>
          <p:cNvPr id="4" name="文本框 3"/>
          <p:cNvSpPr txBox="1"/>
          <p:nvPr/>
        </p:nvSpPr>
        <p:spPr>
          <a:xfrm>
            <a:off x="1043608" y="1059582"/>
            <a:ext cx="755909" cy="300082"/>
          </a:xfrm>
          <a:prstGeom prst="rect">
            <a:avLst/>
          </a:prstGeom>
          <a:noFill/>
        </p:spPr>
        <p:txBody>
          <a:bodyPr wrap="square" rtlCol="0">
            <a:spAutoFit/>
          </a:bodyPr>
          <a:lstStyle/>
          <a:p>
            <a:r>
              <a:rPr lang="en-US" altLang="zh-CN" sz="1350" dirty="0">
                <a:solidFill>
                  <a:srgbClr val="FF0000"/>
                </a:solidFill>
              </a:rPr>
              <a:t>BC</a:t>
            </a:r>
            <a:endParaRPr lang="zh-CN" altLang="en-US" sz="1350" dirty="0">
              <a:solidFill>
                <a:srgbClr val="FF0000"/>
              </a:solidFill>
            </a:endParaRPr>
          </a:p>
        </p:txBody>
      </p:sp>
    </p:spTree>
    <p:extLst>
      <p:ext uri="{BB962C8B-B14F-4D97-AF65-F5344CB8AC3E}">
        <p14:creationId xmlns:p14="http://schemas.microsoft.com/office/powerpoint/2010/main" val="146156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278816" y="427370"/>
                <a:ext cx="8652373" cy="3846309"/>
              </a:xfrm>
              <a:prstGeom prst="rect">
                <a:avLst/>
              </a:prstGeom>
            </p:spPr>
            <p:txBody>
              <a:bodyPr wrap="square">
                <a:spAutoFit/>
              </a:bodyPr>
              <a:lstStyle/>
              <a:p>
                <a:pPr algn="just">
                  <a:lnSpc>
                    <a:spcPct val="150000"/>
                  </a:lnSpc>
                </a:pPr>
                <a:r>
                  <a:rPr lang="zh-CN" altLang="zh-CN" sz="1949" b="1" kern="100" dirty="0">
                    <a:solidFill>
                      <a:srgbClr val="0000FF"/>
                    </a:solidFill>
                    <a:latin typeface="+mj-ea"/>
                    <a:ea typeface="+mj-ea"/>
                    <a:cs typeface="Times New Roman"/>
                  </a:rPr>
                  <a:t>例</a:t>
                </a:r>
                <a:r>
                  <a:rPr lang="en-US" altLang="zh-CN" sz="1949" b="1" kern="100" dirty="0">
                    <a:solidFill>
                      <a:srgbClr val="0000FF"/>
                    </a:solidFill>
                    <a:latin typeface="+mj-ea"/>
                    <a:ea typeface="+mj-ea"/>
                    <a:cs typeface="Times New Roman"/>
                  </a:rPr>
                  <a:t>5</a:t>
                </a:r>
                <a:r>
                  <a:rPr lang="zh-CN" altLang="zh-CN" sz="1949" kern="100" dirty="0">
                    <a:latin typeface="Times New Roman"/>
                    <a:ea typeface="微软雅黑"/>
                    <a:cs typeface="Times New Roman"/>
                  </a:rPr>
                  <a:t>　</a:t>
                </a:r>
                <a:r>
                  <a:rPr lang="zh-CN" altLang="en-US" sz="1949" kern="100" dirty="0">
                    <a:latin typeface="Times New Roman"/>
                    <a:ea typeface="微软雅黑"/>
                    <a:cs typeface="Courier New"/>
                  </a:rPr>
                  <a:t>已知力</a:t>
                </a:r>
                <a:r>
                  <a:rPr lang="en-US" altLang="zh-CN" sz="1949" kern="100" dirty="0">
                    <a:latin typeface="Times New Roman"/>
                    <a:ea typeface="微软雅黑"/>
                    <a:cs typeface="Courier New"/>
                  </a:rPr>
                  <a:t>F</a:t>
                </a:r>
                <a:r>
                  <a:rPr lang="zh-CN" altLang="en-US" sz="1949" kern="100" dirty="0">
                    <a:latin typeface="Times New Roman"/>
                    <a:ea typeface="微软雅黑"/>
                    <a:cs typeface="Courier New"/>
                  </a:rPr>
                  <a:t>的一个分力</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跟</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成</a:t>
                </a:r>
                <a:r>
                  <a:rPr lang="en-US" altLang="zh-CN" sz="1949" kern="100" dirty="0">
                    <a:latin typeface="Times New Roman"/>
                    <a:ea typeface="微软雅黑"/>
                    <a:cs typeface="Courier New"/>
                  </a:rPr>
                  <a:t>30°</a:t>
                </a:r>
                <a:r>
                  <a:rPr lang="zh-CN" altLang="en-US" sz="1949" kern="100" dirty="0">
                    <a:latin typeface="Times New Roman"/>
                    <a:ea typeface="微软雅黑"/>
                    <a:cs typeface="Courier New"/>
                  </a:rPr>
                  <a:t>角，大小未知，另一个分力</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的大小为  </a:t>
                </a:r>
              </a:p>
              <a:p>
                <a:pPr algn="just">
                  <a:lnSpc>
                    <a:spcPct val="150000"/>
                  </a:lnSpc>
                </a:pPr>
                <a14:m>
                  <m:oMath xmlns:m="http://schemas.openxmlformats.org/officeDocument/2006/math">
                    <m:f>
                      <m:fPr>
                        <m:ctrlPr>
                          <a:rPr lang="en-US" altLang="zh-CN" sz="1949" i="1" kern="100">
                            <a:latin typeface="Cambria Math" panose="02040503050406030204" pitchFamily="18" charset="0"/>
                            <a:ea typeface="微软雅黑"/>
                            <a:cs typeface="Courier New"/>
                          </a:rPr>
                        </m:ctrlPr>
                      </m:fPr>
                      <m:num>
                        <m:rad>
                          <m:radPr>
                            <m:degHide m:val="on"/>
                            <m:ctrlPr>
                              <a:rPr lang="en-US" altLang="zh-CN" sz="1949" i="1" kern="100">
                                <a:latin typeface="Cambria Math" panose="02040503050406030204" pitchFamily="18" charset="0"/>
                                <a:ea typeface="微软雅黑"/>
                                <a:cs typeface="Courier New"/>
                              </a:rPr>
                            </m:ctrlPr>
                          </m:radPr>
                          <m:deg/>
                          <m:e>
                            <m:r>
                              <a:rPr lang="en-US" altLang="zh-CN" sz="1949" i="1" kern="100">
                                <a:latin typeface="Cambria Math" panose="02040503050406030204" pitchFamily="18" charset="0"/>
                                <a:ea typeface="微软雅黑"/>
                                <a:cs typeface="Courier New"/>
                              </a:rPr>
                              <m:t>3</m:t>
                            </m:r>
                          </m:e>
                        </m:rad>
                      </m:num>
                      <m:den>
                        <m:r>
                          <m:rPr>
                            <m:nor/>
                          </m:rPr>
                          <a:rPr lang="en-US" altLang="zh-CN" sz="1949" kern="100" dirty="0">
                            <a:latin typeface="Times New Roman"/>
                            <a:ea typeface="微软雅黑"/>
                            <a:cs typeface="Courier New"/>
                          </a:rPr>
                          <m:t>3</m:t>
                        </m:r>
                      </m:den>
                    </m:f>
                    <m:r>
                      <a:rPr lang="en-US" altLang="zh-CN" sz="1949" kern="100">
                        <a:latin typeface="Cambria Math" panose="02040503050406030204" pitchFamily="18" charset="0"/>
                        <a:ea typeface="微软雅黑"/>
                        <a:cs typeface="Courier New"/>
                      </a:rPr>
                      <m:t> </m:t>
                    </m:r>
                  </m:oMath>
                </a14:m>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，方向未知．则</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的大小可能是（　　）</a:t>
                </a:r>
              </a:p>
              <a:p>
                <a:pPr algn="just">
                  <a:lnSpc>
                    <a:spcPct val="150000"/>
                  </a:lnSpc>
                </a:pPr>
                <a:r>
                  <a:rPr lang="en-US" altLang="zh-CN" sz="1949" kern="100" dirty="0">
                    <a:latin typeface="Times New Roman"/>
                    <a:ea typeface="微软雅黑"/>
                    <a:cs typeface="Courier New"/>
                  </a:rPr>
                  <a:t>A. </a:t>
                </a:r>
                <a14:m>
                  <m:oMath xmlns:m="http://schemas.openxmlformats.org/officeDocument/2006/math">
                    <m:f>
                      <m:fPr>
                        <m:ctrlPr>
                          <a:rPr lang="en-US" altLang="zh-CN" sz="1949" i="1" kern="100">
                            <a:latin typeface="Cambria Math" panose="02040503050406030204" pitchFamily="18" charset="0"/>
                            <a:ea typeface="微软雅黑"/>
                            <a:cs typeface="Courier New"/>
                          </a:rPr>
                        </m:ctrlPr>
                      </m:fPr>
                      <m:num>
                        <m:rad>
                          <m:radPr>
                            <m:degHide m:val="on"/>
                            <m:ctrlPr>
                              <a:rPr lang="en-US" altLang="zh-CN" sz="1949" i="1" kern="100">
                                <a:latin typeface="Cambria Math" panose="02040503050406030204" pitchFamily="18" charset="0"/>
                                <a:ea typeface="微软雅黑"/>
                                <a:cs typeface="Courier New"/>
                              </a:rPr>
                            </m:ctrlPr>
                          </m:radPr>
                          <m:deg/>
                          <m:e>
                            <m:r>
                              <a:rPr lang="en-US" altLang="zh-CN" sz="1949" i="1" kern="100">
                                <a:latin typeface="Cambria Math" panose="02040503050406030204" pitchFamily="18" charset="0"/>
                                <a:ea typeface="微软雅黑"/>
                                <a:cs typeface="Courier New"/>
                              </a:rPr>
                              <m:t>3</m:t>
                            </m:r>
                          </m:e>
                        </m:rad>
                      </m:num>
                      <m:den>
                        <m:r>
                          <m:rPr>
                            <m:nor/>
                          </m:rPr>
                          <a:rPr lang="en-US" altLang="zh-CN" sz="1949" kern="100" dirty="0">
                            <a:latin typeface="Times New Roman"/>
                            <a:ea typeface="微软雅黑"/>
                            <a:cs typeface="Courier New"/>
                          </a:rPr>
                          <m:t>3</m:t>
                        </m:r>
                      </m:den>
                    </m:f>
                    <m:r>
                      <a:rPr lang="en-US" altLang="zh-CN" sz="1949" kern="100">
                        <a:latin typeface="Cambria Math" panose="02040503050406030204" pitchFamily="18" charset="0"/>
                        <a:ea typeface="微软雅黑"/>
                        <a:cs typeface="Courier New"/>
                      </a:rPr>
                      <m:t> </m:t>
                    </m:r>
                  </m:oMath>
                </a14:m>
                <a:r>
                  <a:rPr lang="en-US" altLang="zh-CN" sz="1949" i="1" kern="100" dirty="0">
                    <a:latin typeface="Times New Roman"/>
                    <a:ea typeface="微软雅黑"/>
                    <a:cs typeface="Courier New"/>
                  </a:rPr>
                  <a:t>F</a:t>
                </a:r>
              </a:p>
              <a:p>
                <a:pPr algn="just">
                  <a:lnSpc>
                    <a:spcPct val="150000"/>
                  </a:lnSpc>
                </a:pPr>
                <a:r>
                  <a:rPr lang="en-US" altLang="zh-CN" sz="1949" kern="100" dirty="0">
                    <a:latin typeface="Times New Roman"/>
                    <a:ea typeface="微软雅黑"/>
                    <a:cs typeface="Courier New"/>
                  </a:rPr>
                  <a:t>B. </a:t>
                </a:r>
                <a14:m>
                  <m:oMath xmlns:m="http://schemas.openxmlformats.org/officeDocument/2006/math">
                    <m:f>
                      <m:fPr>
                        <m:ctrlPr>
                          <a:rPr lang="en-US" altLang="zh-CN" sz="1949" i="1" kern="100">
                            <a:latin typeface="Cambria Math" panose="02040503050406030204" pitchFamily="18" charset="0"/>
                            <a:ea typeface="微软雅黑"/>
                            <a:cs typeface="Courier New"/>
                          </a:rPr>
                        </m:ctrlPr>
                      </m:fPr>
                      <m:num>
                        <m:rad>
                          <m:radPr>
                            <m:degHide m:val="on"/>
                            <m:ctrlPr>
                              <a:rPr lang="en-US" altLang="zh-CN" sz="1949" i="1" kern="100">
                                <a:latin typeface="Cambria Math" panose="02040503050406030204" pitchFamily="18" charset="0"/>
                                <a:ea typeface="微软雅黑"/>
                                <a:cs typeface="Courier New"/>
                              </a:rPr>
                            </m:ctrlPr>
                          </m:radPr>
                          <m:deg/>
                          <m:e>
                            <m:r>
                              <a:rPr lang="en-US" altLang="zh-CN" sz="1949" i="1" kern="100">
                                <a:latin typeface="Cambria Math" panose="02040503050406030204" pitchFamily="18" charset="0"/>
                                <a:ea typeface="微软雅黑"/>
                                <a:cs typeface="Courier New"/>
                              </a:rPr>
                              <m:t>3</m:t>
                            </m:r>
                          </m:e>
                        </m:rad>
                      </m:num>
                      <m:den>
                        <m:r>
                          <m:rPr>
                            <m:nor/>
                          </m:rPr>
                          <a:rPr lang="en-US" altLang="zh-CN" sz="1949" kern="100" dirty="0">
                            <a:latin typeface="Times New Roman"/>
                            <a:ea typeface="微软雅黑"/>
                            <a:cs typeface="Courier New"/>
                          </a:rPr>
                          <m:t>2</m:t>
                        </m:r>
                      </m:den>
                    </m:f>
                    <m:r>
                      <a:rPr lang="en-US" altLang="zh-CN" sz="1949" kern="100">
                        <a:latin typeface="Cambria Math" panose="02040503050406030204" pitchFamily="18" charset="0"/>
                        <a:ea typeface="微软雅黑"/>
                        <a:cs typeface="Courier New"/>
                      </a:rPr>
                      <m:t> </m:t>
                    </m:r>
                  </m:oMath>
                </a14:m>
                <a:r>
                  <a:rPr lang="en-US" altLang="zh-CN" sz="1949" i="1" kern="100" dirty="0">
                    <a:latin typeface="Times New Roman"/>
                    <a:ea typeface="微软雅黑"/>
                    <a:cs typeface="Courier New"/>
                  </a:rPr>
                  <a:t>F</a:t>
                </a:r>
                <a:r>
                  <a:rPr lang="en-US" altLang="zh-CN" sz="1949" kern="100" dirty="0">
                    <a:latin typeface="Times New Roman"/>
                    <a:ea typeface="微软雅黑"/>
                    <a:cs typeface="Courier New"/>
                  </a:rPr>
                  <a:t> </a:t>
                </a:r>
                <a:endParaRPr lang="zh-CN" altLang="en-US" sz="1949" kern="100" dirty="0">
                  <a:latin typeface="Times New Roman"/>
                  <a:ea typeface="微软雅黑"/>
                  <a:cs typeface="Courier New"/>
                </a:endParaRPr>
              </a:p>
              <a:p>
                <a:pPr algn="just">
                  <a:lnSpc>
                    <a:spcPct val="150000"/>
                  </a:lnSpc>
                </a:pPr>
                <a:r>
                  <a:rPr lang="en-US" altLang="zh-CN" sz="1949" kern="100" dirty="0">
                    <a:latin typeface="Times New Roman"/>
                    <a:ea typeface="微软雅黑"/>
                    <a:cs typeface="Courier New"/>
                  </a:rPr>
                  <a:t>C. </a:t>
                </a:r>
                <a14:m>
                  <m:oMath xmlns:m="http://schemas.openxmlformats.org/officeDocument/2006/math">
                    <m:f>
                      <m:fPr>
                        <m:ctrlPr>
                          <a:rPr lang="en-US" altLang="zh-CN" sz="1949" i="1" kern="100">
                            <a:latin typeface="Cambria Math" panose="02040503050406030204" pitchFamily="18" charset="0"/>
                            <a:ea typeface="微软雅黑"/>
                            <a:cs typeface="Courier New"/>
                          </a:rPr>
                        </m:ctrlPr>
                      </m:fPr>
                      <m:num>
                        <m:r>
                          <a:rPr lang="en-US" altLang="zh-CN" sz="1949" i="1" kern="100">
                            <a:latin typeface="Cambria Math" panose="02040503050406030204" pitchFamily="18" charset="0"/>
                            <a:ea typeface="微软雅黑"/>
                            <a:cs typeface="Courier New"/>
                          </a:rPr>
                          <m:t>2</m:t>
                        </m:r>
                        <m:rad>
                          <m:radPr>
                            <m:degHide m:val="on"/>
                            <m:ctrlPr>
                              <a:rPr lang="en-US" altLang="zh-CN" sz="1949" i="1" kern="100">
                                <a:latin typeface="Cambria Math" panose="02040503050406030204" pitchFamily="18" charset="0"/>
                                <a:ea typeface="微软雅黑"/>
                                <a:cs typeface="Courier New"/>
                              </a:rPr>
                            </m:ctrlPr>
                          </m:radPr>
                          <m:deg/>
                          <m:e>
                            <m:r>
                              <a:rPr lang="en-US" altLang="zh-CN" sz="1949" i="1" kern="100">
                                <a:latin typeface="Cambria Math" panose="02040503050406030204" pitchFamily="18" charset="0"/>
                                <a:ea typeface="微软雅黑"/>
                                <a:cs typeface="Courier New"/>
                              </a:rPr>
                              <m:t>3</m:t>
                            </m:r>
                          </m:e>
                        </m:rad>
                      </m:num>
                      <m:den>
                        <m:r>
                          <m:rPr>
                            <m:nor/>
                          </m:rPr>
                          <a:rPr lang="en-US" altLang="zh-CN" sz="1949" kern="100" dirty="0">
                            <a:latin typeface="Times New Roman"/>
                            <a:ea typeface="微软雅黑"/>
                            <a:cs typeface="Courier New"/>
                          </a:rPr>
                          <m:t>3</m:t>
                        </m:r>
                      </m:den>
                    </m:f>
                    <m:r>
                      <a:rPr lang="en-US" altLang="zh-CN" sz="1949" kern="100">
                        <a:latin typeface="Cambria Math" panose="02040503050406030204" pitchFamily="18" charset="0"/>
                        <a:ea typeface="微软雅黑"/>
                        <a:cs typeface="Courier New"/>
                      </a:rPr>
                      <m:t> </m:t>
                    </m:r>
                  </m:oMath>
                </a14:m>
                <a:r>
                  <a:rPr lang="en-US" altLang="zh-CN" sz="1949" i="1" kern="100" dirty="0">
                    <a:latin typeface="Times New Roman"/>
                    <a:ea typeface="微软雅黑"/>
                    <a:cs typeface="Courier New"/>
                  </a:rPr>
                  <a:t>F</a:t>
                </a:r>
                <a:r>
                  <a:rPr lang="en-US" altLang="zh-CN" sz="1949" kern="100" dirty="0">
                    <a:latin typeface="Times New Roman"/>
                    <a:ea typeface="微软雅黑"/>
                    <a:cs typeface="Courier New"/>
                  </a:rPr>
                  <a:t> </a:t>
                </a:r>
              </a:p>
              <a:p>
                <a:pPr algn="just">
                  <a:lnSpc>
                    <a:spcPct val="150000"/>
                  </a:lnSpc>
                </a:pPr>
                <a:r>
                  <a:rPr lang="en-US" altLang="zh-CN" sz="1949" kern="100" dirty="0">
                    <a:latin typeface="Times New Roman"/>
                    <a:ea typeface="微软雅黑"/>
                    <a:cs typeface="Courier New"/>
                  </a:rPr>
                  <a:t>D. </a:t>
                </a:r>
                <a14:m>
                  <m:oMath xmlns:m="http://schemas.openxmlformats.org/officeDocument/2006/math">
                    <m:rad>
                      <m:radPr>
                        <m:degHide m:val="on"/>
                        <m:ctrlPr>
                          <a:rPr lang="en-US" altLang="zh-CN" sz="1949" i="1" kern="100">
                            <a:latin typeface="Cambria Math" panose="02040503050406030204" pitchFamily="18" charset="0"/>
                            <a:ea typeface="微软雅黑"/>
                            <a:cs typeface="Courier New"/>
                          </a:rPr>
                        </m:ctrlPr>
                      </m:radPr>
                      <m:deg/>
                      <m:e>
                        <m:r>
                          <a:rPr lang="en-US" altLang="zh-CN" sz="1949" i="1" kern="100">
                            <a:latin typeface="Cambria Math" panose="02040503050406030204" pitchFamily="18" charset="0"/>
                            <a:ea typeface="微软雅黑"/>
                            <a:cs typeface="Courier New"/>
                          </a:rPr>
                          <m:t>3</m:t>
                        </m:r>
                      </m:e>
                    </m:rad>
                  </m:oMath>
                </a14:m>
                <a:r>
                  <a:rPr lang="en-US" altLang="zh-CN" sz="1949" kern="100" dirty="0">
                    <a:latin typeface="Times New Roman"/>
                    <a:ea typeface="微软雅黑"/>
                    <a:cs typeface="Courier New"/>
                  </a:rPr>
                  <a:t> </a:t>
                </a:r>
                <a:r>
                  <a:rPr lang="en-US" altLang="zh-CN" sz="1949" i="1" kern="100" dirty="0">
                    <a:latin typeface="Times New Roman"/>
                    <a:ea typeface="微软雅黑"/>
                    <a:cs typeface="Courier New"/>
                  </a:rPr>
                  <a:t>F</a:t>
                </a:r>
                <a:endParaRPr lang="zh-CN" altLang="zh-CN" sz="1949" i="1" kern="100" dirty="0">
                  <a:latin typeface="Times New Roman"/>
                  <a:ea typeface="微软雅黑"/>
                  <a:cs typeface="Courier New"/>
                </a:endParaRPr>
              </a:p>
            </p:txBody>
          </p:sp>
        </mc:Choice>
        <mc:Fallback xmlns="">
          <p:sp>
            <p:nvSpPr>
              <p:cNvPr id="3" name="矩形 2"/>
              <p:cNvSpPr>
                <a:spLocks noRot="1" noChangeAspect="1" noMove="1" noResize="1" noEditPoints="1" noAdjustHandles="1" noChangeArrowheads="1" noChangeShapeType="1" noTextEdit="1"/>
              </p:cNvSpPr>
              <p:nvPr/>
            </p:nvSpPr>
            <p:spPr>
              <a:xfrm>
                <a:off x="278816" y="427370"/>
                <a:ext cx="8652373" cy="3846309"/>
              </a:xfrm>
              <a:prstGeom prst="rect">
                <a:avLst/>
              </a:prstGeom>
              <a:blipFill>
                <a:blip r:embed="rId2"/>
                <a:stretch>
                  <a:fillRect l="-705" b="-1902"/>
                </a:stretch>
              </a:blipFill>
            </p:spPr>
            <p:txBody>
              <a:bodyPr/>
              <a:lstStyle/>
              <a:p>
                <a:r>
                  <a:rPr lang="zh-CN" altLang="en-US">
                    <a:noFill/>
                  </a:rPr>
                  <a:t> </a:t>
                </a:r>
              </a:p>
            </p:txBody>
          </p:sp>
        </mc:Fallback>
      </mc:AlternateContent>
      <p:sp>
        <p:nvSpPr>
          <p:cNvPr id="4" name="文本框 3"/>
          <p:cNvSpPr txBox="1"/>
          <p:nvPr/>
        </p:nvSpPr>
        <p:spPr>
          <a:xfrm>
            <a:off x="4464013" y="1167919"/>
            <a:ext cx="755909" cy="300082"/>
          </a:xfrm>
          <a:prstGeom prst="rect">
            <a:avLst/>
          </a:prstGeom>
          <a:noFill/>
        </p:spPr>
        <p:txBody>
          <a:bodyPr wrap="square" rtlCol="0">
            <a:spAutoFit/>
          </a:bodyPr>
          <a:lstStyle/>
          <a:p>
            <a:r>
              <a:rPr lang="en-US" altLang="zh-CN" sz="1350" dirty="0">
                <a:solidFill>
                  <a:srgbClr val="FF0000"/>
                </a:solidFill>
              </a:rPr>
              <a:t>AC</a:t>
            </a:r>
            <a:endParaRPr lang="zh-CN" altLang="en-US" sz="1350" dirty="0">
              <a:solidFill>
                <a:srgbClr val="FF0000"/>
              </a:solidFill>
            </a:endParaRPr>
          </a:p>
        </p:txBody>
      </p:sp>
    </p:spTree>
    <p:extLst>
      <p:ext uri="{BB962C8B-B14F-4D97-AF65-F5344CB8AC3E}">
        <p14:creationId xmlns:p14="http://schemas.microsoft.com/office/powerpoint/2010/main" val="409537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816" y="427370"/>
            <a:ext cx="8652373" cy="3188693"/>
          </a:xfrm>
          <a:prstGeom prst="rect">
            <a:avLst/>
          </a:prstGeom>
        </p:spPr>
        <p:txBody>
          <a:bodyPr wrap="square">
            <a:spAutoFit/>
          </a:bodyPr>
          <a:lstStyle/>
          <a:p>
            <a:pPr algn="just">
              <a:lnSpc>
                <a:spcPct val="150000"/>
              </a:lnSpc>
            </a:pPr>
            <a:r>
              <a:rPr lang="zh-CN" altLang="zh-CN" sz="1949" b="1" kern="100" dirty="0">
                <a:solidFill>
                  <a:srgbClr val="0000FF"/>
                </a:solidFill>
                <a:latin typeface="+mj-ea"/>
                <a:ea typeface="+mj-ea"/>
                <a:cs typeface="Times New Roman"/>
              </a:rPr>
              <a:t>例</a:t>
            </a:r>
            <a:r>
              <a:rPr lang="en-US" altLang="zh-CN" sz="1949" b="1" kern="100" dirty="0">
                <a:solidFill>
                  <a:srgbClr val="0000FF"/>
                </a:solidFill>
                <a:latin typeface="+mj-ea"/>
                <a:ea typeface="+mj-ea"/>
                <a:cs typeface="Times New Roman"/>
              </a:rPr>
              <a:t>6</a:t>
            </a:r>
            <a:r>
              <a:rPr lang="zh-CN" altLang="zh-CN" sz="1949" kern="100" dirty="0">
                <a:latin typeface="Times New Roman"/>
                <a:ea typeface="微软雅黑"/>
                <a:cs typeface="Times New Roman"/>
              </a:rPr>
              <a:t>　</a:t>
            </a:r>
            <a:r>
              <a:rPr lang="zh-CN" altLang="en-US" sz="1949" kern="100" dirty="0">
                <a:latin typeface="Times New Roman"/>
                <a:ea typeface="微软雅黑"/>
                <a:cs typeface="Courier New"/>
              </a:rPr>
              <a:t>两个共点力</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互相垂直，其合力为</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与</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间的夹角为</a:t>
            </a:r>
            <a:r>
              <a:rPr lang="en-US" altLang="zh-CN" sz="1949" i="1" kern="100" dirty="0">
                <a:latin typeface="Times New Roman"/>
                <a:ea typeface="微软雅黑"/>
                <a:cs typeface="Courier New"/>
              </a:rPr>
              <a:t>α</a:t>
            </a:r>
            <a:r>
              <a:rPr lang="zh-CN" altLang="en-US" sz="1949" kern="100" dirty="0">
                <a:latin typeface="Times New Roman"/>
                <a:ea typeface="微软雅黑"/>
                <a:cs typeface="Courier New"/>
              </a:rPr>
              <a:t>，</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与</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间的夹角为</a:t>
            </a:r>
            <a:r>
              <a:rPr lang="en-US" altLang="zh-CN" sz="1949" i="1" kern="100" dirty="0">
                <a:latin typeface="Times New Roman"/>
                <a:ea typeface="微软雅黑"/>
                <a:cs typeface="Courier New"/>
              </a:rPr>
              <a:t>β</a:t>
            </a:r>
            <a:r>
              <a:rPr lang="zh-CN" altLang="en-US" sz="1949" kern="100" dirty="0">
                <a:latin typeface="Times New Roman"/>
                <a:ea typeface="微软雅黑"/>
                <a:cs typeface="Courier New"/>
              </a:rPr>
              <a:t>，如图所示。若保持合力</a:t>
            </a:r>
            <a:r>
              <a:rPr lang="en-US" altLang="zh-CN" sz="1949" i="1" kern="100" dirty="0">
                <a:latin typeface="Times New Roman"/>
                <a:ea typeface="微软雅黑"/>
                <a:cs typeface="Courier New"/>
              </a:rPr>
              <a:t>F</a:t>
            </a:r>
            <a:r>
              <a:rPr lang="zh-CN" altLang="en-US" sz="1949" kern="100" dirty="0">
                <a:latin typeface="Times New Roman"/>
                <a:ea typeface="微软雅黑"/>
                <a:cs typeface="Courier New"/>
              </a:rPr>
              <a:t>的大小和方向均不变而改变</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时，对于</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的变化情况，以下判断正确的是（     ）</a:t>
            </a:r>
            <a:endParaRPr lang="en-US" altLang="zh-CN" sz="1949" kern="100" dirty="0">
              <a:latin typeface="Times New Roman"/>
              <a:ea typeface="微软雅黑"/>
              <a:cs typeface="Courier New"/>
            </a:endParaRPr>
          </a:p>
          <a:p>
            <a:pPr algn="just">
              <a:lnSpc>
                <a:spcPct val="150000"/>
              </a:lnSpc>
            </a:pPr>
            <a:r>
              <a:rPr lang="en-US" altLang="zh-CN" sz="1949" kern="100" dirty="0">
                <a:latin typeface="Times New Roman"/>
                <a:ea typeface="微软雅黑"/>
                <a:cs typeface="Courier New"/>
              </a:rPr>
              <a:t>A</a:t>
            </a:r>
            <a:r>
              <a:rPr lang="zh-CN" altLang="en-US" sz="1949" kern="100" dirty="0">
                <a:latin typeface="Times New Roman"/>
                <a:ea typeface="微软雅黑"/>
                <a:cs typeface="Courier New"/>
              </a:rPr>
              <a:t>．若保持</a:t>
            </a:r>
            <a:r>
              <a:rPr lang="en-US" altLang="zh-CN" sz="1949" i="1" kern="100" dirty="0">
                <a:latin typeface="Times New Roman"/>
                <a:ea typeface="微软雅黑"/>
                <a:cs typeface="Courier New"/>
              </a:rPr>
              <a:t>α</a:t>
            </a:r>
            <a:r>
              <a:rPr lang="zh-CN" altLang="en-US" sz="1949" kern="100" dirty="0">
                <a:latin typeface="Times New Roman"/>
                <a:ea typeface="微软雅黑"/>
                <a:cs typeface="Courier New"/>
              </a:rPr>
              <a:t>不变而减小</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，则</a:t>
            </a:r>
            <a:r>
              <a:rPr lang="en-US" altLang="zh-CN" sz="1949" i="1" kern="100" dirty="0">
                <a:latin typeface="Times New Roman"/>
                <a:ea typeface="微软雅黑"/>
                <a:cs typeface="Courier New"/>
              </a:rPr>
              <a:t>β</a:t>
            </a:r>
            <a:r>
              <a:rPr lang="zh-CN" altLang="en-US" sz="1949" kern="100" dirty="0">
                <a:latin typeface="Times New Roman"/>
                <a:ea typeface="微软雅黑"/>
                <a:cs typeface="Courier New"/>
              </a:rPr>
              <a:t>变小，</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变大 </a:t>
            </a:r>
          </a:p>
          <a:p>
            <a:pPr algn="just">
              <a:lnSpc>
                <a:spcPct val="150000"/>
              </a:lnSpc>
            </a:pPr>
            <a:r>
              <a:rPr lang="en-US" altLang="zh-CN" sz="1949" kern="100" dirty="0">
                <a:latin typeface="Times New Roman"/>
                <a:ea typeface="微软雅黑"/>
                <a:cs typeface="Courier New"/>
              </a:rPr>
              <a:t>B</a:t>
            </a:r>
            <a:r>
              <a:rPr lang="zh-CN" altLang="en-US" sz="1949" kern="100" dirty="0">
                <a:latin typeface="Times New Roman"/>
                <a:ea typeface="微软雅黑"/>
                <a:cs typeface="Courier New"/>
              </a:rPr>
              <a:t>．若保持</a:t>
            </a:r>
            <a:r>
              <a:rPr lang="en-US" altLang="zh-CN" sz="1949" i="1" kern="100" dirty="0">
                <a:latin typeface="Times New Roman"/>
                <a:ea typeface="微软雅黑"/>
                <a:cs typeface="Courier New"/>
              </a:rPr>
              <a:t>α</a:t>
            </a:r>
            <a:r>
              <a:rPr lang="zh-CN" altLang="en-US" sz="1949" kern="100" dirty="0">
                <a:latin typeface="Times New Roman"/>
                <a:ea typeface="微软雅黑"/>
                <a:cs typeface="Courier New"/>
              </a:rPr>
              <a:t>不变而减小</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，则</a:t>
            </a:r>
            <a:r>
              <a:rPr lang="en-US" altLang="zh-CN" sz="1949" i="1" kern="100" dirty="0">
                <a:latin typeface="Times New Roman"/>
                <a:ea typeface="微软雅黑"/>
                <a:cs typeface="Courier New"/>
              </a:rPr>
              <a:t>β</a:t>
            </a:r>
            <a:r>
              <a:rPr lang="zh-CN" altLang="en-US" sz="1949" kern="100" dirty="0">
                <a:latin typeface="Times New Roman"/>
                <a:ea typeface="微软雅黑"/>
                <a:cs typeface="Courier New"/>
              </a:rPr>
              <a:t>变大，</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变小 </a:t>
            </a:r>
          </a:p>
          <a:p>
            <a:pPr algn="just">
              <a:lnSpc>
                <a:spcPct val="150000"/>
              </a:lnSpc>
            </a:pPr>
            <a:r>
              <a:rPr lang="en-US" altLang="zh-CN" sz="1949" kern="100" dirty="0">
                <a:latin typeface="Times New Roman"/>
                <a:ea typeface="微软雅黑"/>
                <a:cs typeface="Courier New"/>
              </a:rPr>
              <a:t>C</a:t>
            </a:r>
            <a:r>
              <a:rPr lang="zh-CN" altLang="en-US" sz="1949" kern="100" dirty="0">
                <a:latin typeface="Times New Roman"/>
                <a:ea typeface="微软雅黑"/>
                <a:cs typeface="Courier New"/>
              </a:rPr>
              <a:t>．若保持</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的大小不变而减小</a:t>
            </a:r>
            <a:r>
              <a:rPr lang="en-US" altLang="zh-CN" sz="1949" i="1" kern="100" dirty="0">
                <a:latin typeface="Times New Roman"/>
                <a:ea typeface="微软雅黑"/>
                <a:cs typeface="Courier New"/>
              </a:rPr>
              <a:t>α</a:t>
            </a:r>
            <a:r>
              <a:rPr lang="zh-CN" altLang="en-US" sz="1949" kern="100" dirty="0">
                <a:latin typeface="Times New Roman"/>
                <a:ea typeface="微软雅黑"/>
                <a:cs typeface="Courier New"/>
              </a:rPr>
              <a:t>，则</a:t>
            </a:r>
            <a:r>
              <a:rPr lang="en-US" altLang="zh-CN" sz="1949" i="1" kern="100" dirty="0">
                <a:latin typeface="Times New Roman"/>
                <a:ea typeface="微软雅黑"/>
                <a:cs typeface="Courier New"/>
              </a:rPr>
              <a:t>β</a:t>
            </a:r>
            <a:r>
              <a:rPr lang="zh-CN" altLang="en-US" sz="1949" kern="100" dirty="0">
                <a:latin typeface="Times New Roman"/>
                <a:ea typeface="微软雅黑"/>
                <a:cs typeface="Courier New"/>
              </a:rPr>
              <a:t>变大，</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变大 </a:t>
            </a:r>
          </a:p>
          <a:p>
            <a:pPr algn="just">
              <a:lnSpc>
                <a:spcPct val="150000"/>
              </a:lnSpc>
            </a:pPr>
            <a:r>
              <a:rPr lang="en-US" altLang="zh-CN" sz="1949" kern="100" dirty="0">
                <a:latin typeface="Times New Roman"/>
                <a:ea typeface="微软雅黑"/>
                <a:cs typeface="Courier New"/>
              </a:rPr>
              <a:t>D</a:t>
            </a:r>
            <a:r>
              <a:rPr lang="zh-CN" altLang="en-US" sz="1949" kern="100" dirty="0">
                <a:latin typeface="Times New Roman"/>
                <a:ea typeface="微软雅黑"/>
                <a:cs typeface="Courier New"/>
              </a:rPr>
              <a:t>．若保持</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1</a:t>
            </a:r>
            <a:r>
              <a:rPr lang="zh-CN" altLang="en-US" sz="1949" kern="100" dirty="0">
                <a:latin typeface="Times New Roman"/>
                <a:ea typeface="微软雅黑"/>
                <a:cs typeface="Courier New"/>
              </a:rPr>
              <a:t>的大小不变而减小</a:t>
            </a:r>
            <a:r>
              <a:rPr lang="en-US" altLang="zh-CN" sz="1949" i="1" kern="100" dirty="0">
                <a:latin typeface="Times New Roman"/>
                <a:ea typeface="微软雅黑"/>
                <a:cs typeface="Courier New"/>
              </a:rPr>
              <a:t>α</a:t>
            </a:r>
            <a:r>
              <a:rPr lang="zh-CN" altLang="en-US" sz="1949" kern="100" dirty="0">
                <a:latin typeface="Times New Roman"/>
                <a:ea typeface="微软雅黑"/>
                <a:cs typeface="Courier New"/>
              </a:rPr>
              <a:t>，则</a:t>
            </a:r>
            <a:r>
              <a:rPr lang="en-US" altLang="zh-CN" sz="1949" i="1" kern="100" dirty="0">
                <a:latin typeface="Times New Roman"/>
                <a:ea typeface="微软雅黑"/>
                <a:cs typeface="Courier New"/>
              </a:rPr>
              <a:t>β</a:t>
            </a:r>
            <a:r>
              <a:rPr lang="zh-CN" altLang="en-US" sz="1949" kern="100" dirty="0">
                <a:latin typeface="Times New Roman"/>
                <a:ea typeface="微软雅黑"/>
                <a:cs typeface="Courier New"/>
              </a:rPr>
              <a:t>变小，</a:t>
            </a:r>
            <a:r>
              <a:rPr lang="en-US" altLang="zh-CN" sz="1949" i="1" kern="100" dirty="0">
                <a:latin typeface="Times New Roman"/>
                <a:ea typeface="微软雅黑"/>
                <a:cs typeface="Courier New"/>
              </a:rPr>
              <a:t>F</a:t>
            </a:r>
            <a:r>
              <a:rPr lang="en-US" altLang="zh-CN" sz="1949" kern="100" baseline="-25000" dirty="0">
                <a:latin typeface="Times New Roman"/>
                <a:ea typeface="微软雅黑"/>
                <a:cs typeface="Courier New"/>
              </a:rPr>
              <a:t>2</a:t>
            </a:r>
            <a:r>
              <a:rPr lang="zh-CN" altLang="en-US" sz="1949" kern="100" dirty="0">
                <a:latin typeface="Times New Roman"/>
                <a:ea typeface="微软雅黑"/>
                <a:cs typeface="Courier New"/>
              </a:rPr>
              <a:t>变小</a:t>
            </a:r>
            <a:endParaRPr lang="zh-CN" altLang="zh-CN" sz="1949" kern="100" baseline="-25000" dirty="0">
              <a:latin typeface="Times New Roman"/>
              <a:ea typeface="微软雅黑"/>
              <a:cs typeface="Courier New"/>
            </a:endParaRPr>
          </a:p>
        </p:txBody>
      </p:sp>
      <p:sp>
        <p:nvSpPr>
          <p:cNvPr id="4" name="文本框 3"/>
          <p:cNvSpPr txBox="1"/>
          <p:nvPr/>
        </p:nvSpPr>
        <p:spPr>
          <a:xfrm>
            <a:off x="3762097" y="1422490"/>
            <a:ext cx="755909" cy="300082"/>
          </a:xfrm>
          <a:prstGeom prst="rect">
            <a:avLst/>
          </a:prstGeom>
          <a:noFill/>
        </p:spPr>
        <p:txBody>
          <a:bodyPr wrap="square" rtlCol="0">
            <a:spAutoFit/>
          </a:bodyPr>
          <a:lstStyle/>
          <a:p>
            <a:r>
              <a:rPr lang="en-US" altLang="zh-CN" sz="1350" dirty="0">
                <a:solidFill>
                  <a:srgbClr val="FF0000"/>
                </a:solidFill>
              </a:rPr>
              <a:t>AD</a:t>
            </a:r>
            <a:endParaRPr lang="zh-CN" altLang="en-US" sz="1350" dirty="0">
              <a:solidFill>
                <a:srgbClr val="FF0000"/>
              </a:solidFill>
            </a:endParaRPr>
          </a:p>
        </p:txBody>
      </p:sp>
      <p:pic>
        <p:nvPicPr>
          <p:cNvPr id="11266" name="Picture 2" descr="http://pic1.mofangge.com/upload/papers/g04/20111020/20111020131709812179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7812" y="1595575"/>
            <a:ext cx="2714883" cy="1722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03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0.11.30"/>
  <p:tag name="AS_TITLE" val="Aspose.Slides for Java"/>
  <p:tag name="AS_VERSION" val="20.11"/>
</p:tagLst>
</file>

<file path=ppt/tags/tag2.xml><?xml version="1.0" encoding="utf-8"?>
<p:tagLst xmlns:a="http://schemas.openxmlformats.org/drawingml/2006/main" xmlns:r="http://schemas.openxmlformats.org/officeDocument/2006/relationships" xmlns:p="http://schemas.openxmlformats.org/presentationml/2006/main">
  <p:tag name="AS_UNIQUEID" val="454"/>
</p:tagLst>
</file>

<file path=ppt/tags/tag3.xml><?xml version="1.0" encoding="utf-8"?>
<p:tagLst xmlns:a="http://schemas.openxmlformats.org/drawingml/2006/main" xmlns:r="http://schemas.openxmlformats.org/officeDocument/2006/relationships" xmlns:p="http://schemas.openxmlformats.org/presentationml/2006/main">
  <p:tag name="AS_UNIQUEID" val="455"/>
</p:tagLst>
</file>

<file path=ppt/tags/tag4.xml><?xml version="1.0" encoding="utf-8"?>
<p:tagLst xmlns:a="http://schemas.openxmlformats.org/drawingml/2006/main" xmlns:r="http://schemas.openxmlformats.org/officeDocument/2006/relationships" xmlns:p="http://schemas.openxmlformats.org/presentationml/2006/main">
  <p:tag name="AS_UNIQUEID" val="456"/>
</p:tagLst>
</file>

<file path=ppt/tags/tag5.xml><?xml version="1.0" encoding="utf-8"?>
<p:tagLst xmlns:a="http://schemas.openxmlformats.org/drawingml/2006/main" xmlns:r="http://schemas.openxmlformats.org/officeDocument/2006/relationships" xmlns:p="http://schemas.openxmlformats.org/presentationml/2006/main">
  <p:tag name="AS_UNIQUEID" val="457"/>
</p:tagLst>
</file>

<file path=ppt/tags/tag6.xml><?xml version="1.0" encoding="utf-8"?>
<p:tagLst xmlns:a="http://schemas.openxmlformats.org/drawingml/2006/main" xmlns:r="http://schemas.openxmlformats.org/officeDocument/2006/relationships" xmlns:p="http://schemas.openxmlformats.org/presentationml/2006/main">
  <p:tag name="AS_UNIQUEID" val="458"/>
</p:tagLst>
</file>

<file path=ppt/tags/tag7.xml><?xml version="1.0" encoding="utf-8"?>
<p:tagLst xmlns:a="http://schemas.openxmlformats.org/drawingml/2006/main" xmlns:r="http://schemas.openxmlformats.org/officeDocument/2006/relationships" xmlns:p="http://schemas.openxmlformats.org/presentationml/2006/main">
  <p:tag name="AS_UNIQUEID" val="459"/>
</p:tagLst>
</file>

<file path=ppt/tags/tag8.xml><?xml version="1.0" encoding="utf-8"?>
<p:tagLst xmlns:a="http://schemas.openxmlformats.org/drawingml/2006/main" xmlns:r="http://schemas.openxmlformats.org/officeDocument/2006/relationships" xmlns:p="http://schemas.openxmlformats.org/presentationml/2006/main">
  <p:tag name="AS_UNIQUEID" val="381"/>
</p:tagLst>
</file>

<file path=ppt/tags/tag9.xml><?xml version="1.0" encoding="utf-8"?>
<p:tagLst xmlns:a="http://schemas.openxmlformats.org/drawingml/2006/main" xmlns:r="http://schemas.openxmlformats.org/officeDocument/2006/relationships" xmlns:p="http://schemas.openxmlformats.org/presentationml/2006/main">
  <p:tag name="AS_UNIQUEID" val="382"/>
</p:tagLst>
</file>

<file path=ppt/tags/tag10.xml><?xml version="1.0" encoding="utf-8"?>
<p:tagLst xmlns:a="http://schemas.openxmlformats.org/drawingml/2006/main" xmlns:r="http://schemas.openxmlformats.org/officeDocument/2006/relationships" xmlns:p="http://schemas.openxmlformats.org/presentationml/2006/main">
  <p:tag name="AS_UNIQUEID" val="383"/>
</p:tagLst>
</file>

<file path=ppt/tags/tag11.xml><?xml version="1.0" encoding="utf-8"?>
<p:tagLst xmlns:a="http://schemas.openxmlformats.org/drawingml/2006/main" xmlns:r="http://schemas.openxmlformats.org/officeDocument/2006/relationships" xmlns:p="http://schemas.openxmlformats.org/presentationml/2006/main">
  <p:tag name="AS_UNIQUEID" val="384"/>
</p:tagLst>
</file>

<file path=ppt/tags/tag12.xml><?xml version="1.0" encoding="utf-8"?>
<p:tagLst xmlns:a="http://schemas.openxmlformats.org/drawingml/2006/main" xmlns:r="http://schemas.openxmlformats.org/officeDocument/2006/relationships" xmlns:p="http://schemas.openxmlformats.org/presentationml/2006/main">
  <p:tag name="AS_UNIQUEID" val="385"/>
</p:tagLst>
</file>

<file path=ppt/tags/tag13.xml><?xml version="1.0" encoding="utf-8"?>
<p:tagLst xmlns:a="http://schemas.openxmlformats.org/drawingml/2006/main" xmlns:r="http://schemas.openxmlformats.org/officeDocument/2006/relationships" xmlns:p="http://schemas.openxmlformats.org/presentationml/2006/main">
  <p:tag name="AS_UNIQUEID" val="386"/>
</p:tagLst>
</file>

<file path=ppt/tags/tag14.xml><?xml version="1.0" encoding="utf-8"?>
<p:tagLst xmlns:a="http://schemas.openxmlformats.org/drawingml/2006/main" xmlns:r="http://schemas.openxmlformats.org/officeDocument/2006/relationships" xmlns:p="http://schemas.openxmlformats.org/presentationml/2006/main">
  <p:tag name="AS_UNIQUEID" val="387"/>
</p:tagLst>
</file>

<file path=ppt/tags/tag15.xml><?xml version="1.0" encoding="utf-8"?>
<p:tagLst xmlns:a="http://schemas.openxmlformats.org/drawingml/2006/main" xmlns:r="http://schemas.openxmlformats.org/officeDocument/2006/relationships" xmlns:p="http://schemas.openxmlformats.org/presentationml/2006/main">
  <p:tag name="AS_UNIQUEID" val="388"/>
</p:tagLst>
</file>

<file path=ppt/tags/tag16.xml><?xml version="1.0" encoding="utf-8"?>
<p:tagLst xmlns:a="http://schemas.openxmlformats.org/drawingml/2006/main" xmlns:r="http://schemas.openxmlformats.org/officeDocument/2006/relationships" xmlns:p="http://schemas.openxmlformats.org/presentationml/2006/main">
  <p:tag name="AS_UNIQUEID" val="389"/>
</p:tagLst>
</file>

<file path=ppt/tags/tag17.xml><?xml version="1.0" encoding="utf-8"?>
<p:tagLst xmlns:a="http://schemas.openxmlformats.org/drawingml/2006/main" xmlns:r="http://schemas.openxmlformats.org/officeDocument/2006/relationships" xmlns:p="http://schemas.openxmlformats.org/presentationml/2006/main">
  <p:tag name="AS_UNIQUEID" val="391"/>
</p:tagLst>
</file>

<file path=ppt/tags/tag18.xml><?xml version="1.0" encoding="utf-8"?>
<p:tagLst xmlns:a="http://schemas.openxmlformats.org/drawingml/2006/main" xmlns:r="http://schemas.openxmlformats.org/officeDocument/2006/relationships" xmlns:p="http://schemas.openxmlformats.org/presentationml/2006/main">
  <p:tag name="AS_UNIQUEID" val="392"/>
</p:tagLst>
</file>

<file path=ppt/tags/tag19.xml><?xml version="1.0" encoding="utf-8"?>
<p:tagLst xmlns:a="http://schemas.openxmlformats.org/drawingml/2006/main" xmlns:r="http://schemas.openxmlformats.org/officeDocument/2006/relationships" xmlns:p="http://schemas.openxmlformats.org/presentationml/2006/main">
  <p:tag name="AS_UNIQUEID" val="393"/>
</p:tagLst>
</file>

<file path=ppt/tags/tag20.xml><?xml version="1.0" encoding="utf-8"?>
<p:tagLst xmlns:a="http://schemas.openxmlformats.org/drawingml/2006/main" xmlns:r="http://schemas.openxmlformats.org/officeDocument/2006/relationships" xmlns:p="http://schemas.openxmlformats.org/presentationml/2006/main">
  <p:tag name="AS_UNIQUEID" val="394"/>
</p:tagLst>
</file>

<file path=ppt/tags/tag21.xml><?xml version="1.0" encoding="utf-8"?>
<p:tagLst xmlns:a="http://schemas.openxmlformats.org/drawingml/2006/main" xmlns:r="http://schemas.openxmlformats.org/officeDocument/2006/relationships" xmlns:p="http://schemas.openxmlformats.org/presentationml/2006/main">
  <p:tag name="AS_UNIQUEID" val="395"/>
</p:tagLst>
</file>

<file path=ppt/tags/tag22.xml><?xml version="1.0" encoding="utf-8"?>
<p:tagLst xmlns:a="http://schemas.openxmlformats.org/drawingml/2006/main" xmlns:r="http://schemas.openxmlformats.org/officeDocument/2006/relationships" xmlns:p="http://schemas.openxmlformats.org/presentationml/2006/main">
  <p:tag name="AS_UNIQUEID" val="397"/>
</p:tagLst>
</file>

<file path=ppt/tags/tag23.xml><?xml version="1.0" encoding="utf-8"?>
<p:tagLst xmlns:a="http://schemas.openxmlformats.org/drawingml/2006/main" xmlns:r="http://schemas.openxmlformats.org/officeDocument/2006/relationships" xmlns:p="http://schemas.openxmlformats.org/presentationml/2006/main">
  <p:tag name="AS_UNIQUEID" val="398"/>
</p:tagLst>
</file>

<file path=ppt/tags/tag24.xml><?xml version="1.0" encoding="utf-8"?>
<p:tagLst xmlns:a="http://schemas.openxmlformats.org/drawingml/2006/main" xmlns:r="http://schemas.openxmlformats.org/officeDocument/2006/relationships" xmlns:p="http://schemas.openxmlformats.org/presentationml/2006/main">
  <p:tag name="AS_UNIQUEID" val="399"/>
</p:tagLst>
</file>

<file path=ppt/tags/tag25.xml><?xml version="1.0" encoding="utf-8"?>
<p:tagLst xmlns:a="http://schemas.openxmlformats.org/drawingml/2006/main" xmlns:r="http://schemas.openxmlformats.org/officeDocument/2006/relationships" xmlns:p="http://schemas.openxmlformats.org/presentationml/2006/main">
  <p:tag name="AS_UNIQUEID" val="400"/>
</p:tagLst>
</file>

<file path=ppt/tags/tag26.xml><?xml version="1.0" encoding="utf-8"?>
<p:tagLst xmlns:a="http://schemas.openxmlformats.org/drawingml/2006/main" xmlns:r="http://schemas.openxmlformats.org/officeDocument/2006/relationships" xmlns:p="http://schemas.openxmlformats.org/presentationml/2006/main">
  <p:tag name="AS_UNIQUEID" val="401"/>
</p:tagLst>
</file>

<file path=ppt/tags/tag27.xml><?xml version="1.0" encoding="utf-8"?>
<p:tagLst xmlns:a="http://schemas.openxmlformats.org/drawingml/2006/main" xmlns:r="http://schemas.openxmlformats.org/officeDocument/2006/relationships" xmlns:p="http://schemas.openxmlformats.org/presentationml/2006/main">
  <p:tag name="AS_UNIQUEID" val="403"/>
</p:tagLst>
</file>

<file path=ppt/tags/tag28.xml><?xml version="1.0" encoding="utf-8"?>
<p:tagLst xmlns:a="http://schemas.openxmlformats.org/drawingml/2006/main" xmlns:r="http://schemas.openxmlformats.org/officeDocument/2006/relationships" xmlns:p="http://schemas.openxmlformats.org/presentationml/2006/main">
  <p:tag name="AS_UNIQUEID" val="404"/>
</p:tagLst>
</file>

<file path=ppt/tags/tag29.xml><?xml version="1.0" encoding="utf-8"?>
<p:tagLst xmlns:a="http://schemas.openxmlformats.org/drawingml/2006/main" xmlns:r="http://schemas.openxmlformats.org/officeDocument/2006/relationships" xmlns:p="http://schemas.openxmlformats.org/presentationml/2006/main">
  <p:tag name="AS_UNIQUEID" val="405"/>
</p:tagLst>
</file>

<file path=ppt/tags/tag30.xml><?xml version="1.0" encoding="utf-8"?>
<p:tagLst xmlns:a="http://schemas.openxmlformats.org/drawingml/2006/main" xmlns:r="http://schemas.openxmlformats.org/officeDocument/2006/relationships" xmlns:p="http://schemas.openxmlformats.org/presentationml/2006/main">
  <p:tag name="AS_UNIQUEID" val="406"/>
</p:tagLst>
</file>

<file path=ppt/tags/tag31.xml><?xml version="1.0" encoding="utf-8"?>
<p:tagLst xmlns:a="http://schemas.openxmlformats.org/drawingml/2006/main" xmlns:r="http://schemas.openxmlformats.org/officeDocument/2006/relationships" xmlns:p="http://schemas.openxmlformats.org/presentationml/2006/main">
  <p:tag name="AS_UNIQUEID" val="407"/>
</p:tagLst>
</file>

<file path=ppt/tags/tag32.xml><?xml version="1.0" encoding="utf-8"?>
<p:tagLst xmlns:a="http://schemas.openxmlformats.org/drawingml/2006/main" xmlns:r="http://schemas.openxmlformats.org/officeDocument/2006/relationships" xmlns:p="http://schemas.openxmlformats.org/presentationml/2006/main">
  <p:tag name="AS_UNIQUEID" val="408"/>
</p:tagLst>
</file>

<file path=ppt/tags/tag33.xml><?xml version="1.0" encoding="utf-8"?>
<p:tagLst xmlns:a="http://schemas.openxmlformats.org/drawingml/2006/main" xmlns:r="http://schemas.openxmlformats.org/officeDocument/2006/relationships" xmlns:p="http://schemas.openxmlformats.org/presentationml/2006/main">
  <p:tag name="AS_UNIQUEID" val="410"/>
</p:tagLst>
</file>

<file path=ppt/tags/tag34.xml><?xml version="1.0" encoding="utf-8"?>
<p:tagLst xmlns:a="http://schemas.openxmlformats.org/drawingml/2006/main" xmlns:r="http://schemas.openxmlformats.org/officeDocument/2006/relationships" xmlns:p="http://schemas.openxmlformats.org/presentationml/2006/main">
  <p:tag name="AS_UNIQUEID" val="411"/>
</p:tagLst>
</file>

<file path=ppt/tags/tag35.xml><?xml version="1.0" encoding="utf-8"?>
<p:tagLst xmlns:a="http://schemas.openxmlformats.org/drawingml/2006/main" xmlns:r="http://schemas.openxmlformats.org/officeDocument/2006/relationships" xmlns:p="http://schemas.openxmlformats.org/presentationml/2006/main">
  <p:tag name="AS_UNIQUEID" val="412"/>
</p:tagLst>
</file>

<file path=ppt/tags/tag36.xml><?xml version="1.0" encoding="utf-8"?>
<p:tagLst xmlns:a="http://schemas.openxmlformats.org/drawingml/2006/main" xmlns:r="http://schemas.openxmlformats.org/officeDocument/2006/relationships" xmlns:p="http://schemas.openxmlformats.org/presentationml/2006/main">
  <p:tag name="AS_UNIQUEID" val="413"/>
</p:tagLst>
</file>

<file path=ppt/tags/tag37.xml><?xml version="1.0" encoding="utf-8"?>
<p:tagLst xmlns:a="http://schemas.openxmlformats.org/drawingml/2006/main" xmlns:r="http://schemas.openxmlformats.org/officeDocument/2006/relationships" xmlns:p="http://schemas.openxmlformats.org/presentationml/2006/main">
  <p:tag name="AS_UNIQUEID" val="414"/>
</p:tagLst>
</file>

<file path=ppt/tags/tag38.xml><?xml version="1.0" encoding="utf-8"?>
<p:tagLst xmlns:a="http://schemas.openxmlformats.org/drawingml/2006/main" xmlns:r="http://schemas.openxmlformats.org/officeDocument/2006/relationships" xmlns:p="http://schemas.openxmlformats.org/presentationml/2006/main">
  <p:tag name="AS_UNIQUEID" val="415"/>
</p:tagLst>
</file>

<file path=ppt/tags/tag39.xml><?xml version="1.0" encoding="utf-8"?>
<p:tagLst xmlns:a="http://schemas.openxmlformats.org/drawingml/2006/main" xmlns:r="http://schemas.openxmlformats.org/officeDocument/2006/relationships" xmlns:p="http://schemas.openxmlformats.org/presentationml/2006/main">
  <p:tag name="AS_UNIQUEID" val="416"/>
</p:tagLst>
</file>

<file path=ppt/tags/tag40.xml><?xml version="1.0" encoding="utf-8"?>
<p:tagLst xmlns:a="http://schemas.openxmlformats.org/drawingml/2006/main" xmlns:r="http://schemas.openxmlformats.org/officeDocument/2006/relationships" xmlns:p="http://schemas.openxmlformats.org/presentationml/2006/main">
  <p:tag name="AS_UNIQUEID" val="417"/>
</p:tagLst>
</file>

<file path=ppt/tags/tag41.xml><?xml version="1.0" encoding="utf-8"?>
<p:tagLst xmlns:a="http://schemas.openxmlformats.org/drawingml/2006/main" xmlns:r="http://schemas.openxmlformats.org/officeDocument/2006/relationships" xmlns:p="http://schemas.openxmlformats.org/presentationml/2006/main">
  <p:tag name="AS_UNIQUEID" val="419"/>
</p:tagLst>
</file>

<file path=ppt/tags/tag42.xml><?xml version="1.0" encoding="utf-8"?>
<p:tagLst xmlns:a="http://schemas.openxmlformats.org/drawingml/2006/main" xmlns:r="http://schemas.openxmlformats.org/officeDocument/2006/relationships" xmlns:p="http://schemas.openxmlformats.org/presentationml/2006/main">
  <p:tag name="AS_UNIQUEID" val="420"/>
</p:tagLst>
</file>

<file path=ppt/tags/tag43.xml><?xml version="1.0" encoding="utf-8"?>
<p:tagLst xmlns:a="http://schemas.openxmlformats.org/drawingml/2006/main" xmlns:r="http://schemas.openxmlformats.org/officeDocument/2006/relationships" xmlns:p="http://schemas.openxmlformats.org/presentationml/2006/main">
  <p:tag name="AS_UNIQUEID" val="421"/>
</p:tagLst>
</file>

<file path=ppt/tags/tag44.xml><?xml version="1.0" encoding="utf-8"?>
<p:tagLst xmlns:a="http://schemas.openxmlformats.org/drawingml/2006/main" xmlns:r="http://schemas.openxmlformats.org/officeDocument/2006/relationships" xmlns:p="http://schemas.openxmlformats.org/presentationml/2006/main">
  <p:tag name="AS_UNIQUEID" val="422"/>
</p:tagLst>
</file>

<file path=ppt/tags/tag45.xml><?xml version="1.0" encoding="utf-8"?>
<p:tagLst xmlns:a="http://schemas.openxmlformats.org/drawingml/2006/main" xmlns:r="http://schemas.openxmlformats.org/officeDocument/2006/relationships" xmlns:p="http://schemas.openxmlformats.org/presentationml/2006/main">
  <p:tag name="AS_UNIQUEID" val="424"/>
</p:tagLst>
</file>

<file path=ppt/tags/tag46.xml><?xml version="1.0" encoding="utf-8"?>
<p:tagLst xmlns:a="http://schemas.openxmlformats.org/drawingml/2006/main" xmlns:r="http://schemas.openxmlformats.org/officeDocument/2006/relationships" xmlns:p="http://schemas.openxmlformats.org/presentationml/2006/main">
  <p:tag name="AS_UNIQUEID" val="425"/>
</p:tagLst>
</file>

<file path=ppt/tags/tag47.xml><?xml version="1.0" encoding="utf-8"?>
<p:tagLst xmlns:a="http://schemas.openxmlformats.org/drawingml/2006/main" xmlns:r="http://schemas.openxmlformats.org/officeDocument/2006/relationships" xmlns:p="http://schemas.openxmlformats.org/presentationml/2006/main">
  <p:tag name="AS_UNIQUEID" val="426"/>
</p:tagLst>
</file>

<file path=ppt/tags/tag48.xml><?xml version="1.0" encoding="utf-8"?>
<p:tagLst xmlns:a="http://schemas.openxmlformats.org/drawingml/2006/main" xmlns:r="http://schemas.openxmlformats.org/officeDocument/2006/relationships" xmlns:p="http://schemas.openxmlformats.org/presentationml/2006/main">
  <p:tag name="AS_UNIQUEID" val="428"/>
</p:tagLst>
</file>

<file path=ppt/tags/tag49.xml><?xml version="1.0" encoding="utf-8"?>
<p:tagLst xmlns:a="http://schemas.openxmlformats.org/drawingml/2006/main" xmlns:r="http://schemas.openxmlformats.org/officeDocument/2006/relationships" xmlns:p="http://schemas.openxmlformats.org/presentationml/2006/main">
  <p:tag name="AS_UNIQUEID" val="429"/>
</p:tagLst>
</file>

<file path=ppt/tags/tag50.xml><?xml version="1.0" encoding="utf-8"?>
<p:tagLst xmlns:a="http://schemas.openxmlformats.org/drawingml/2006/main" xmlns:r="http://schemas.openxmlformats.org/officeDocument/2006/relationships" xmlns:p="http://schemas.openxmlformats.org/presentationml/2006/main">
  <p:tag name="AS_UNIQUEID" val="430"/>
</p:tagLst>
</file>

<file path=ppt/tags/tag51.xml><?xml version="1.0" encoding="utf-8"?>
<p:tagLst xmlns:a="http://schemas.openxmlformats.org/drawingml/2006/main" xmlns:r="http://schemas.openxmlformats.org/officeDocument/2006/relationships" xmlns:p="http://schemas.openxmlformats.org/presentationml/2006/main">
  <p:tag name="AS_UNIQUEID" val="431"/>
</p:tagLst>
</file>

<file path=ppt/tags/tag52.xml><?xml version="1.0" encoding="utf-8"?>
<p:tagLst xmlns:a="http://schemas.openxmlformats.org/drawingml/2006/main" xmlns:r="http://schemas.openxmlformats.org/officeDocument/2006/relationships" xmlns:p="http://schemas.openxmlformats.org/presentationml/2006/main">
  <p:tag name="AS_UNIQUEID" val="432"/>
</p:tagLst>
</file>

<file path=ppt/tags/tag53.xml><?xml version="1.0" encoding="utf-8"?>
<p:tagLst xmlns:a="http://schemas.openxmlformats.org/drawingml/2006/main" xmlns:r="http://schemas.openxmlformats.org/officeDocument/2006/relationships" xmlns:p="http://schemas.openxmlformats.org/presentationml/2006/main">
  <p:tag name="AS_UNIQUEID" val="433"/>
</p:tagLst>
</file>

<file path=ppt/tags/tag54.xml><?xml version="1.0" encoding="utf-8"?>
<p:tagLst xmlns:a="http://schemas.openxmlformats.org/drawingml/2006/main" xmlns:r="http://schemas.openxmlformats.org/officeDocument/2006/relationships" xmlns:p="http://schemas.openxmlformats.org/presentationml/2006/main">
  <p:tag name="AS_UNIQUEID" val="435"/>
</p:tagLst>
</file>

<file path=ppt/tags/tag55.xml><?xml version="1.0" encoding="utf-8"?>
<p:tagLst xmlns:a="http://schemas.openxmlformats.org/drawingml/2006/main" xmlns:r="http://schemas.openxmlformats.org/officeDocument/2006/relationships" xmlns:p="http://schemas.openxmlformats.org/presentationml/2006/main">
  <p:tag name="AS_UNIQUEID" val="436"/>
</p:tagLst>
</file>

<file path=ppt/tags/tag56.xml><?xml version="1.0" encoding="utf-8"?>
<p:tagLst xmlns:a="http://schemas.openxmlformats.org/drawingml/2006/main" xmlns:r="http://schemas.openxmlformats.org/officeDocument/2006/relationships" xmlns:p="http://schemas.openxmlformats.org/presentationml/2006/main">
  <p:tag name="AS_UNIQUEID" val="437"/>
</p:tagLst>
</file>

<file path=ppt/tags/tag57.xml><?xml version="1.0" encoding="utf-8"?>
<p:tagLst xmlns:a="http://schemas.openxmlformats.org/drawingml/2006/main" xmlns:r="http://schemas.openxmlformats.org/officeDocument/2006/relationships" xmlns:p="http://schemas.openxmlformats.org/presentationml/2006/main">
  <p:tag name="AS_UNIQUEID" val="438"/>
</p:tagLst>
</file>

<file path=ppt/tags/tag58.xml><?xml version="1.0" encoding="utf-8"?>
<p:tagLst xmlns:a="http://schemas.openxmlformats.org/drawingml/2006/main" xmlns:r="http://schemas.openxmlformats.org/officeDocument/2006/relationships" xmlns:p="http://schemas.openxmlformats.org/presentationml/2006/main">
  <p:tag name="AS_UNIQUEID" val="439"/>
</p:tagLst>
</file>

<file path=ppt/tags/tag59.xml><?xml version="1.0" encoding="utf-8"?>
<p:tagLst xmlns:a="http://schemas.openxmlformats.org/drawingml/2006/main" xmlns:r="http://schemas.openxmlformats.org/officeDocument/2006/relationships" xmlns:p="http://schemas.openxmlformats.org/presentationml/2006/main">
  <p:tag name="AS_UNIQUEID" val="440"/>
</p:tagLst>
</file>

<file path=ppt/tags/tag60.xml><?xml version="1.0" encoding="utf-8"?>
<p:tagLst xmlns:a="http://schemas.openxmlformats.org/drawingml/2006/main" xmlns:r="http://schemas.openxmlformats.org/officeDocument/2006/relationships" xmlns:p="http://schemas.openxmlformats.org/presentationml/2006/main">
  <p:tag name="AS_UNIQUEID" val="442"/>
</p:tagLst>
</file>

<file path=ppt/tags/tag61.xml><?xml version="1.0" encoding="utf-8"?>
<p:tagLst xmlns:a="http://schemas.openxmlformats.org/drawingml/2006/main" xmlns:r="http://schemas.openxmlformats.org/officeDocument/2006/relationships" xmlns:p="http://schemas.openxmlformats.org/presentationml/2006/main">
  <p:tag name="AS_UNIQUEID" val="443"/>
</p:tagLst>
</file>

<file path=ppt/tags/tag62.xml><?xml version="1.0" encoding="utf-8"?>
<p:tagLst xmlns:a="http://schemas.openxmlformats.org/drawingml/2006/main" xmlns:r="http://schemas.openxmlformats.org/officeDocument/2006/relationships" xmlns:p="http://schemas.openxmlformats.org/presentationml/2006/main">
  <p:tag name="AS_UNIQUEID" val="444"/>
</p:tagLst>
</file>

<file path=ppt/tags/tag63.xml><?xml version="1.0" encoding="utf-8"?>
<p:tagLst xmlns:a="http://schemas.openxmlformats.org/drawingml/2006/main" xmlns:r="http://schemas.openxmlformats.org/officeDocument/2006/relationships" xmlns:p="http://schemas.openxmlformats.org/presentationml/2006/main">
  <p:tag name="AS_UNIQUEID" val="445"/>
</p:tagLst>
</file>

<file path=ppt/tags/tag64.xml><?xml version="1.0" encoding="utf-8"?>
<p:tagLst xmlns:a="http://schemas.openxmlformats.org/drawingml/2006/main" xmlns:r="http://schemas.openxmlformats.org/officeDocument/2006/relationships" xmlns:p="http://schemas.openxmlformats.org/presentationml/2006/main">
  <p:tag name="AS_UNIQUEID" val="446"/>
</p:tagLst>
</file>

<file path=ppt/tags/tag65.xml><?xml version="1.0" encoding="utf-8"?>
<p:tagLst xmlns:a="http://schemas.openxmlformats.org/drawingml/2006/main" xmlns:r="http://schemas.openxmlformats.org/officeDocument/2006/relationships" xmlns:p="http://schemas.openxmlformats.org/presentationml/2006/main">
  <p:tag name="AS_UNIQUEID" val="448"/>
</p:tagLst>
</file>

<file path=ppt/tags/tag66.xml><?xml version="1.0" encoding="utf-8"?>
<p:tagLst xmlns:a="http://schemas.openxmlformats.org/drawingml/2006/main" xmlns:r="http://schemas.openxmlformats.org/officeDocument/2006/relationships" xmlns:p="http://schemas.openxmlformats.org/presentationml/2006/main">
  <p:tag name="AS_UNIQUEID" val="449"/>
</p:tagLst>
</file>

<file path=ppt/tags/tag67.xml><?xml version="1.0" encoding="utf-8"?>
<p:tagLst xmlns:a="http://schemas.openxmlformats.org/drawingml/2006/main" xmlns:r="http://schemas.openxmlformats.org/officeDocument/2006/relationships" xmlns:p="http://schemas.openxmlformats.org/presentationml/2006/main">
  <p:tag name="AS_UNIQUEID" val="450"/>
</p:tagLst>
</file>

<file path=ppt/tags/tag68.xml><?xml version="1.0" encoding="utf-8"?>
<p:tagLst xmlns:a="http://schemas.openxmlformats.org/drawingml/2006/main" xmlns:r="http://schemas.openxmlformats.org/officeDocument/2006/relationships" xmlns:p="http://schemas.openxmlformats.org/presentationml/2006/main">
  <p:tag name="AS_UNIQUEID" val="451"/>
</p:tagLst>
</file>

<file path=ppt/tags/tag69.xml><?xml version="1.0" encoding="utf-8"?>
<p:tagLst xmlns:a="http://schemas.openxmlformats.org/drawingml/2006/main" xmlns:r="http://schemas.openxmlformats.org/officeDocument/2006/relationships" xmlns:p="http://schemas.openxmlformats.org/presentationml/2006/main">
  <p:tag name="AS_UNIQUEID" val="452"/>
</p:tagLst>
</file>

<file path=ppt/tags/tag70.xml><?xml version="1.0" encoding="utf-8"?>
<p:tagLst xmlns:a="http://schemas.openxmlformats.org/drawingml/2006/main" xmlns:r="http://schemas.openxmlformats.org/officeDocument/2006/relationships" xmlns:p="http://schemas.openxmlformats.org/presentationml/2006/main">
  <p:tag name="AS_UNIQUEID" val="1369"/>
</p:tagLst>
</file>

<file path=ppt/tags/tag71.xml><?xml version="1.0" encoding="utf-8"?>
<p:tagLst xmlns:a="http://schemas.openxmlformats.org/drawingml/2006/main" xmlns:r="http://schemas.openxmlformats.org/officeDocument/2006/relationships" xmlns:p="http://schemas.openxmlformats.org/presentationml/2006/main">
  <p:tag name="AS_UNIQUEID" val="1370"/>
</p:tagLst>
</file>

<file path=ppt/tags/tag72.xml><?xml version="1.0" encoding="utf-8"?>
<p:tagLst xmlns:a="http://schemas.openxmlformats.org/drawingml/2006/main" xmlns:r="http://schemas.openxmlformats.org/officeDocument/2006/relationships" xmlns:p="http://schemas.openxmlformats.org/presentationml/2006/main">
  <p:tag name="AS_UNIQUEID" val="1374"/>
</p:tagLst>
</file>

<file path=ppt/tags/tag73.xml><?xml version="1.0" encoding="utf-8"?>
<p:tagLst xmlns:a="http://schemas.openxmlformats.org/drawingml/2006/main" xmlns:r="http://schemas.openxmlformats.org/officeDocument/2006/relationships" xmlns:p="http://schemas.openxmlformats.org/presentationml/2006/main">
  <p:tag name="AS_UNIQUEID" val="1229"/>
</p:tagLst>
</file>

<file path=ppt/tags/tag74.xml><?xml version="1.0" encoding="utf-8"?>
<p:tagLst xmlns:a="http://schemas.openxmlformats.org/drawingml/2006/main" xmlns:r="http://schemas.openxmlformats.org/officeDocument/2006/relationships" xmlns:p="http://schemas.openxmlformats.org/presentationml/2006/main">
  <p:tag name="AS_UNIQUEID" val="1230"/>
</p:tagLst>
</file>

<file path=ppt/tags/tag75.xml><?xml version="1.0" encoding="utf-8"?>
<p:tagLst xmlns:a="http://schemas.openxmlformats.org/drawingml/2006/main" xmlns:r="http://schemas.openxmlformats.org/officeDocument/2006/relationships" xmlns:p="http://schemas.openxmlformats.org/presentationml/2006/main">
  <p:tag name="AS_UNIQUEID" val="1232"/>
</p:tagLst>
</file>

<file path=ppt/tags/tag76.xml><?xml version="1.0" encoding="utf-8"?>
<p:tagLst xmlns:a="http://schemas.openxmlformats.org/drawingml/2006/main" xmlns:r="http://schemas.openxmlformats.org/officeDocument/2006/relationships" xmlns:p="http://schemas.openxmlformats.org/presentationml/2006/main">
  <p:tag name="AS_UNIQUEID" val="1233"/>
</p:tagLst>
</file>

<file path=ppt/tags/tag77.xml><?xml version="1.0" encoding="utf-8"?>
<p:tagLst xmlns:a="http://schemas.openxmlformats.org/drawingml/2006/main" xmlns:r="http://schemas.openxmlformats.org/officeDocument/2006/relationships" xmlns:p="http://schemas.openxmlformats.org/presentationml/2006/main">
  <p:tag name="AS_UNIQUEID" val="1235"/>
</p:tagLst>
</file>

<file path=ppt/tags/tag78.xml><?xml version="1.0" encoding="utf-8"?>
<p:tagLst xmlns:a="http://schemas.openxmlformats.org/drawingml/2006/main" xmlns:r="http://schemas.openxmlformats.org/officeDocument/2006/relationships" xmlns:p="http://schemas.openxmlformats.org/presentationml/2006/main">
  <p:tag name="AS_UNIQUEID" val="1236"/>
</p:tagLst>
</file>

<file path=ppt/tags/tag79.xml><?xml version="1.0" encoding="utf-8"?>
<p:tagLst xmlns:a="http://schemas.openxmlformats.org/drawingml/2006/main" xmlns:r="http://schemas.openxmlformats.org/officeDocument/2006/relationships" xmlns:p="http://schemas.openxmlformats.org/presentationml/2006/main">
  <p:tag name="AS_UNIQUEID" val="1238"/>
</p:tagLst>
</file>

<file path=ppt/tags/tag80.xml><?xml version="1.0" encoding="utf-8"?>
<p:tagLst xmlns:a="http://schemas.openxmlformats.org/drawingml/2006/main" xmlns:r="http://schemas.openxmlformats.org/officeDocument/2006/relationships" xmlns:p="http://schemas.openxmlformats.org/presentationml/2006/main">
  <p:tag name="AS_UNIQUEID" val="1241"/>
</p:tagLst>
</file>

<file path=ppt/tags/tag81.xml><?xml version="1.0" encoding="utf-8"?>
<p:tagLst xmlns:a="http://schemas.openxmlformats.org/drawingml/2006/main" xmlns:r="http://schemas.openxmlformats.org/officeDocument/2006/relationships" xmlns:p="http://schemas.openxmlformats.org/presentationml/2006/main">
  <p:tag name="AS_UNIQUEID" val="1242"/>
</p:tagLst>
</file>

<file path=ppt/tags/tag82.xml><?xml version="1.0" encoding="utf-8"?>
<p:tagLst xmlns:a="http://schemas.openxmlformats.org/drawingml/2006/main" xmlns:r="http://schemas.openxmlformats.org/officeDocument/2006/relationships" xmlns:p="http://schemas.openxmlformats.org/presentationml/2006/main">
  <p:tag name="AS_UNIQUEID" val="1244"/>
</p:tagLst>
</file>

<file path=ppt/tags/tag83.xml><?xml version="1.0" encoding="utf-8"?>
<p:tagLst xmlns:a="http://schemas.openxmlformats.org/drawingml/2006/main" xmlns:r="http://schemas.openxmlformats.org/officeDocument/2006/relationships" xmlns:p="http://schemas.openxmlformats.org/presentationml/2006/main">
  <p:tag name="AS_UNIQUEID" val="1245"/>
</p:tagLst>
</file>

<file path=ppt/tags/tag84.xml><?xml version="1.0" encoding="utf-8"?>
<p:tagLst xmlns:a="http://schemas.openxmlformats.org/drawingml/2006/main" xmlns:r="http://schemas.openxmlformats.org/officeDocument/2006/relationships" xmlns:p="http://schemas.openxmlformats.org/presentationml/2006/main">
  <p:tag name="AS_UNIQUEID" val="1247"/>
</p:tagLst>
</file>

<file path=ppt/tags/tag85.xml><?xml version="1.0" encoding="utf-8"?>
<p:tagLst xmlns:a="http://schemas.openxmlformats.org/drawingml/2006/main" xmlns:r="http://schemas.openxmlformats.org/officeDocument/2006/relationships" xmlns:p="http://schemas.openxmlformats.org/presentationml/2006/main">
  <p:tag name="AS_UNIQUEID" val="1248"/>
</p:tagLst>
</file>

<file path=ppt/tags/tag86.xml><?xml version="1.0" encoding="utf-8"?>
<p:tagLst xmlns:a="http://schemas.openxmlformats.org/drawingml/2006/main" xmlns:r="http://schemas.openxmlformats.org/officeDocument/2006/relationships" xmlns:p="http://schemas.openxmlformats.org/presentationml/2006/main">
  <p:tag name="AS_UNIQUEID" val="1250"/>
</p:tagLst>
</file>

<file path=ppt/tags/tag87.xml><?xml version="1.0" encoding="utf-8"?>
<p:tagLst xmlns:a="http://schemas.openxmlformats.org/drawingml/2006/main" xmlns:r="http://schemas.openxmlformats.org/officeDocument/2006/relationships" xmlns:p="http://schemas.openxmlformats.org/presentationml/2006/main">
  <p:tag name="AS_UNIQUEID" val="1251"/>
</p:tagLst>
</file>

<file path=ppt/tags/tag88.xml><?xml version="1.0" encoding="utf-8"?>
<p:tagLst xmlns:a="http://schemas.openxmlformats.org/drawingml/2006/main" xmlns:r="http://schemas.openxmlformats.org/officeDocument/2006/relationships" xmlns:p="http://schemas.openxmlformats.org/presentationml/2006/main">
  <p:tag name="AS_UNIQUEID" val="1254"/>
</p:tagLst>
</file>

<file path=ppt/tags/tag89.xml><?xml version="1.0" encoding="utf-8"?>
<p:tagLst xmlns:a="http://schemas.openxmlformats.org/drawingml/2006/main" xmlns:r="http://schemas.openxmlformats.org/officeDocument/2006/relationships" xmlns:p="http://schemas.openxmlformats.org/presentationml/2006/main">
  <p:tag name="AS_UNIQUEID" val="1255"/>
</p:tagLst>
</file>

<file path=ppt/tags/tag90.xml><?xml version="1.0" encoding="utf-8"?>
<p:tagLst xmlns:a="http://schemas.openxmlformats.org/drawingml/2006/main" xmlns:r="http://schemas.openxmlformats.org/officeDocument/2006/relationships" xmlns:p="http://schemas.openxmlformats.org/presentationml/2006/main">
  <p:tag name="AS_UNIQUEID" val="1256"/>
</p:tagLst>
</file>

<file path=ppt/tags/tag91.xml><?xml version="1.0" encoding="utf-8"?>
<p:tagLst xmlns:a="http://schemas.openxmlformats.org/drawingml/2006/main" xmlns:r="http://schemas.openxmlformats.org/officeDocument/2006/relationships" xmlns:p="http://schemas.openxmlformats.org/presentationml/2006/main">
  <p:tag name="AS_UNIQUEID" val="1257"/>
</p:tagLst>
</file>

<file path=ppt/tags/tag92.xml><?xml version="1.0" encoding="utf-8"?>
<p:tagLst xmlns:a="http://schemas.openxmlformats.org/drawingml/2006/main" xmlns:r="http://schemas.openxmlformats.org/officeDocument/2006/relationships" xmlns:p="http://schemas.openxmlformats.org/presentationml/2006/main">
  <p:tag name="AS_UNIQUEID" val="912"/>
</p:tagLst>
</file>

<file path=ppt/tags/tag93.xml><?xml version="1.0" encoding="utf-8"?>
<p:tagLst xmlns:a="http://schemas.openxmlformats.org/drawingml/2006/main" xmlns:r="http://schemas.openxmlformats.org/officeDocument/2006/relationships" xmlns:p="http://schemas.openxmlformats.org/presentationml/2006/main">
  <p:tag name="AS_UNIQUEID" val="913"/>
</p:tagLst>
</file>

<file path=ppt/tags/tag94.xml><?xml version="1.0" encoding="utf-8"?>
<p:tagLst xmlns:a="http://schemas.openxmlformats.org/drawingml/2006/main" xmlns:r="http://schemas.openxmlformats.org/officeDocument/2006/relationships" xmlns:p="http://schemas.openxmlformats.org/presentationml/2006/main">
  <p:tag name="AS_UNIQUEID" val="914"/>
</p:tagLst>
</file>

<file path=ppt/tags/tag95.xml><?xml version="1.0" encoding="utf-8"?>
<p:tagLst xmlns:a="http://schemas.openxmlformats.org/drawingml/2006/main" xmlns:r="http://schemas.openxmlformats.org/officeDocument/2006/relationships" xmlns:p="http://schemas.openxmlformats.org/presentationml/2006/main">
  <p:tag name="AS_UNIQUEID" val="915"/>
</p:tagLst>
</file>

<file path=ppt/tags/tag96.xml><?xml version="1.0" encoding="utf-8"?>
<p:tagLst xmlns:a="http://schemas.openxmlformats.org/drawingml/2006/main" xmlns:r="http://schemas.openxmlformats.org/officeDocument/2006/relationships" xmlns:p="http://schemas.openxmlformats.org/presentationml/2006/main">
  <p:tag name="AS_UNIQUEID" val="916"/>
</p:tagLst>
</file>

<file path=ppt/tags/tag97.xml><?xml version="1.0" encoding="utf-8"?>
<p:tagLst xmlns:a="http://schemas.openxmlformats.org/drawingml/2006/main" xmlns:r="http://schemas.openxmlformats.org/officeDocument/2006/relationships" xmlns:p="http://schemas.openxmlformats.org/presentationml/2006/main">
  <p:tag name="AS_UNIQUEID" val="928"/>
</p:tagLst>
</file>

<file path=ppt/tags/tag98.xml><?xml version="1.0" encoding="utf-8"?>
<p:tagLst xmlns:a="http://schemas.openxmlformats.org/drawingml/2006/main" xmlns:r="http://schemas.openxmlformats.org/officeDocument/2006/relationships" xmlns:p="http://schemas.openxmlformats.org/presentationml/2006/main">
  <p:tag name="AS_UNIQUEID" val="929"/>
</p:tagLst>
</file>

<file path=ppt/tags/tag99.xml><?xml version="1.0" encoding="utf-8"?>
<p:tagLst xmlns:a="http://schemas.openxmlformats.org/drawingml/2006/main" xmlns:r="http://schemas.openxmlformats.org/officeDocument/2006/relationships" xmlns:p="http://schemas.openxmlformats.org/presentationml/2006/main">
  <p:tag name="AS_UNIQUEID" val="930"/>
</p:tagLst>
</file>

<file path=ppt/tags/tag100.xml><?xml version="1.0" encoding="utf-8"?>
<p:tagLst xmlns:a="http://schemas.openxmlformats.org/drawingml/2006/main" xmlns:r="http://schemas.openxmlformats.org/officeDocument/2006/relationships" xmlns:p="http://schemas.openxmlformats.org/presentationml/2006/main">
  <p:tag name="AS_UNIQUEID" val="931"/>
</p:tagLst>
</file>

<file path=ppt/tags/tag101.xml><?xml version="1.0" encoding="utf-8"?>
<p:tagLst xmlns:a="http://schemas.openxmlformats.org/drawingml/2006/main" xmlns:r="http://schemas.openxmlformats.org/officeDocument/2006/relationships" xmlns:p="http://schemas.openxmlformats.org/presentationml/2006/main">
  <p:tag name="AS_UNIQUEID" val="933"/>
</p:tagLst>
</file>

<file path=ppt/tags/tag102.xml><?xml version="1.0" encoding="utf-8"?>
<p:tagLst xmlns:a="http://schemas.openxmlformats.org/drawingml/2006/main" xmlns:r="http://schemas.openxmlformats.org/officeDocument/2006/relationships" xmlns:p="http://schemas.openxmlformats.org/presentationml/2006/main">
  <p:tag name="AS_UNIQUEID" val="1262"/>
</p:tagLst>
</file>

<file path=ppt/tags/tag103.xml><?xml version="1.0" encoding="utf-8"?>
<p:tagLst xmlns:a="http://schemas.openxmlformats.org/drawingml/2006/main" xmlns:r="http://schemas.openxmlformats.org/officeDocument/2006/relationships" xmlns:p="http://schemas.openxmlformats.org/presentationml/2006/main">
  <p:tag name="AS_UNIQUEID" val="1264"/>
</p:tagLst>
</file>

<file path=ppt/tags/tag104.xml><?xml version="1.0" encoding="utf-8"?>
<p:tagLst xmlns:a="http://schemas.openxmlformats.org/drawingml/2006/main" xmlns:r="http://schemas.openxmlformats.org/officeDocument/2006/relationships" xmlns:p="http://schemas.openxmlformats.org/presentationml/2006/main">
  <p:tag name="AS_UNIQUEID" val="1265"/>
</p:tagLst>
</file>

<file path=ppt/tags/tag105.xml><?xml version="1.0" encoding="utf-8"?>
<p:tagLst xmlns:a="http://schemas.openxmlformats.org/drawingml/2006/main" xmlns:r="http://schemas.openxmlformats.org/officeDocument/2006/relationships" xmlns:p="http://schemas.openxmlformats.org/presentationml/2006/main">
  <p:tag name="AS_UNIQUEID" val="1266"/>
</p:tagLst>
</file>

<file path=ppt/tags/tag106.xml><?xml version="1.0" encoding="utf-8"?>
<p:tagLst xmlns:a="http://schemas.openxmlformats.org/drawingml/2006/main" xmlns:r="http://schemas.openxmlformats.org/officeDocument/2006/relationships" xmlns:p="http://schemas.openxmlformats.org/presentationml/2006/main">
  <p:tag name="AS_UNIQUEID" val="1267"/>
</p:tagLst>
</file>

<file path=ppt/tags/tag107.xml><?xml version="1.0" encoding="utf-8"?>
<p:tagLst xmlns:a="http://schemas.openxmlformats.org/drawingml/2006/main" xmlns:r="http://schemas.openxmlformats.org/officeDocument/2006/relationships" xmlns:p="http://schemas.openxmlformats.org/presentationml/2006/main">
  <p:tag name="AS_UNIQUEID" val="1268"/>
</p:tagLst>
</file>

<file path=ppt/tags/tag108.xml><?xml version="1.0" encoding="utf-8"?>
<p:tagLst xmlns:a="http://schemas.openxmlformats.org/drawingml/2006/main" xmlns:r="http://schemas.openxmlformats.org/officeDocument/2006/relationships" xmlns:p="http://schemas.openxmlformats.org/presentationml/2006/main">
  <p:tag name="AS_UNIQUEID" val="1270"/>
</p:tagLst>
</file>

<file path=ppt/tags/tag109.xml><?xml version="1.0" encoding="utf-8"?>
<p:tagLst xmlns:a="http://schemas.openxmlformats.org/drawingml/2006/main" xmlns:r="http://schemas.openxmlformats.org/officeDocument/2006/relationships" xmlns:p="http://schemas.openxmlformats.org/presentationml/2006/main">
  <p:tag name="AS_UNIQUEID" val="1271"/>
</p:tagLst>
</file>

<file path=ppt/tags/tag110.xml><?xml version="1.0" encoding="utf-8"?>
<p:tagLst xmlns:a="http://schemas.openxmlformats.org/drawingml/2006/main" xmlns:r="http://schemas.openxmlformats.org/officeDocument/2006/relationships" xmlns:p="http://schemas.openxmlformats.org/presentationml/2006/main">
  <p:tag name="AS_UNIQUEID" val="1272"/>
</p:tagLst>
</file>

<file path=ppt/tags/tag111.xml><?xml version="1.0" encoding="utf-8"?>
<p:tagLst xmlns:a="http://schemas.openxmlformats.org/drawingml/2006/main" xmlns:r="http://schemas.openxmlformats.org/officeDocument/2006/relationships" xmlns:p="http://schemas.openxmlformats.org/presentationml/2006/main">
  <p:tag name="AS_UNIQUEID" val="1273"/>
  <p:tag name="MH" val="20160202082519"/>
  <p:tag name="MH_LIBRARY" val="GRAPHIC"/>
  <p:tag name="MH_ORDER" val="4"/>
  <p:tag name="MH_TYPE" val="Other"/>
</p:tagLst>
</file>

<file path=ppt/tags/tag112.xml><?xml version="1.0" encoding="utf-8"?>
<p:tagLst xmlns:a="http://schemas.openxmlformats.org/drawingml/2006/main" xmlns:r="http://schemas.openxmlformats.org/officeDocument/2006/relationships" xmlns:p="http://schemas.openxmlformats.org/presentationml/2006/main">
  <p:tag name="AS_UNIQUEID" val="1274"/>
  <p:tag name="MH" val="20160202082519"/>
  <p:tag name="MH_LIBRARY" val="GRAPHIC"/>
  <p:tag name="MH_ORDER" val="4"/>
  <p:tag name="MH_TYPE" val="Other"/>
</p:tagLst>
</file>

<file path=ppt/tags/tag113.xml><?xml version="1.0" encoding="utf-8"?>
<p:tagLst xmlns:a="http://schemas.openxmlformats.org/drawingml/2006/main" xmlns:r="http://schemas.openxmlformats.org/officeDocument/2006/relationships" xmlns:p="http://schemas.openxmlformats.org/presentationml/2006/main">
  <p:tag name="AS_UNIQUEID" val="1275"/>
</p:tagLst>
</file>

<file path=ppt/tags/tag114.xml><?xml version="1.0" encoding="utf-8"?>
<p:tagLst xmlns:a="http://schemas.openxmlformats.org/drawingml/2006/main" xmlns:r="http://schemas.openxmlformats.org/officeDocument/2006/relationships" xmlns:p="http://schemas.openxmlformats.org/presentationml/2006/main">
  <p:tag name="AS_UNIQUEID" val="1276"/>
  <p:tag name="MH" val="20160202082519"/>
  <p:tag name="MH_LIBRARY" val="GRAPHIC"/>
  <p:tag name="MH_ORDER" val="4"/>
  <p:tag name="MH_TYPE" val="Other"/>
</p:tagLst>
</file>

<file path=ppt/tags/tag115.xml><?xml version="1.0" encoding="utf-8"?>
<p:tagLst xmlns:a="http://schemas.openxmlformats.org/drawingml/2006/main" xmlns:r="http://schemas.openxmlformats.org/officeDocument/2006/relationships" xmlns:p="http://schemas.openxmlformats.org/presentationml/2006/main">
  <p:tag name="AS_UNIQUEID" val="1277"/>
</p:tagLst>
</file>

<file path=ppt/tags/tag116.xml><?xml version="1.0" encoding="utf-8"?>
<p:tagLst xmlns:a="http://schemas.openxmlformats.org/drawingml/2006/main" xmlns:r="http://schemas.openxmlformats.org/officeDocument/2006/relationships" xmlns:p="http://schemas.openxmlformats.org/presentationml/2006/main">
  <p:tag name="AS_UNIQUEID" val="1278"/>
</p:tagLst>
</file>

<file path=ppt/tags/tag117.xml><?xml version="1.0" encoding="utf-8"?>
<p:tagLst xmlns:a="http://schemas.openxmlformats.org/drawingml/2006/main" xmlns:r="http://schemas.openxmlformats.org/officeDocument/2006/relationships" xmlns:p="http://schemas.openxmlformats.org/presentationml/2006/main">
  <p:tag name="AS_UNIQUEID" val="1279"/>
</p:tagLst>
</file>

<file path=ppt/tags/tag118.xml><?xml version="1.0" encoding="utf-8"?>
<p:tagLst xmlns:a="http://schemas.openxmlformats.org/drawingml/2006/main" xmlns:r="http://schemas.openxmlformats.org/officeDocument/2006/relationships" xmlns:p="http://schemas.openxmlformats.org/presentationml/2006/main">
  <p:tag name="AS_UNIQUEID" val="1222"/>
</p:tagLst>
</file>

<file path=ppt/tags/tag119.xml><?xml version="1.0" encoding="utf-8"?>
<p:tagLst xmlns:a="http://schemas.openxmlformats.org/drawingml/2006/main" xmlns:r="http://schemas.openxmlformats.org/officeDocument/2006/relationships" xmlns:p="http://schemas.openxmlformats.org/presentationml/2006/main">
  <p:tag name="AS_UNIQUEID" val="1223"/>
</p:tagLst>
</file>

<file path=ppt/tags/tag120.xml><?xml version="1.0" encoding="utf-8"?>
<p:tagLst xmlns:a="http://schemas.openxmlformats.org/drawingml/2006/main" xmlns:r="http://schemas.openxmlformats.org/officeDocument/2006/relationships" xmlns:p="http://schemas.openxmlformats.org/presentationml/2006/main">
  <p:tag name="AS_UNIQUEID" val="1224"/>
</p:tagLst>
</file>

<file path=ppt/tags/tag121.xml><?xml version="1.0" encoding="utf-8"?>
<p:tagLst xmlns:a="http://schemas.openxmlformats.org/drawingml/2006/main" xmlns:r="http://schemas.openxmlformats.org/officeDocument/2006/relationships" xmlns:p="http://schemas.openxmlformats.org/presentationml/2006/main">
  <p:tag name="AS_UNIQUEID" val="1282"/>
</p:tagLst>
</file>

<file path=ppt/tags/tag122.xml><?xml version="1.0" encoding="utf-8"?>
<p:tagLst xmlns:a="http://schemas.openxmlformats.org/drawingml/2006/main" xmlns:r="http://schemas.openxmlformats.org/officeDocument/2006/relationships" xmlns:p="http://schemas.openxmlformats.org/presentationml/2006/main">
  <p:tag name="AS_UNIQUEID" val="1283"/>
</p:tagLst>
</file>

<file path=ppt/tags/tag123.xml><?xml version="1.0" encoding="utf-8"?>
<p:tagLst xmlns:a="http://schemas.openxmlformats.org/drawingml/2006/main" xmlns:r="http://schemas.openxmlformats.org/officeDocument/2006/relationships" xmlns:p="http://schemas.openxmlformats.org/presentationml/2006/main">
  <p:tag name="AS_UNIQUEID" val="1284"/>
</p:tagLst>
</file>

<file path=ppt/tags/tag124.xml><?xml version="1.0" encoding="utf-8"?>
<p:tagLst xmlns:a="http://schemas.openxmlformats.org/drawingml/2006/main" xmlns:r="http://schemas.openxmlformats.org/officeDocument/2006/relationships" xmlns:p="http://schemas.openxmlformats.org/presentationml/2006/main">
  <p:tag name="AS_UNIQUEID" val="1286"/>
</p:tagLst>
</file>

<file path=ppt/tags/tag125.xml><?xml version="1.0" encoding="utf-8"?>
<p:tagLst xmlns:a="http://schemas.openxmlformats.org/drawingml/2006/main" xmlns:r="http://schemas.openxmlformats.org/officeDocument/2006/relationships" xmlns:p="http://schemas.openxmlformats.org/presentationml/2006/main">
  <p:tag name="AS_UNIQUEID" val="1287"/>
</p:tagLst>
</file>

<file path=ppt/tags/tag126.xml><?xml version="1.0" encoding="utf-8"?>
<p:tagLst xmlns:a="http://schemas.openxmlformats.org/drawingml/2006/main" xmlns:r="http://schemas.openxmlformats.org/officeDocument/2006/relationships" xmlns:p="http://schemas.openxmlformats.org/presentationml/2006/main">
  <p:tag name="AS_UNIQUEID" val="1288"/>
</p:tagLst>
</file>

<file path=ppt/tags/tag127.xml><?xml version="1.0" encoding="utf-8"?>
<p:tagLst xmlns:a="http://schemas.openxmlformats.org/drawingml/2006/main" xmlns:r="http://schemas.openxmlformats.org/officeDocument/2006/relationships" xmlns:p="http://schemas.openxmlformats.org/presentationml/2006/main">
  <p:tag name="AS_UNIQUEID" val="1290"/>
</p:tagLst>
</file>

<file path=ppt/tags/tag128.xml><?xml version="1.0" encoding="utf-8"?>
<p:tagLst xmlns:a="http://schemas.openxmlformats.org/drawingml/2006/main" xmlns:r="http://schemas.openxmlformats.org/officeDocument/2006/relationships" xmlns:p="http://schemas.openxmlformats.org/presentationml/2006/main">
  <p:tag name="AS_UNIQUEID" val="1292"/>
</p:tagLst>
</file>

<file path=ppt/tags/tag129.xml><?xml version="1.0" encoding="utf-8"?>
<p:tagLst xmlns:a="http://schemas.openxmlformats.org/drawingml/2006/main" xmlns:r="http://schemas.openxmlformats.org/officeDocument/2006/relationships" xmlns:p="http://schemas.openxmlformats.org/presentationml/2006/main">
  <p:tag name="AS_UNIQUEID" val="231"/>
</p:tagLst>
</file>

<file path=ppt/tags/tag130.xml><?xml version="1.0" encoding="utf-8"?>
<p:tagLst xmlns:a="http://schemas.openxmlformats.org/drawingml/2006/main" xmlns:r="http://schemas.openxmlformats.org/officeDocument/2006/relationships" xmlns:p="http://schemas.openxmlformats.org/presentationml/2006/main">
  <p:tag name="AS_UNIQUEID" val="232"/>
</p:tagLst>
</file>

<file path=ppt/tags/tag131.xml><?xml version="1.0" encoding="utf-8"?>
<p:tagLst xmlns:a="http://schemas.openxmlformats.org/drawingml/2006/main" xmlns:r="http://schemas.openxmlformats.org/officeDocument/2006/relationships" xmlns:p="http://schemas.openxmlformats.org/presentationml/2006/main">
  <p:tag name="AS_UNIQUEID" val="233"/>
</p:tagLst>
</file>

<file path=ppt/tags/tag132.xml><?xml version="1.0" encoding="utf-8"?>
<p:tagLst xmlns:a="http://schemas.openxmlformats.org/drawingml/2006/main" xmlns:r="http://schemas.openxmlformats.org/officeDocument/2006/relationships" xmlns:p="http://schemas.openxmlformats.org/presentationml/2006/main">
  <p:tag name="AS_UNIQUEID" val="234"/>
</p:tagLst>
</file>

<file path=ppt/tags/tag133.xml><?xml version="1.0" encoding="utf-8"?>
<p:tagLst xmlns:a="http://schemas.openxmlformats.org/drawingml/2006/main" xmlns:r="http://schemas.openxmlformats.org/officeDocument/2006/relationships" xmlns:p="http://schemas.openxmlformats.org/presentationml/2006/main">
  <p:tag name="AS_UNIQUEID" val="235"/>
</p:tagLst>
</file>

<file path=ppt/tags/tag134.xml><?xml version="1.0" encoding="utf-8"?>
<p:tagLst xmlns:a="http://schemas.openxmlformats.org/drawingml/2006/main" xmlns:r="http://schemas.openxmlformats.org/officeDocument/2006/relationships" xmlns:p="http://schemas.openxmlformats.org/presentationml/2006/main">
  <p:tag name="AS_UNIQUEID" val="236"/>
</p:tagLst>
</file>

<file path=ppt/tags/tag135.xml><?xml version="1.0" encoding="utf-8"?>
<p:tagLst xmlns:a="http://schemas.openxmlformats.org/drawingml/2006/main" xmlns:r="http://schemas.openxmlformats.org/officeDocument/2006/relationships" xmlns:p="http://schemas.openxmlformats.org/presentationml/2006/main">
  <p:tag name="AS_UNIQUEID" val="237"/>
</p:tagLst>
</file>

<file path=ppt/tags/tag136.xml><?xml version="1.0" encoding="utf-8"?>
<p:tagLst xmlns:a="http://schemas.openxmlformats.org/drawingml/2006/main" xmlns:r="http://schemas.openxmlformats.org/officeDocument/2006/relationships" xmlns:p="http://schemas.openxmlformats.org/presentationml/2006/main">
  <p:tag name="AS_UNIQUEID" val="255"/>
</p:tagLst>
</file>

<file path=ppt/tags/tag137.xml><?xml version="1.0" encoding="utf-8"?>
<p:tagLst xmlns:a="http://schemas.openxmlformats.org/drawingml/2006/main" xmlns:r="http://schemas.openxmlformats.org/officeDocument/2006/relationships" xmlns:p="http://schemas.openxmlformats.org/presentationml/2006/main">
  <p:tag name="AS_UNIQUEID" val="256"/>
</p:tagLst>
</file>

<file path=ppt/tags/tag138.xml><?xml version="1.0" encoding="utf-8"?>
<p:tagLst xmlns:a="http://schemas.openxmlformats.org/drawingml/2006/main" xmlns:r="http://schemas.openxmlformats.org/officeDocument/2006/relationships" xmlns:p="http://schemas.openxmlformats.org/presentationml/2006/main">
  <p:tag name="AS_UNIQUEID" val="257"/>
</p:tagLst>
</file>

<file path=ppt/tags/tag139.xml><?xml version="1.0" encoding="utf-8"?>
<p:tagLst xmlns:a="http://schemas.openxmlformats.org/drawingml/2006/main" xmlns:r="http://schemas.openxmlformats.org/officeDocument/2006/relationships" xmlns:p="http://schemas.openxmlformats.org/presentationml/2006/main">
  <p:tag name="AS_UNIQUEID" val="258"/>
</p:tagLst>
</file>

<file path=ppt/tags/tag140.xml><?xml version="1.0" encoding="utf-8"?>
<p:tagLst xmlns:a="http://schemas.openxmlformats.org/drawingml/2006/main" xmlns:r="http://schemas.openxmlformats.org/officeDocument/2006/relationships" xmlns:p="http://schemas.openxmlformats.org/presentationml/2006/main">
  <p:tag name="AS_UNIQUEID" val="1296"/>
  <p:tag name="KSO_WM_BEAUTIFY_FLAG" val="#wm#"/>
  <p:tag name="KSO_WM_TAG_VERSION" val="1.0"/>
  <p:tag name="KSO_WM_UNIT_COMPATIBLE" val="0"/>
  <p:tag name="KSO_WM_UNIT_DIAGRAM_ISNUMVISUAL" val="0"/>
  <p:tag name="KSO_WM_UNIT_DIAGRAM_ISREFERUNIT" val="0"/>
  <p:tag name="KSO_WM_UNIT_HIGHLIGHT" val="0"/>
  <p:tag name="KSO_WM_UNIT_ID" val="_6*i*1"/>
  <p:tag name="KSO_WM_UNIT_INDEX" val="1"/>
  <p:tag name="KSO_WM_UNIT_LAYERLEVEL" val="1"/>
  <p:tag name="KSO_WM_UNIT_TYPE" val="i"/>
</p:tagLst>
</file>

<file path=ppt/tags/tag141.xml><?xml version="1.0" encoding="utf-8"?>
<p:tagLst xmlns:a="http://schemas.openxmlformats.org/drawingml/2006/main" xmlns:r="http://schemas.openxmlformats.org/officeDocument/2006/relationships" xmlns:p="http://schemas.openxmlformats.org/presentationml/2006/main">
  <p:tag name="AS_UNIQUEID" val="1300"/>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4"/>
  <p:tag name="KSO_WM_UNIT_INDEX" val="4"/>
  <p:tag name="KSO_WM_UNIT_LAYERLEVEL" val="1"/>
  <p:tag name="KSO_WM_UNIT_TYPE" val="i"/>
</p:tagLst>
</file>

<file path=ppt/tags/tag142.xml><?xml version="1.0" encoding="utf-8"?>
<p:tagLst xmlns:a="http://schemas.openxmlformats.org/drawingml/2006/main" xmlns:r="http://schemas.openxmlformats.org/officeDocument/2006/relationships" xmlns:p="http://schemas.openxmlformats.org/presentationml/2006/main">
  <p:tag name="AS_UNIQUEID" val="1301"/>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43.xml><?xml version="1.0" encoding="utf-8"?>
<p:tagLst xmlns:a="http://schemas.openxmlformats.org/drawingml/2006/main" xmlns:r="http://schemas.openxmlformats.org/officeDocument/2006/relationships" xmlns:p="http://schemas.openxmlformats.org/presentationml/2006/main">
  <p:tag name="AS_UNIQUEID" val="1302"/>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44.xml><?xml version="1.0" encoding="utf-8"?>
<p:tagLst xmlns:a="http://schemas.openxmlformats.org/drawingml/2006/main" xmlns:r="http://schemas.openxmlformats.org/officeDocument/2006/relationships" xmlns:p="http://schemas.openxmlformats.org/presentationml/2006/main">
  <p:tag name="AS_UNIQUEID" val="1303"/>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45.xml><?xml version="1.0" encoding="utf-8"?>
<p:tagLst xmlns:a="http://schemas.openxmlformats.org/drawingml/2006/main" xmlns:r="http://schemas.openxmlformats.org/officeDocument/2006/relationships" xmlns:p="http://schemas.openxmlformats.org/presentationml/2006/main">
  <p:tag name="AS_UNIQUEID" val="1304"/>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46.xml><?xml version="1.0" encoding="utf-8"?>
<p:tagLst xmlns:a="http://schemas.openxmlformats.org/drawingml/2006/main" xmlns:r="http://schemas.openxmlformats.org/officeDocument/2006/relationships" xmlns:p="http://schemas.openxmlformats.org/presentationml/2006/main">
  <p:tag name="AS_UNIQUEID" val="1297"/>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2"/>
  <p:tag name="KSO_WM_UNIT_INDEX" val="2"/>
  <p:tag name="KSO_WM_UNIT_LAYERLEVEL" val="1"/>
  <p:tag name="KSO_WM_UNIT_TYPE" val="i"/>
</p:tagLst>
</file>

<file path=ppt/tags/tag147.xml><?xml version="1.0" encoding="utf-8"?>
<p:tagLst xmlns:a="http://schemas.openxmlformats.org/drawingml/2006/main" xmlns:r="http://schemas.openxmlformats.org/officeDocument/2006/relationships" xmlns:p="http://schemas.openxmlformats.org/presentationml/2006/main">
  <p:tag name="AS_UNIQUEID" val="1298"/>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6"/>
  <p:tag name="KSO_WM_UNIT_INDEX" val="6"/>
  <p:tag name="KSO_WM_UNIT_LAYERLEVEL" val="1"/>
  <p:tag name="KSO_WM_UNIT_TYPE" val="i"/>
</p:tagLst>
</file>

<file path=ppt/tags/tag148.xml><?xml version="1.0" encoding="utf-8"?>
<p:tagLst xmlns:a="http://schemas.openxmlformats.org/drawingml/2006/main" xmlns:r="http://schemas.openxmlformats.org/officeDocument/2006/relationships" xmlns:p="http://schemas.openxmlformats.org/presentationml/2006/main">
  <p:tag name="AS_UNIQUEID" val="1299"/>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5"/>
  <p:tag name="KSO_WM_UNIT_INDEX" val="5"/>
  <p:tag name="KSO_WM_UNIT_LAYERLEVEL" val="1"/>
  <p:tag name="KSO_WM_UNIT_TYPE" val="i"/>
</p:tagLst>
</file>

<file path=ppt/tags/tag149.xml><?xml version="1.0" encoding="utf-8"?>
<p:tagLst xmlns:a="http://schemas.openxmlformats.org/drawingml/2006/main" xmlns:r="http://schemas.openxmlformats.org/officeDocument/2006/relationships" xmlns:p="http://schemas.openxmlformats.org/presentationml/2006/main">
  <p:tag name="AS_UNIQUEID" val="1306"/>
</p:tagLst>
</file>

<file path=ppt/tags/tag150.xml><?xml version="1.0" encoding="utf-8"?>
<p:tagLst xmlns:a="http://schemas.openxmlformats.org/drawingml/2006/main" xmlns:r="http://schemas.openxmlformats.org/officeDocument/2006/relationships" xmlns:p="http://schemas.openxmlformats.org/presentationml/2006/main">
  <p:tag name="AS_UNIQUEID" val="1307"/>
</p:tagLst>
</file>

<file path=ppt/tags/tag151.xml><?xml version="1.0" encoding="utf-8"?>
<p:tagLst xmlns:a="http://schemas.openxmlformats.org/drawingml/2006/main" xmlns:r="http://schemas.openxmlformats.org/officeDocument/2006/relationships" xmlns:p="http://schemas.openxmlformats.org/presentationml/2006/main">
  <p:tag name="AS_UNIQUEID" val="1308"/>
</p:tagLst>
</file>

<file path=ppt/tags/tag152.xml><?xml version="1.0" encoding="utf-8"?>
<p:tagLst xmlns:a="http://schemas.openxmlformats.org/drawingml/2006/main" xmlns:r="http://schemas.openxmlformats.org/officeDocument/2006/relationships" xmlns:p="http://schemas.openxmlformats.org/presentationml/2006/main">
  <p:tag name="AS_UNIQUEID" val="1311"/>
</p:tagLst>
</file>

<file path=ppt/tags/tag153.xml><?xml version="1.0" encoding="utf-8"?>
<p:tagLst xmlns:a="http://schemas.openxmlformats.org/drawingml/2006/main" xmlns:r="http://schemas.openxmlformats.org/officeDocument/2006/relationships" xmlns:p="http://schemas.openxmlformats.org/presentationml/2006/main">
  <p:tag name="AS_UNIQUEID" val="1312"/>
</p:tagLst>
</file>

<file path=ppt/tags/tag154.xml><?xml version="1.0" encoding="utf-8"?>
<p:tagLst xmlns:a="http://schemas.openxmlformats.org/drawingml/2006/main" xmlns:r="http://schemas.openxmlformats.org/officeDocument/2006/relationships" xmlns:p="http://schemas.openxmlformats.org/presentationml/2006/main">
  <p:tag name="AS_UNIQUEID" val="1313"/>
</p:tagLst>
</file>

<file path=ppt/tags/tag155.xml><?xml version="1.0" encoding="utf-8"?>
<p:tagLst xmlns:a="http://schemas.openxmlformats.org/drawingml/2006/main" xmlns:r="http://schemas.openxmlformats.org/officeDocument/2006/relationships" xmlns:p="http://schemas.openxmlformats.org/presentationml/2006/main">
  <p:tag name="AS_UNIQUEID" val="1315"/>
</p:tagLst>
</file>

<file path=ppt/tags/tag156.xml><?xml version="1.0" encoding="utf-8"?>
<p:tagLst xmlns:a="http://schemas.openxmlformats.org/drawingml/2006/main" xmlns:r="http://schemas.openxmlformats.org/officeDocument/2006/relationships" xmlns:p="http://schemas.openxmlformats.org/presentationml/2006/main">
  <p:tag name="AS_UNIQUEID" val="1316"/>
</p:tagLst>
</file>

<file path=ppt/tags/tag157.xml><?xml version="1.0" encoding="utf-8"?>
<p:tagLst xmlns:a="http://schemas.openxmlformats.org/drawingml/2006/main" xmlns:r="http://schemas.openxmlformats.org/officeDocument/2006/relationships" xmlns:p="http://schemas.openxmlformats.org/presentationml/2006/main">
  <p:tag name="AS_UNIQUEID" val="1317"/>
</p:tagLst>
</file>

<file path=ppt/tags/tag158.xml><?xml version="1.0" encoding="utf-8"?>
<p:tagLst xmlns:a="http://schemas.openxmlformats.org/drawingml/2006/main" xmlns:r="http://schemas.openxmlformats.org/officeDocument/2006/relationships" xmlns:p="http://schemas.openxmlformats.org/presentationml/2006/main">
  <p:tag name="AS_UNIQUEID" val="1318"/>
</p:tagLst>
</file>

<file path=ppt/tags/tag159.xml><?xml version="1.0" encoding="utf-8"?>
<p:tagLst xmlns:a="http://schemas.openxmlformats.org/drawingml/2006/main" xmlns:r="http://schemas.openxmlformats.org/officeDocument/2006/relationships" xmlns:p="http://schemas.openxmlformats.org/presentationml/2006/main">
  <p:tag name="AS_UNIQUEID" val="1320"/>
</p:tagLst>
</file>

<file path=ppt/tags/tag160.xml><?xml version="1.0" encoding="utf-8"?>
<p:tagLst xmlns:a="http://schemas.openxmlformats.org/drawingml/2006/main" xmlns:r="http://schemas.openxmlformats.org/officeDocument/2006/relationships" xmlns:p="http://schemas.openxmlformats.org/presentationml/2006/main">
  <p:tag name="AS_UNIQUEID" val="1321"/>
</p:tagLst>
</file>

<file path=ppt/tags/tag161.xml><?xml version="1.0" encoding="utf-8"?>
<p:tagLst xmlns:a="http://schemas.openxmlformats.org/drawingml/2006/main" xmlns:r="http://schemas.openxmlformats.org/officeDocument/2006/relationships" xmlns:p="http://schemas.openxmlformats.org/presentationml/2006/main">
  <p:tag name="AS_UNIQUEID" val="1322"/>
</p:tagLst>
</file>

<file path=ppt/tags/tag162.xml><?xml version="1.0" encoding="utf-8"?>
<p:tagLst xmlns:a="http://schemas.openxmlformats.org/drawingml/2006/main" xmlns:r="http://schemas.openxmlformats.org/officeDocument/2006/relationships" xmlns:p="http://schemas.openxmlformats.org/presentationml/2006/main">
  <p:tag name="AS_UNIQUEID" val="1323"/>
</p:tagLst>
</file>

<file path=ppt/tags/tag163.xml><?xml version="1.0" encoding="utf-8"?>
<p:tagLst xmlns:a="http://schemas.openxmlformats.org/drawingml/2006/main" xmlns:r="http://schemas.openxmlformats.org/officeDocument/2006/relationships" xmlns:p="http://schemas.openxmlformats.org/presentationml/2006/main">
  <p:tag name="AS_UNIQUEID" val="1324"/>
</p:tagLst>
</file>

<file path=ppt/tags/tag164.xml><?xml version="1.0" encoding="utf-8"?>
<p:tagLst xmlns:a="http://schemas.openxmlformats.org/drawingml/2006/main" xmlns:r="http://schemas.openxmlformats.org/officeDocument/2006/relationships" xmlns:p="http://schemas.openxmlformats.org/presentationml/2006/main">
  <p:tag name="AS_UNIQUEID" val="1325"/>
</p:tagLst>
</file>

<file path=ppt/tags/tag165.xml><?xml version="1.0" encoding="utf-8"?>
<p:tagLst xmlns:a="http://schemas.openxmlformats.org/drawingml/2006/main" xmlns:r="http://schemas.openxmlformats.org/officeDocument/2006/relationships" xmlns:p="http://schemas.openxmlformats.org/presentationml/2006/main">
  <p:tag name="AS_UNIQUEID" val="1326"/>
</p:tagLst>
</file>

<file path=ppt/tags/tag166.xml><?xml version="1.0" encoding="utf-8"?>
<p:tagLst xmlns:a="http://schemas.openxmlformats.org/drawingml/2006/main" xmlns:r="http://schemas.openxmlformats.org/officeDocument/2006/relationships" xmlns:p="http://schemas.openxmlformats.org/presentationml/2006/main">
  <p:tag name="AS_UNIQUEID" val="1327"/>
</p:tagLst>
</file>

<file path=ppt/tags/tag167.xml><?xml version="1.0" encoding="utf-8"?>
<p:tagLst xmlns:a="http://schemas.openxmlformats.org/drawingml/2006/main" xmlns:r="http://schemas.openxmlformats.org/officeDocument/2006/relationships" xmlns:p="http://schemas.openxmlformats.org/presentationml/2006/main">
  <p:tag name="AS_UNIQUEID" val="1329"/>
</p:tagLst>
</file>

<file path=ppt/tags/tag168.xml><?xml version="1.0" encoding="utf-8"?>
<p:tagLst xmlns:a="http://schemas.openxmlformats.org/drawingml/2006/main" xmlns:r="http://schemas.openxmlformats.org/officeDocument/2006/relationships" xmlns:p="http://schemas.openxmlformats.org/presentationml/2006/main">
  <p:tag name="AS_UNIQUEID" val="1330"/>
</p:tagLst>
</file>

<file path=ppt/tags/tag169.xml><?xml version="1.0" encoding="utf-8"?>
<p:tagLst xmlns:a="http://schemas.openxmlformats.org/drawingml/2006/main" xmlns:r="http://schemas.openxmlformats.org/officeDocument/2006/relationships" xmlns:p="http://schemas.openxmlformats.org/presentationml/2006/main">
  <p:tag name="AS_UNIQUEID" val="1331"/>
</p:tagLst>
</file>

<file path=ppt/tags/tag170.xml><?xml version="1.0" encoding="utf-8"?>
<p:tagLst xmlns:a="http://schemas.openxmlformats.org/drawingml/2006/main" xmlns:r="http://schemas.openxmlformats.org/officeDocument/2006/relationships" xmlns:p="http://schemas.openxmlformats.org/presentationml/2006/main">
  <p:tag name="AS_UNIQUEID" val="1333"/>
</p:tagLst>
</file>

<file path=ppt/tags/tag171.xml><?xml version="1.0" encoding="utf-8"?>
<p:tagLst xmlns:a="http://schemas.openxmlformats.org/drawingml/2006/main" xmlns:r="http://schemas.openxmlformats.org/officeDocument/2006/relationships" xmlns:p="http://schemas.openxmlformats.org/presentationml/2006/main">
  <p:tag name="AS_UNIQUEID" val="1334"/>
</p:tagLst>
</file>

<file path=ppt/tags/tag172.xml><?xml version="1.0" encoding="utf-8"?>
<p:tagLst xmlns:a="http://schemas.openxmlformats.org/drawingml/2006/main" xmlns:r="http://schemas.openxmlformats.org/officeDocument/2006/relationships" xmlns:p="http://schemas.openxmlformats.org/presentationml/2006/main">
  <p:tag name="AS_UNIQUEID" val="1335"/>
</p:tagLst>
</file>

<file path=ppt/tags/tag173.xml><?xml version="1.0" encoding="utf-8"?>
<p:tagLst xmlns:a="http://schemas.openxmlformats.org/drawingml/2006/main" xmlns:r="http://schemas.openxmlformats.org/officeDocument/2006/relationships" xmlns:p="http://schemas.openxmlformats.org/presentationml/2006/main">
  <p:tag name="AS_UNIQUEID" val="1336"/>
</p:tagLst>
</file>

<file path=ppt/tags/tag174.xml><?xml version="1.0" encoding="utf-8"?>
<p:tagLst xmlns:a="http://schemas.openxmlformats.org/drawingml/2006/main" xmlns:r="http://schemas.openxmlformats.org/officeDocument/2006/relationships" xmlns:p="http://schemas.openxmlformats.org/presentationml/2006/main">
  <p:tag name="AS_UNIQUEID" val="1337"/>
</p:tagLst>
</file>

<file path=ppt/tags/tag175.xml><?xml version="1.0" encoding="utf-8"?>
<p:tagLst xmlns:a="http://schemas.openxmlformats.org/drawingml/2006/main" xmlns:r="http://schemas.openxmlformats.org/officeDocument/2006/relationships" xmlns:p="http://schemas.openxmlformats.org/presentationml/2006/main">
  <p:tag name="AS_UNIQUEID" val="1338"/>
</p:tagLst>
</file>

<file path=ppt/tags/tag176.xml><?xml version="1.0" encoding="utf-8"?>
<p:tagLst xmlns:a="http://schemas.openxmlformats.org/drawingml/2006/main" xmlns:r="http://schemas.openxmlformats.org/officeDocument/2006/relationships" xmlns:p="http://schemas.openxmlformats.org/presentationml/2006/main">
  <p:tag name="AS_UNIQUEID" val="1340"/>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77.xml><?xml version="1.0" encoding="utf-8"?>
<p:tagLst xmlns:a="http://schemas.openxmlformats.org/drawingml/2006/main" xmlns:r="http://schemas.openxmlformats.org/officeDocument/2006/relationships" xmlns:p="http://schemas.openxmlformats.org/presentationml/2006/main">
  <p:tag name="AS_UNIQUEID" val="1346"/>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78.xml><?xml version="1.0" encoding="utf-8"?>
<p:tagLst xmlns:a="http://schemas.openxmlformats.org/drawingml/2006/main" xmlns:r="http://schemas.openxmlformats.org/officeDocument/2006/relationships" xmlns:p="http://schemas.openxmlformats.org/presentationml/2006/main">
  <p:tag name="AS_UNIQUEID" val="1347"/>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79.xml><?xml version="1.0" encoding="utf-8"?>
<p:tagLst xmlns:a="http://schemas.openxmlformats.org/drawingml/2006/main" xmlns:r="http://schemas.openxmlformats.org/officeDocument/2006/relationships" xmlns:p="http://schemas.openxmlformats.org/presentationml/2006/main">
  <p:tag name="AS_UNIQUEID" val="1348"/>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80.xml><?xml version="1.0" encoding="utf-8"?>
<p:tagLst xmlns:a="http://schemas.openxmlformats.org/drawingml/2006/main" xmlns:r="http://schemas.openxmlformats.org/officeDocument/2006/relationships" xmlns:p="http://schemas.openxmlformats.org/presentationml/2006/main">
  <p:tag name="AS_UNIQUEID" val="1349"/>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81.xml><?xml version="1.0" encoding="utf-8"?>
<p:tagLst xmlns:a="http://schemas.openxmlformats.org/drawingml/2006/main" xmlns:r="http://schemas.openxmlformats.org/officeDocument/2006/relationships" xmlns:p="http://schemas.openxmlformats.org/presentationml/2006/main">
  <p:tag name="AS_UNIQUEID" val="1350"/>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82.xml><?xml version="1.0" encoding="utf-8"?>
<p:tagLst xmlns:a="http://schemas.openxmlformats.org/drawingml/2006/main" xmlns:r="http://schemas.openxmlformats.org/officeDocument/2006/relationships" xmlns:p="http://schemas.openxmlformats.org/presentationml/2006/main">
  <p:tag name="AS_UNIQUEID" val="1341"/>
  <p:tag name="KSO_WM_BEAUTIFY_FLAG" val="#wm#"/>
  <p:tag name="KSO_WM_SLIDE_BACKGROUND_TYPE" val="frame"/>
  <p:tag name="KSO_WM_SLIDE_BK_DARK_LIGHT" val="2"/>
  <p:tag name="KSO_WM_TAG_VERSION" val="1.0"/>
  <p:tag name="KSO_WM_UNIT_BK_DARK_LIGHT" val="2"/>
  <p:tag name="KSO_WM_UNIT_COMPATIBLE" val="0"/>
  <p:tag name="KSO_WM_UNIT_DIAGRAM_IS_NEED_ADD_PATH_ANIM" val="0"/>
  <p:tag name="KSO_WM_UNIT_DIAGRAM_ISNUMVISUAL" val="0"/>
  <p:tag name="KSO_WM_UNIT_DIAGRAM_ISREFERUNIT" val="0"/>
  <p:tag name="KSO_WM_UNIT_HIGHLIGHT" val="0"/>
  <p:tag name="KSO_WM_UNIT_ID" val="_13*i*1"/>
  <p:tag name="KSO_WM_UNIT_INDEX" val="1"/>
  <p:tag name="KSO_WM_UNIT_LAYERLEVEL" val="1"/>
  <p:tag name="KSO_WM_UNIT_SUBTYPE" val="h"/>
  <p:tag name="KSO_WM_UNIT_TYPE" val="i"/>
</p:tagLst>
</file>

<file path=ppt/tags/tag183.xml><?xml version="1.0" encoding="utf-8"?>
<p:tagLst xmlns:a="http://schemas.openxmlformats.org/drawingml/2006/main" xmlns:r="http://schemas.openxmlformats.org/officeDocument/2006/relationships" xmlns:p="http://schemas.openxmlformats.org/presentationml/2006/main">
  <p:tag name="AS_UNIQUEID" val="1342"/>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1"/>
  <p:tag name="KSO_WM_UNIT_INDEX" val="1"/>
  <p:tag name="KSO_WM_UNIT_LAYERLEVEL" val="1"/>
  <p:tag name="KSO_WM_UNIT_TYPE" val="i"/>
</p:tagLst>
</file>

<file path=ppt/tags/tag184.xml><?xml version="1.0" encoding="utf-8"?>
<p:tagLst xmlns:a="http://schemas.openxmlformats.org/drawingml/2006/main" xmlns:r="http://schemas.openxmlformats.org/officeDocument/2006/relationships" xmlns:p="http://schemas.openxmlformats.org/presentationml/2006/main">
  <p:tag name="AS_UNIQUEID" val="1343"/>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2"/>
  <p:tag name="KSO_WM_UNIT_INDEX" val="2"/>
  <p:tag name="KSO_WM_UNIT_LAYERLEVEL" val="1"/>
  <p:tag name="KSO_WM_UNIT_TYPE" val="i"/>
</p:tagLst>
</file>

<file path=ppt/tags/tag185.xml><?xml version="1.0" encoding="utf-8"?>
<p:tagLst xmlns:a="http://schemas.openxmlformats.org/drawingml/2006/main" xmlns:r="http://schemas.openxmlformats.org/officeDocument/2006/relationships" xmlns:p="http://schemas.openxmlformats.org/presentationml/2006/main">
  <p:tag name="AS_UNIQUEID" val="1344"/>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3"/>
  <p:tag name="KSO_WM_UNIT_INDEX" val="3"/>
  <p:tag name="KSO_WM_UNIT_LAYERLEVEL" val="1"/>
  <p:tag name="KSO_WM_UNIT_TYPE" val="i"/>
</p:tagLst>
</file>

<file path=ppt/tags/tag186.xml><?xml version="1.0" encoding="utf-8"?>
<p:tagLst xmlns:a="http://schemas.openxmlformats.org/drawingml/2006/main" xmlns:r="http://schemas.openxmlformats.org/officeDocument/2006/relationships" xmlns:p="http://schemas.openxmlformats.org/presentationml/2006/main">
  <p:tag name="AS_UNIQUEID" val="1345"/>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4"/>
  <p:tag name="KSO_WM_UNIT_INDEX" val="4"/>
  <p:tag name="KSO_WM_UNIT_LAYERLEVEL" val="1"/>
  <p:tag name="KSO_WM_UNIT_TYPE" val="i"/>
</p:tagLst>
</file>

<file path=ppt/tags/tag187.xml><?xml version="1.0" encoding="utf-8"?>
<p:tagLst xmlns:a="http://schemas.openxmlformats.org/drawingml/2006/main" xmlns:r="http://schemas.openxmlformats.org/officeDocument/2006/relationships" xmlns:p="http://schemas.openxmlformats.org/presentationml/2006/main">
  <p:tag name="AS_UNIQUEID" val="1353"/>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88.xml><?xml version="1.0" encoding="utf-8"?>
<p:tagLst xmlns:a="http://schemas.openxmlformats.org/drawingml/2006/main" xmlns:r="http://schemas.openxmlformats.org/officeDocument/2006/relationships" xmlns:p="http://schemas.openxmlformats.org/presentationml/2006/main">
  <p:tag name="AS_UNIQUEID" val="1363"/>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89.xml><?xml version="1.0" encoding="utf-8"?>
<p:tagLst xmlns:a="http://schemas.openxmlformats.org/drawingml/2006/main" xmlns:r="http://schemas.openxmlformats.org/officeDocument/2006/relationships" xmlns:p="http://schemas.openxmlformats.org/presentationml/2006/main">
  <p:tag name="AS_UNIQUEID" val="1364"/>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0.xml><?xml version="1.0" encoding="utf-8"?>
<p:tagLst xmlns:a="http://schemas.openxmlformats.org/drawingml/2006/main" xmlns:r="http://schemas.openxmlformats.org/officeDocument/2006/relationships" xmlns:p="http://schemas.openxmlformats.org/presentationml/2006/main">
  <p:tag name="AS_UNIQUEID" val="1365"/>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1.xml><?xml version="1.0" encoding="utf-8"?>
<p:tagLst xmlns:a="http://schemas.openxmlformats.org/drawingml/2006/main" xmlns:r="http://schemas.openxmlformats.org/officeDocument/2006/relationships" xmlns:p="http://schemas.openxmlformats.org/presentationml/2006/main">
  <p:tag name="AS_UNIQUEID" val="1366"/>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2.xml><?xml version="1.0" encoding="utf-8"?>
<p:tagLst xmlns:a="http://schemas.openxmlformats.org/drawingml/2006/main" xmlns:r="http://schemas.openxmlformats.org/officeDocument/2006/relationships" xmlns:p="http://schemas.openxmlformats.org/presentationml/2006/main">
  <p:tag name="AS_UNIQUEID" val="1367"/>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3.xml><?xml version="1.0" encoding="utf-8"?>
<p:tagLst xmlns:a="http://schemas.openxmlformats.org/drawingml/2006/main" xmlns:r="http://schemas.openxmlformats.org/officeDocument/2006/relationships" xmlns:p="http://schemas.openxmlformats.org/presentationml/2006/main">
  <p:tag name="AS_UNIQUEID" val="1354"/>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4.xml><?xml version="1.0" encoding="utf-8"?>
<p:tagLst xmlns:a="http://schemas.openxmlformats.org/drawingml/2006/main" xmlns:r="http://schemas.openxmlformats.org/officeDocument/2006/relationships" xmlns:p="http://schemas.openxmlformats.org/presentationml/2006/main">
  <p:tag name="AS_UNIQUEID" val="1355"/>
</p:tagLst>
</file>

<file path=ppt/tags/tag195.xml><?xml version="1.0" encoding="utf-8"?>
<p:tagLst xmlns:a="http://schemas.openxmlformats.org/drawingml/2006/main" xmlns:r="http://schemas.openxmlformats.org/officeDocument/2006/relationships" xmlns:p="http://schemas.openxmlformats.org/presentationml/2006/main">
  <p:tag name="AS_UNIQUEID" val="1359"/>
</p:tagLst>
</file>

<file path=ppt/tags/tag196.xml><?xml version="1.0" encoding="utf-8"?>
<p:tagLst xmlns:a="http://schemas.openxmlformats.org/drawingml/2006/main" xmlns:r="http://schemas.openxmlformats.org/officeDocument/2006/relationships" xmlns:p="http://schemas.openxmlformats.org/presentationml/2006/main">
  <p:tag name="AS_UNIQUEID" val="1360"/>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7.xml><?xml version="1.0" encoding="utf-8"?>
<p:tagLst xmlns:a="http://schemas.openxmlformats.org/drawingml/2006/main" xmlns:r="http://schemas.openxmlformats.org/officeDocument/2006/relationships" xmlns:p="http://schemas.openxmlformats.org/presentationml/2006/main">
  <p:tag name="AS_UNIQUEID" val="1361"/>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8.xml><?xml version="1.0" encoding="utf-8"?>
<p:tagLst xmlns:a="http://schemas.openxmlformats.org/drawingml/2006/main" xmlns:r="http://schemas.openxmlformats.org/officeDocument/2006/relationships" xmlns:p="http://schemas.openxmlformats.org/presentationml/2006/main">
  <p:tag name="AS_UNIQUEID" val="1362"/>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99.xml><?xml version="1.0" encoding="utf-8"?>
<p:tagLst xmlns:a="http://schemas.openxmlformats.org/drawingml/2006/main" xmlns:r="http://schemas.openxmlformats.org/officeDocument/2006/relationships" xmlns:p="http://schemas.openxmlformats.org/presentationml/2006/main">
  <p:tag name="AS_UNIQUEID" val="1356"/>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200.xml><?xml version="1.0" encoding="utf-8"?>
<p:tagLst xmlns:a="http://schemas.openxmlformats.org/drawingml/2006/main" xmlns:r="http://schemas.openxmlformats.org/officeDocument/2006/relationships" xmlns:p="http://schemas.openxmlformats.org/presentationml/2006/main">
  <p:tag name="AS_UNIQUEID" val="1357"/>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201.xml><?xml version="1.0" encoding="utf-8"?>
<p:tagLst xmlns:a="http://schemas.openxmlformats.org/drawingml/2006/main" xmlns:r="http://schemas.openxmlformats.org/officeDocument/2006/relationships" xmlns:p="http://schemas.openxmlformats.org/presentationml/2006/main">
  <p:tag name="AS_UNIQUEID" val="1358"/>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202.xml><?xml version="1.0" encoding="utf-8"?>
<p:tagLst xmlns:a="http://schemas.openxmlformats.org/drawingml/2006/main" xmlns:r="http://schemas.openxmlformats.org/officeDocument/2006/relationships" xmlns:p="http://schemas.openxmlformats.org/presentationml/2006/main">
  <p:tag name="AS_UNIQUEID" val="1387"/>
  <p:tag name="KSO_WM_UNIT_PLACING_PICTURE_USER_VIEWPORT" val="{&quot;height&quot;:2948.9259842519687,&quot;width&quot;:2948.9259842519687}"/>
</p:tagLst>
</file>

<file path=ppt/tags/tag203.xml><?xml version="1.0" encoding="utf-8"?>
<p:tagLst xmlns:a="http://schemas.openxmlformats.org/drawingml/2006/main" xmlns:r="http://schemas.openxmlformats.org/officeDocument/2006/relationships" xmlns:p="http://schemas.openxmlformats.org/presentationml/2006/main">
  <p:tag name="AS_UNIQUEID" val="1384"/>
</p:tagLst>
</file>

<file path=ppt/tags/tag204.xml><?xml version="1.0" encoding="utf-8"?>
<p:tagLst xmlns:a="http://schemas.openxmlformats.org/drawingml/2006/main" xmlns:r="http://schemas.openxmlformats.org/officeDocument/2006/relationships" xmlns:p="http://schemas.openxmlformats.org/presentationml/2006/main">
  <p:tag name="AS_UNIQUEID" val="1385"/>
</p:tagLst>
</file>

<file path=ppt/tags/tag205.xml><?xml version="1.0" encoding="utf-8"?>
<p:tagLst xmlns:a="http://schemas.openxmlformats.org/drawingml/2006/main" xmlns:r="http://schemas.openxmlformats.org/officeDocument/2006/relationships" xmlns:p="http://schemas.openxmlformats.org/presentationml/2006/main">
  <p:tag name="AS_UNIQUEID" val="1387"/>
  <p:tag name="KSO_WM_UNIT_PLACING_PICTURE_USER_VIEWPORT" val="{&quot;height&quot;:2948.9259842519687,&quot;width&quot;:2948.9259842519687}"/>
</p:tagLst>
</file>

<file path=ppt/tags/tag206.xml><?xml version="1.0" encoding="utf-8"?>
<p:tagLst xmlns:a="http://schemas.openxmlformats.org/drawingml/2006/main" xmlns:r="http://schemas.openxmlformats.org/officeDocument/2006/relationships" xmlns:p="http://schemas.openxmlformats.org/presentationml/2006/main">
  <p:tag name="AS_UNIQUEID" val="1388"/>
</p:tagLst>
</file>

<file path=ppt/tags/tag207.xml><?xml version="1.0" encoding="utf-8"?>
<p:tagLst xmlns:a="http://schemas.openxmlformats.org/drawingml/2006/main" xmlns:r="http://schemas.openxmlformats.org/officeDocument/2006/relationships" xmlns:p="http://schemas.openxmlformats.org/presentationml/2006/main">
  <p:tag name="AS_UNIQUEID" val="469"/>
</p:tagLst>
</file>

<file path=ppt/tags/tag208.xml><?xml version="1.0" encoding="utf-8"?>
<p:tagLst xmlns:a="http://schemas.openxmlformats.org/drawingml/2006/main" xmlns:r="http://schemas.openxmlformats.org/officeDocument/2006/relationships" xmlns:p="http://schemas.openxmlformats.org/presentationml/2006/main">
  <p:tag name="AS_UNIQUEID" val="470"/>
</p:tagLst>
</file>

<file path=ppt/tags/tag209.xml><?xml version="1.0" encoding="utf-8"?>
<p:tagLst xmlns:a="http://schemas.openxmlformats.org/drawingml/2006/main" xmlns:r="http://schemas.openxmlformats.org/officeDocument/2006/relationships" xmlns:p="http://schemas.openxmlformats.org/presentationml/2006/main">
  <p:tag name="AS_UNIQUEID" val="471"/>
</p:tagLst>
</file>

<file path=ppt/tags/tag210.xml><?xml version="1.0" encoding="utf-8"?>
<p:tagLst xmlns:a="http://schemas.openxmlformats.org/drawingml/2006/main" xmlns:r="http://schemas.openxmlformats.org/officeDocument/2006/relationships" xmlns:p="http://schemas.openxmlformats.org/presentationml/2006/main">
  <p:tag name="AS_UNIQUEID" val="472"/>
</p:tagLst>
</file>

<file path=ppt/tags/tag211.xml><?xml version="1.0" encoding="utf-8"?>
<p:tagLst xmlns:a="http://schemas.openxmlformats.org/drawingml/2006/main" xmlns:r="http://schemas.openxmlformats.org/officeDocument/2006/relationships" xmlns:p="http://schemas.openxmlformats.org/presentationml/2006/main">
  <p:tag name="AS_UNIQUEID" val="476"/>
</p:tagLst>
</file>

<file path=ppt/tags/tag212.xml><?xml version="1.0" encoding="utf-8"?>
<p:tagLst xmlns:a="http://schemas.openxmlformats.org/drawingml/2006/main" xmlns:r="http://schemas.openxmlformats.org/officeDocument/2006/relationships" xmlns:p="http://schemas.openxmlformats.org/presentationml/2006/main">
  <p:tag name="AS_UNIQUEID" val="477"/>
</p:tagLst>
</file>

<file path=ppt/tags/tag213.xml><?xml version="1.0" encoding="utf-8"?>
<p:tagLst xmlns:a="http://schemas.openxmlformats.org/drawingml/2006/main" xmlns:r="http://schemas.openxmlformats.org/officeDocument/2006/relationships" xmlns:p="http://schemas.openxmlformats.org/presentationml/2006/main">
  <p:tag name="AS_UNIQUEID" val="478"/>
</p:tagLst>
</file>

<file path=ppt/tags/tag214.xml><?xml version="1.0" encoding="utf-8"?>
<p:tagLst xmlns:a="http://schemas.openxmlformats.org/drawingml/2006/main" xmlns:r="http://schemas.openxmlformats.org/officeDocument/2006/relationships" xmlns:p="http://schemas.openxmlformats.org/presentationml/2006/main">
  <p:tag name="AS_UNIQUEID" val="479"/>
</p:tagLst>
</file>

<file path=ppt/tags/tag215.xml><?xml version="1.0" encoding="utf-8"?>
<p:tagLst xmlns:a="http://schemas.openxmlformats.org/drawingml/2006/main" xmlns:r="http://schemas.openxmlformats.org/officeDocument/2006/relationships" xmlns:p="http://schemas.openxmlformats.org/presentationml/2006/main">
  <p:tag name="AS_UNIQUEID" val="480"/>
</p:tagLst>
</file>

<file path=ppt/tags/tag216.xml><?xml version="1.0" encoding="utf-8"?>
<p:tagLst xmlns:a="http://schemas.openxmlformats.org/drawingml/2006/main" xmlns:r="http://schemas.openxmlformats.org/officeDocument/2006/relationships" xmlns:p="http://schemas.openxmlformats.org/presentationml/2006/main">
  <p:tag name="AS_UNIQUEID" val="473"/>
</p:tagLst>
</file>

<file path=ppt/tags/tag217.xml><?xml version="1.0" encoding="utf-8"?>
<p:tagLst xmlns:a="http://schemas.openxmlformats.org/drawingml/2006/main" xmlns:r="http://schemas.openxmlformats.org/officeDocument/2006/relationships" xmlns:p="http://schemas.openxmlformats.org/presentationml/2006/main">
  <p:tag name="AS_UNIQUEID" val="474"/>
</p:tagLst>
</file>

<file path=ppt/tags/tag218.xml><?xml version="1.0" encoding="utf-8"?>
<p:tagLst xmlns:a="http://schemas.openxmlformats.org/drawingml/2006/main" xmlns:r="http://schemas.openxmlformats.org/officeDocument/2006/relationships" xmlns:p="http://schemas.openxmlformats.org/presentationml/2006/main">
  <p:tag name="AS_UNIQUEID" val="475"/>
</p:tagLst>
</file>

<file path=ppt/tags/tag219.xml><?xml version="1.0" encoding="utf-8"?>
<p:tagLst xmlns:a="http://schemas.openxmlformats.org/drawingml/2006/main" xmlns:r="http://schemas.openxmlformats.org/officeDocument/2006/relationships" xmlns:p="http://schemas.openxmlformats.org/presentationml/2006/main">
  <p:tag name="AS_UNIQUEID" val="483"/>
</p:tagLst>
</file>

<file path=ppt/tags/tag220.xml><?xml version="1.0" encoding="utf-8"?>
<p:tagLst xmlns:a="http://schemas.openxmlformats.org/drawingml/2006/main" xmlns:r="http://schemas.openxmlformats.org/officeDocument/2006/relationships" xmlns:p="http://schemas.openxmlformats.org/presentationml/2006/main">
  <p:tag name="AS_UNIQUEID" val="484"/>
</p:tagLst>
</file>

<file path=ppt/tags/tag221.xml><?xml version="1.0" encoding="utf-8"?>
<p:tagLst xmlns:a="http://schemas.openxmlformats.org/drawingml/2006/main" xmlns:r="http://schemas.openxmlformats.org/officeDocument/2006/relationships" xmlns:p="http://schemas.openxmlformats.org/presentationml/2006/main">
  <p:tag name="AS_UNIQUEID" val="485"/>
</p:tagLst>
</file>

<file path=ppt/tags/tag222.xml><?xml version="1.0" encoding="utf-8"?>
<p:tagLst xmlns:a="http://schemas.openxmlformats.org/drawingml/2006/main" xmlns:r="http://schemas.openxmlformats.org/officeDocument/2006/relationships" xmlns:p="http://schemas.openxmlformats.org/presentationml/2006/main">
  <p:tag name="AS_UNIQUEID" val="486"/>
</p:tagLst>
</file>

<file path=ppt/tags/tag223.xml><?xml version="1.0" encoding="utf-8"?>
<p:tagLst xmlns:a="http://schemas.openxmlformats.org/drawingml/2006/main" xmlns:r="http://schemas.openxmlformats.org/officeDocument/2006/relationships" xmlns:p="http://schemas.openxmlformats.org/presentationml/2006/main">
  <p:tag name="AS_UNIQUEID" val="488"/>
</p:tagLst>
</file>

<file path=ppt/tags/tag224.xml><?xml version="1.0" encoding="utf-8"?>
<p:tagLst xmlns:a="http://schemas.openxmlformats.org/drawingml/2006/main" xmlns:r="http://schemas.openxmlformats.org/officeDocument/2006/relationships" xmlns:p="http://schemas.openxmlformats.org/presentationml/2006/main">
  <p:tag name="AS_UNIQUEID" val="489"/>
</p:tagLst>
</file>

<file path=ppt/tags/tag225.xml><?xml version="1.0" encoding="utf-8"?>
<p:tagLst xmlns:a="http://schemas.openxmlformats.org/drawingml/2006/main" xmlns:r="http://schemas.openxmlformats.org/officeDocument/2006/relationships" xmlns:p="http://schemas.openxmlformats.org/presentationml/2006/main">
  <p:tag name="AS_UNIQUEID" val="493"/>
</p:tagLst>
</file>

<file path=ppt/tags/tag226.xml><?xml version="1.0" encoding="utf-8"?>
<p:tagLst xmlns:a="http://schemas.openxmlformats.org/drawingml/2006/main" xmlns:r="http://schemas.openxmlformats.org/officeDocument/2006/relationships" xmlns:p="http://schemas.openxmlformats.org/presentationml/2006/main">
  <p:tag name="AS_UNIQUEID" val="496"/>
</p:tagLst>
</file>

<file path=ppt/tags/tag227.xml><?xml version="1.0" encoding="utf-8"?>
<p:tagLst xmlns:a="http://schemas.openxmlformats.org/drawingml/2006/main" xmlns:r="http://schemas.openxmlformats.org/officeDocument/2006/relationships" xmlns:p="http://schemas.openxmlformats.org/presentationml/2006/main">
  <p:tag name="AS_UNIQUEID" val="497"/>
</p:tagLst>
</file>

<file path=ppt/tags/tag228.xml><?xml version="1.0" encoding="utf-8"?>
<p:tagLst xmlns:a="http://schemas.openxmlformats.org/drawingml/2006/main" xmlns:r="http://schemas.openxmlformats.org/officeDocument/2006/relationships" xmlns:p="http://schemas.openxmlformats.org/presentationml/2006/main">
  <p:tag name="AS_UNIQUEID" val="498"/>
</p:tagLst>
</file>

<file path=ppt/tags/tag229.xml><?xml version="1.0" encoding="utf-8"?>
<p:tagLst xmlns:a="http://schemas.openxmlformats.org/drawingml/2006/main" xmlns:r="http://schemas.openxmlformats.org/officeDocument/2006/relationships" xmlns:p="http://schemas.openxmlformats.org/presentationml/2006/main">
  <p:tag name="AS_UNIQUEID" val="481"/>
</p:tagLst>
</file>

<file path=ppt/tags/tag230.xml><?xml version="1.0" encoding="utf-8"?>
<p:tagLst xmlns:a="http://schemas.openxmlformats.org/drawingml/2006/main" xmlns:r="http://schemas.openxmlformats.org/officeDocument/2006/relationships" xmlns:p="http://schemas.openxmlformats.org/presentationml/2006/main">
  <p:tag name="AS_UNIQUEID" val="494"/>
</p:tagLst>
</file>

<file path=ppt/tags/tag231.xml><?xml version="1.0" encoding="utf-8"?>
<p:tagLst xmlns:a="http://schemas.openxmlformats.org/drawingml/2006/main" xmlns:r="http://schemas.openxmlformats.org/officeDocument/2006/relationships" xmlns:p="http://schemas.openxmlformats.org/presentationml/2006/main">
  <p:tag name="AS_UNIQUEID" val="495"/>
</p:tagLst>
</file>

<file path=ppt/tags/tag232.xml><?xml version="1.0" encoding="utf-8"?>
<p:tagLst xmlns:a="http://schemas.openxmlformats.org/drawingml/2006/main" xmlns:r="http://schemas.openxmlformats.org/officeDocument/2006/relationships" xmlns:p="http://schemas.openxmlformats.org/presentationml/2006/main">
  <p:tag name="AS_UNIQUEID" val="490"/>
</p:tagLst>
</file>

<file path=ppt/tags/tag233.xml><?xml version="1.0" encoding="utf-8"?>
<p:tagLst xmlns:a="http://schemas.openxmlformats.org/drawingml/2006/main" xmlns:r="http://schemas.openxmlformats.org/officeDocument/2006/relationships" xmlns:p="http://schemas.openxmlformats.org/presentationml/2006/main">
  <p:tag name="AS_UNIQUEID" val="491"/>
</p:tagLst>
</file>

<file path=ppt/tags/tag234.xml><?xml version="1.0" encoding="utf-8"?>
<p:tagLst xmlns:a="http://schemas.openxmlformats.org/drawingml/2006/main" xmlns:r="http://schemas.openxmlformats.org/officeDocument/2006/relationships" xmlns:p="http://schemas.openxmlformats.org/presentationml/2006/main">
  <p:tag name="AS_UNIQUEID" val="492"/>
</p:tagLst>
</file>

<file path=ppt/tags/tag235.xml><?xml version="1.0" encoding="utf-8"?>
<p:tagLst xmlns:a="http://schemas.openxmlformats.org/drawingml/2006/main" xmlns:r="http://schemas.openxmlformats.org/officeDocument/2006/relationships" xmlns:p="http://schemas.openxmlformats.org/presentationml/2006/main">
  <p:tag name="AS_UNIQUEID" val="500"/>
</p:tagLst>
</file>

<file path=ppt/tags/tag236.xml><?xml version="1.0" encoding="utf-8"?>
<p:tagLst xmlns:a="http://schemas.openxmlformats.org/drawingml/2006/main" xmlns:r="http://schemas.openxmlformats.org/officeDocument/2006/relationships" xmlns:p="http://schemas.openxmlformats.org/presentationml/2006/main">
  <p:tag name="AS_UNIQUEID" val="501"/>
</p:tagLst>
</file>

<file path=ppt/tags/tag237.xml><?xml version="1.0" encoding="utf-8"?>
<p:tagLst xmlns:a="http://schemas.openxmlformats.org/drawingml/2006/main" xmlns:r="http://schemas.openxmlformats.org/officeDocument/2006/relationships" xmlns:p="http://schemas.openxmlformats.org/presentationml/2006/main">
  <p:tag name="AS_UNIQUEID" val="502"/>
</p:tagLst>
</file>

<file path=ppt/tags/tag238.xml><?xml version="1.0" encoding="utf-8"?>
<p:tagLst xmlns:a="http://schemas.openxmlformats.org/drawingml/2006/main" xmlns:r="http://schemas.openxmlformats.org/officeDocument/2006/relationships" xmlns:p="http://schemas.openxmlformats.org/presentationml/2006/main">
  <p:tag name="AS_UNIQUEID" val="503"/>
</p:tagLst>
</file>

<file path=ppt/tags/tag239.xml><?xml version="1.0" encoding="utf-8"?>
<p:tagLst xmlns:a="http://schemas.openxmlformats.org/drawingml/2006/main" xmlns:r="http://schemas.openxmlformats.org/officeDocument/2006/relationships" xmlns:p="http://schemas.openxmlformats.org/presentationml/2006/main">
  <p:tag name="AS_UNIQUEID" val="504"/>
</p:tagLst>
</file>

<file path=ppt/tags/tag240.xml><?xml version="1.0" encoding="utf-8"?>
<p:tagLst xmlns:a="http://schemas.openxmlformats.org/drawingml/2006/main" xmlns:r="http://schemas.openxmlformats.org/officeDocument/2006/relationships" xmlns:p="http://schemas.openxmlformats.org/presentationml/2006/main">
  <p:tag name="AS_UNIQUEID" val="505"/>
</p:tagLst>
</file>

<file path=ppt/tags/tag241.xml><?xml version="1.0" encoding="utf-8"?>
<p:tagLst xmlns:a="http://schemas.openxmlformats.org/drawingml/2006/main" xmlns:r="http://schemas.openxmlformats.org/officeDocument/2006/relationships" xmlns:p="http://schemas.openxmlformats.org/presentationml/2006/main">
  <p:tag name="AS_UNIQUEID" val="507"/>
</p:tagLst>
</file>

<file path=ppt/tags/tag242.xml><?xml version="1.0" encoding="utf-8"?>
<p:tagLst xmlns:a="http://schemas.openxmlformats.org/drawingml/2006/main" xmlns:r="http://schemas.openxmlformats.org/officeDocument/2006/relationships" xmlns:p="http://schemas.openxmlformats.org/presentationml/2006/main">
  <p:tag name="AS_UNIQUEID" val="508"/>
</p:tagLst>
</file>

<file path=ppt/tags/tag243.xml><?xml version="1.0" encoding="utf-8"?>
<p:tagLst xmlns:a="http://schemas.openxmlformats.org/drawingml/2006/main" xmlns:r="http://schemas.openxmlformats.org/officeDocument/2006/relationships" xmlns:p="http://schemas.openxmlformats.org/presentationml/2006/main">
  <p:tag name="AS_UNIQUEID" val="512"/>
</p:tagLst>
</file>

<file path=ppt/tags/tag244.xml><?xml version="1.0" encoding="utf-8"?>
<p:tagLst xmlns:a="http://schemas.openxmlformats.org/drawingml/2006/main" xmlns:r="http://schemas.openxmlformats.org/officeDocument/2006/relationships" xmlns:p="http://schemas.openxmlformats.org/presentationml/2006/main">
  <p:tag name="AS_UNIQUEID" val="515"/>
</p:tagLst>
</file>

<file path=ppt/tags/tag245.xml><?xml version="1.0" encoding="utf-8"?>
<p:tagLst xmlns:a="http://schemas.openxmlformats.org/drawingml/2006/main" xmlns:r="http://schemas.openxmlformats.org/officeDocument/2006/relationships" xmlns:p="http://schemas.openxmlformats.org/presentationml/2006/main">
  <p:tag name="AS_UNIQUEID" val="516"/>
</p:tagLst>
</file>

<file path=ppt/tags/tag246.xml><?xml version="1.0" encoding="utf-8"?>
<p:tagLst xmlns:a="http://schemas.openxmlformats.org/drawingml/2006/main" xmlns:r="http://schemas.openxmlformats.org/officeDocument/2006/relationships" xmlns:p="http://schemas.openxmlformats.org/presentationml/2006/main">
  <p:tag name="AS_UNIQUEID" val="517"/>
</p:tagLst>
</file>

<file path=ppt/tags/tag247.xml><?xml version="1.0" encoding="utf-8"?>
<p:tagLst xmlns:a="http://schemas.openxmlformats.org/drawingml/2006/main" xmlns:r="http://schemas.openxmlformats.org/officeDocument/2006/relationships" xmlns:p="http://schemas.openxmlformats.org/presentationml/2006/main">
  <p:tag name="AS_UNIQUEID" val="513"/>
</p:tagLst>
</file>

<file path=ppt/tags/tag248.xml><?xml version="1.0" encoding="utf-8"?>
<p:tagLst xmlns:a="http://schemas.openxmlformats.org/drawingml/2006/main" xmlns:r="http://schemas.openxmlformats.org/officeDocument/2006/relationships" xmlns:p="http://schemas.openxmlformats.org/presentationml/2006/main">
  <p:tag name="AS_UNIQUEID" val="514"/>
</p:tagLst>
</file>

<file path=ppt/tags/tag249.xml><?xml version="1.0" encoding="utf-8"?>
<p:tagLst xmlns:a="http://schemas.openxmlformats.org/drawingml/2006/main" xmlns:r="http://schemas.openxmlformats.org/officeDocument/2006/relationships" xmlns:p="http://schemas.openxmlformats.org/presentationml/2006/main">
  <p:tag name="AS_UNIQUEID" val="509"/>
</p:tagLst>
</file>

<file path=ppt/tags/tag250.xml><?xml version="1.0" encoding="utf-8"?>
<p:tagLst xmlns:a="http://schemas.openxmlformats.org/drawingml/2006/main" xmlns:r="http://schemas.openxmlformats.org/officeDocument/2006/relationships" xmlns:p="http://schemas.openxmlformats.org/presentationml/2006/main">
  <p:tag name="AS_UNIQUEID" val="510"/>
</p:tagLst>
</file>

<file path=ppt/tags/tag251.xml><?xml version="1.0" encoding="utf-8"?>
<p:tagLst xmlns:a="http://schemas.openxmlformats.org/drawingml/2006/main" xmlns:r="http://schemas.openxmlformats.org/officeDocument/2006/relationships" xmlns:p="http://schemas.openxmlformats.org/presentationml/2006/main">
  <p:tag name="AS_UNIQUEID" val="511"/>
</p:tagLst>
</file>

<file path=ppt/tags/tag252.xml><?xml version="1.0" encoding="utf-8"?>
<p:tagLst xmlns:a="http://schemas.openxmlformats.org/drawingml/2006/main" xmlns:r="http://schemas.openxmlformats.org/officeDocument/2006/relationships" xmlns:p="http://schemas.openxmlformats.org/presentationml/2006/main">
  <p:tag name="AS_UNIQUEID" val="519"/>
</p:tagLst>
</file>

<file path=ppt/tags/tag253.xml><?xml version="1.0" encoding="utf-8"?>
<p:tagLst xmlns:a="http://schemas.openxmlformats.org/drawingml/2006/main" xmlns:r="http://schemas.openxmlformats.org/officeDocument/2006/relationships" xmlns:p="http://schemas.openxmlformats.org/presentationml/2006/main">
  <p:tag name="AS_UNIQUEID" val="520"/>
</p:tagLst>
</file>

<file path=ppt/tags/tag254.xml><?xml version="1.0" encoding="utf-8"?>
<p:tagLst xmlns:a="http://schemas.openxmlformats.org/drawingml/2006/main" xmlns:r="http://schemas.openxmlformats.org/officeDocument/2006/relationships" xmlns:p="http://schemas.openxmlformats.org/presentationml/2006/main">
  <p:tag name="AS_UNIQUEID" val="521"/>
</p:tagLst>
</file>

<file path=ppt/tags/tag255.xml><?xml version="1.0" encoding="utf-8"?>
<p:tagLst xmlns:a="http://schemas.openxmlformats.org/drawingml/2006/main" xmlns:r="http://schemas.openxmlformats.org/officeDocument/2006/relationships" xmlns:p="http://schemas.openxmlformats.org/presentationml/2006/main">
  <p:tag name="AS_UNIQUEID" val="522"/>
</p:tagLst>
</file>

<file path=ppt/tags/tag256.xml><?xml version="1.0" encoding="utf-8"?>
<p:tagLst xmlns:a="http://schemas.openxmlformats.org/drawingml/2006/main" xmlns:r="http://schemas.openxmlformats.org/officeDocument/2006/relationships" xmlns:p="http://schemas.openxmlformats.org/presentationml/2006/main">
  <p:tag name="AS_UNIQUEID" val="523"/>
</p:tagLst>
</file>

<file path=ppt/tags/tag257.xml><?xml version="1.0" encoding="utf-8"?>
<p:tagLst xmlns:a="http://schemas.openxmlformats.org/drawingml/2006/main" xmlns:r="http://schemas.openxmlformats.org/officeDocument/2006/relationships" xmlns:p="http://schemas.openxmlformats.org/presentationml/2006/main">
  <p:tag name="AS_UNIQUEID" val="524"/>
</p:tagLst>
</file>

<file path=ppt/tags/tag258.xml><?xml version="1.0" encoding="utf-8"?>
<p:tagLst xmlns:a="http://schemas.openxmlformats.org/drawingml/2006/main" xmlns:r="http://schemas.openxmlformats.org/officeDocument/2006/relationships" xmlns:p="http://schemas.openxmlformats.org/presentationml/2006/main">
  <p:tag name="AS_UNIQUEID" val="525"/>
</p:tagLst>
</file>

<file path=ppt/tags/tag259.xml><?xml version="1.0" encoding="utf-8"?>
<p:tagLst xmlns:a="http://schemas.openxmlformats.org/drawingml/2006/main" xmlns:r="http://schemas.openxmlformats.org/officeDocument/2006/relationships" xmlns:p="http://schemas.openxmlformats.org/presentationml/2006/main">
  <p:tag name="AS_UNIQUEID" val="526"/>
</p:tagLst>
</file>

<file path=ppt/tags/tag260.xml><?xml version="1.0" encoding="utf-8"?>
<p:tagLst xmlns:a="http://schemas.openxmlformats.org/drawingml/2006/main" xmlns:r="http://schemas.openxmlformats.org/officeDocument/2006/relationships" xmlns:p="http://schemas.openxmlformats.org/presentationml/2006/main">
  <p:tag name="AS_UNIQUEID" val="527"/>
</p:tagLst>
</file>

<file path=ppt/tags/tag261.xml><?xml version="1.0" encoding="utf-8"?>
<p:tagLst xmlns:a="http://schemas.openxmlformats.org/drawingml/2006/main" xmlns:r="http://schemas.openxmlformats.org/officeDocument/2006/relationships" xmlns:p="http://schemas.openxmlformats.org/presentationml/2006/main">
  <p:tag name="AS_UNIQUEID" val="528"/>
</p:tagLst>
</file>

<file path=ppt/tags/tag262.xml><?xml version="1.0" encoding="utf-8"?>
<p:tagLst xmlns:a="http://schemas.openxmlformats.org/drawingml/2006/main" xmlns:r="http://schemas.openxmlformats.org/officeDocument/2006/relationships" xmlns:p="http://schemas.openxmlformats.org/presentationml/2006/main">
  <p:tag name="AS_UNIQUEID" val="530"/>
</p:tagLst>
</file>

<file path=ppt/tags/tag263.xml><?xml version="1.0" encoding="utf-8"?>
<p:tagLst xmlns:a="http://schemas.openxmlformats.org/drawingml/2006/main" xmlns:r="http://schemas.openxmlformats.org/officeDocument/2006/relationships" xmlns:p="http://schemas.openxmlformats.org/presentationml/2006/main">
  <p:tag name="AS_UNIQUEID" val="531"/>
</p:tagLst>
</file>

<file path=ppt/tags/tag264.xml><?xml version="1.0" encoding="utf-8"?>
<p:tagLst xmlns:a="http://schemas.openxmlformats.org/drawingml/2006/main" xmlns:r="http://schemas.openxmlformats.org/officeDocument/2006/relationships" xmlns:p="http://schemas.openxmlformats.org/presentationml/2006/main">
  <p:tag name="AS_UNIQUEID" val="532"/>
</p:tagLst>
</file>

<file path=ppt/tags/tag265.xml><?xml version="1.0" encoding="utf-8"?>
<p:tagLst xmlns:a="http://schemas.openxmlformats.org/drawingml/2006/main" xmlns:r="http://schemas.openxmlformats.org/officeDocument/2006/relationships" xmlns:p="http://schemas.openxmlformats.org/presentationml/2006/main">
  <p:tag name="AS_UNIQUEID" val="533"/>
</p:tagLst>
</file>

<file path=ppt/tags/tag266.xml><?xml version="1.0" encoding="utf-8"?>
<p:tagLst xmlns:a="http://schemas.openxmlformats.org/drawingml/2006/main" xmlns:r="http://schemas.openxmlformats.org/officeDocument/2006/relationships" xmlns:p="http://schemas.openxmlformats.org/presentationml/2006/main">
  <p:tag name="AS_UNIQUEID" val="534"/>
</p:tagLst>
</file>

<file path=ppt/tags/tag267.xml><?xml version="1.0" encoding="utf-8"?>
<p:tagLst xmlns:a="http://schemas.openxmlformats.org/drawingml/2006/main" xmlns:r="http://schemas.openxmlformats.org/officeDocument/2006/relationships" xmlns:p="http://schemas.openxmlformats.org/presentationml/2006/main">
  <p:tag name="AS_UNIQUEID" val="535"/>
</p:tagLst>
</file>

<file path=ppt/tags/tag268.xml><?xml version="1.0" encoding="utf-8"?>
<p:tagLst xmlns:a="http://schemas.openxmlformats.org/drawingml/2006/main" xmlns:r="http://schemas.openxmlformats.org/officeDocument/2006/relationships" xmlns:p="http://schemas.openxmlformats.org/presentationml/2006/main">
  <p:tag name="AS_UNIQUEID" val="536"/>
</p:tagLst>
</file>

<file path=ppt/tags/tag269.xml><?xml version="1.0" encoding="utf-8"?>
<p:tagLst xmlns:a="http://schemas.openxmlformats.org/drawingml/2006/main" xmlns:r="http://schemas.openxmlformats.org/officeDocument/2006/relationships" xmlns:p="http://schemas.openxmlformats.org/presentationml/2006/main">
  <p:tag name="AS_UNIQUEID" val="537"/>
</p:tagLst>
</file>

<file path=ppt/tags/tag270.xml><?xml version="1.0" encoding="utf-8"?>
<p:tagLst xmlns:a="http://schemas.openxmlformats.org/drawingml/2006/main" xmlns:r="http://schemas.openxmlformats.org/officeDocument/2006/relationships" xmlns:p="http://schemas.openxmlformats.org/presentationml/2006/main">
  <p:tag name="AS_UNIQUEID" val="538"/>
</p:tagLst>
</file>

<file path=ppt/tags/tag271.xml><?xml version="1.0" encoding="utf-8"?>
<p:tagLst xmlns:a="http://schemas.openxmlformats.org/drawingml/2006/main" xmlns:r="http://schemas.openxmlformats.org/officeDocument/2006/relationships" xmlns:p="http://schemas.openxmlformats.org/presentationml/2006/main">
  <p:tag name="AS_UNIQUEID" val="539"/>
</p:tagLst>
</file>

<file path=ppt/tags/tag272.xml><?xml version="1.0" encoding="utf-8"?>
<p:tagLst xmlns:a="http://schemas.openxmlformats.org/drawingml/2006/main" xmlns:r="http://schemas.openxmlformats.org/officeDocument/2006/relationships" xmlns:p="http://schemas.openxmlformats.org/presentationml/2006/main">
  <p:tag name="AS_UNIQUEID" val="540"/>
</p:tagLst>
</file>

<file path=ppt/tags/tag273.xml><?xml version="1.0" encoding="utf-8"?>
<p:tagLst xmlns:a="http://schemas.openxmlformats.org/drawingml/2006/main" xmlns:r="http://schemas.openxmlformats.org/officeDocument/2006/relationships" xmlns:p="http://schemas.openxmlformats.org/presentationml/2006/main">
  <p:tag name="AS_UNIQUEID" val="542"/>
</p:tagLst>
</file>

<file path=ppt/tags/tag274.xml><?xml version="1.0" encoding="utf-8"?>
<p:tagLst xmlns:a="http://schemas.openxmlformats.org/drawingml/2006/main" xmlns:r="http://schemas.openxmlformats.org/officeDocument/2006/relationships" xmlns:p="http://schemas.openxmlformats.org/presentationml/2006/main">
  <p:tag name="AS_UNIQUEID" val="543"/>
</p:tagLst>
</file>

<file path=ppt/tags/tag275.xml><?xml version="1.0" encoding="utf-8"?>
<p:tagLst xmlns:a="http://schemas.openxmlformats.org/drawingml/2006/main" xmlns:r="http://schemas.openxmlformats.org/officeDocument/2006/relationships" xmlns:p="http://schemas.openxmlformats.org/presentationml/2006/main">
  <p:tag name="AS_UNIQUEID" val="547"/>
</p:tagLst>
</file>

<file path=ppt/tags/tag276.xml><?xml version="1.0" encoding="utf-8"?>
<p:tagLst xmlns:a="http://schemas.openxmlformats.org/drawingml/2006/main" xmlns:r="http://schemas.openxmlformats.org/officeDocument/2006/relationships" xmlns:p="http://schemas.openxmlformats.org/presentationml/2006/main">
  <p:tag name="AS_UNIQUEID" val="548"/>
</p:tagLst>
</file>

<file path=ppt/tags/tag277.xml><?xml version="1.0" encoding="utf-8"?>
<p:tagLst xmlns:a="http://schemas.openxmlformats.org/drawingml/2006/main" xmlns:r="http://schemas.openxmlformats.org/officeDocument/2006/relationships" xmlns:p="http://schemas.openxmlformats.org/presentationml/2006/main">
  <p:tag name="AS_UNIQUEID" val="544"/>
</p:tagLst>
</file>

<file path=ppt/tags/tag278.xml><?xml version="1.0" encoding="utf-8"?>
<p:tagLst xmlns:a="http://schemas.openxmlformats.org/drawingml/2006/main" xmlns:r="http://schemas.openxmlformats.org/officeDocument/2006/relationships" xmlns:p="http://schemas.openxmlformats.org/presentationml/2006/main">
  <p:tag name="AS_UNIQUEID" val="545"/>
</p:tagLst>
</file>

<file path=ppt/tags/tag279.xml><?xml version="1.0" encoding="utf-8"?>
<p:tagLst xmlns:a="http://schemas.openxmlformats.org/drawingml/2006/main" xmlns:r="http://schemas.openxmlformats.org/officeDocument/2006/relationships" xmlns:p="http://schemas.openxmlformats.org/presentationml/2006/main">
  <p:tag name="AS_UNIQUEID" val="546"/>
</p:tagLst>
</file>

<file path=ppt/tags/tag280.xml><?xml version="1.0" encoding="utf-8"?>
<p:tagLst xmlns:a="http://schemas.openxmlformats.org/drawingml/2006/main" xmlns:r="http://schemas.openxmlformats.org/officeDocument/2006/relationships" xmlns:p="http://schemas.openxmlformats.org/presentationml/2006/main">
  <p:tag name="AS_UNIQUEID" val="550"/>
</p:tagLst>
</file>

<file path=ppt/tags/tag281.xml><?xml version="1.0" encoding="utf-8"?>
<p:tagLst xmlns:a="http://schemas.openxmlformats.org/drawingml/2006/main" xmlns:r="http://schemas.openxmlformats.org/officeDocument/2006/relationships" xmlns:p="http://schemas.openxmlformats.org/presentationml/2006/main">
  <p:tag name="AS_UNIQUEID" val="551"/>
</p:tagLst>
</file>

<file path=ppt/tags/tag282.xml><?xml version="1.0" encoding="utf-8"?>
<p:tagLst xmlns:a="http://schemas.openxmlformats.org/drawingml/2006/main" xmlns:r="http://schemas.openxmlformats.org/officeDocument/2006/relationships" xmlns:p="http://schemas.openxmlformats.org/presentationml/2006/main">
  <p:tag name="AS_UNIQUEID" val="2"/>
</p:tagLst>
</file>

<file path=ppt/tags/tag283.xml><?xml version="1.0" encoding="utf-8"?>
<p:tagLst xmlns:a="http://schemas.openxmlformats.org/drawingml/2006/main" xmlns:r="http://schemas.openxmlformats.org/officeDocument/2006/relationships" xmlns:p="http://schemas.openxmlformats.org/presentationml/2006/main">
  <p:tag name="AS_UNIQUEID" val="3"/>
</p:tagLst>
</file>

<file path=ppt/tags/tag284.xml><?xml version="1.0" encoding="utf-8"?>
<p:tagLst xmlns:a="http://schemas.openxmlformats.org/drawingml/2006/main" xmlns:r="http://schemas.openxmlformats.org/officeDocument/2006/relationships" xmlns:p="http://schemas.openxmlformats.org/presentationml/2006/main">
  <p:tag name="AS_UNIQUEID" val="4"/>
</p:tagLst>
</file>

<file path=ppt/tags/tag285.xml><?xml version="1.0" encoding="utf-8"?>
<p:tagLst xmlns:a="http://schemas.openxmlformats.org/drawingml/2006/main" xmlns:r="http://schemas.openxmlformats.org/officeDocument/2006/relationships" xmlns:p="http://schemas.openxmlformats.org/presentationml/2006/main">
  <p:tag name="AS_UNIQUEID" val="5"/>
</p:tagLst>
</file>

<file path=ppt/tags/tag286.xml><?xml version="1.0" encoding="utf-8"?>
<p:tagLst xmlns:a="http://schemas.openxmlformats.org/drawingml/2006/main" xmlns:r="http://schemas.openxmlformats.org/officeDocument/2006/relationships" xmlns:p="http://schemas.openxmlformats.org/presentationml/2006/main">
  <p:tag name="AS_UNIQUEID" val="6"/>
</p:tagLst>
</file>

<file path=ppt/tags/tag287.xml><?xml version="1.0" encoding="utf-8"?>
<p:tagLst xmlns:a="http://schemas.openxmlformats.org/drawingml/2006/main" xmlns:r="http://schemas.openxmlformats.org/officeDocument/2006/relationships" xmlns:p="http://schemas.openxmlformats.org/presentationml/2006/main">
  <p:tag name="AS_UNIQUEID" val="7"/>
</p:tagLst>
</file>

<file path=ppt/tags/tag288.xml><?xml version="1.0" encoding="utf-8"?>
<p:tagLst xmlns:a="http://schemas.openxmlformats.org/drawingml/2006/main" xmlns:r="http://schemas.openxmlformats.org/officeDocument/2006/relationships" xmlns:p="http://schemas.openxmlformats.org/presentationml/2006/main">
  <p:tag name="AS_UNIQUEID" val="8"/>
</p:tagLst>
</file>

<file path=ppt/tags/tag289.xml><?xml version="1.0" encoding="utf-8"?>
<p:tagLst xmlns:a="http://schemas.openxmlformats.org/drawingml/2006/main" xmlns:r="http://schemas.openxmlformats.org/officeDocument/2006/relationships" xmlns:p="http://schemas.openxmlformats.org/presentationml/2006/main">
  <p:tag name="AS_UNIQUEID" val="17"/>
</p:tagLst>
</file>

<file path=ppt/tags/tag290.xml><?xml version="1.0" encoding="utf-8"?>
<p:tagLst xmlns:a="http://schemas.openxmlformats.org/drawingml/2006/main" xmlns:r="http://schemas.openxmlformats.org/officeDocument/2006/relationships" xmlns:p="http://schemas.openxmlformats.org/presentationml/2006/main">
  <p:tag name="AS_UNIQUEID" val="18"/>
</p:tagLst>
</file>

<file path=ppt/tags/tag291.xml><?xml version="1.0" encoding="utf-8"?>
<p:tagLst xmlns:a="http://schemas.openxmlformats.org/drawingml/2006/main" xmlns:r="http://schemas.openxmlformats.org/officeDocument/2006/relationships" xmlns:p="http://schemas.openxmlformats.org/presentationml/2006/main">
  <p:tag name="AS_UNIQUEID" val="19"/>
</p:tagLst>
</file>

<file path=ppt/tags/tag292.xml><?xml version="1.0" encoding="utf-8"?>
<p:tagLst xmlns:a="http://schemas.openxmlformats.org/drawingml/2006/main" xmlns:r="http://schemas.openxmlformats.org/officeDocument/2006/relationships" xmlns:p="http://schemas.openxmlformats.org/presentationml/2006/main">
  <p:tag name="AS_UNIQUEID" val="21"/>
</p:tagLst>
</file>

<file path=ppt/tags/tag293.xml><?xml version="1.0" encoding="utf-8"?>
<p:tagLst xmlns:a="http://schemas.openxmlformats.org/drawingml/2006/main" xmlns:r="http://schemas.openxmlformats.org/officeDocument/2006/relationships" xmlns:p="http://schemas.openxmlformats.org/presentationml/2006/main">
  <p:tag name="AS_UNIQUEID" val="22"/>
</p:tagLst>
</file>

<file path=ppt/tags/tag294.xml><?xml version="1.0" encoding="utf-8"?>
<p:tagLst xmlns:a="http://schemas.openxmlformats.org/drawingml/2006/main" xmlns:r="http://schemas.openxmlformats.org/officeDocument/2006/relationships" xmlns:p="http://schemas.openxmlformats.org/presentationml/2006/main">
  <p:tag name="AS_UNIQUEID" val="9"/>
</p:tagLst>
</file>

<file path=ppt/tags/tag295.xml><?xml version="1.0" encoding="utf-8"?>
<p:tagLst xmlns:a="http://schemas.openxmlformats.org/drawingml/2006/main" xmlns:r="http://schemas.openxmlformats.org/officeDocument/2006/relationships" xmlns:p="http://schemas.openxmlformats.org/presentationml/2006/main">
  <p:tag name="AS_UNIQUEID" val="16"/>
</p:tagLst>
</file>

<file path=ppt/tags/tag296.xml><?xml version="1.0" encoding="utf-8"?>
<p:tagLst xmlns:a="http://schemas.openxmlformats.org/drawingml/2006/main" xmlns:r="http://schemas.openxmlformats.org/officeDocument/2006/relationships" xmlns:p="http://schemas.openxmlformats.org/presentationml/2006/main">
  <p:tag name="AS_UNIQUEID" val="10"/>
</p:tagLst>
</file>

<file path=ppt/tags/tag297.xml><?xml version="1.0" encoding="utf-8"?>
<p:tagLst xmlns:a="http://schemas.openxmlformats.org/drawingml/2006/main" xmlns:r="http://schemas.openxmlformats.org/officeDocument/2006/relationships" xmlns:p="http://schemas.openxmlformats.org/presentationml/2006/main">
  <p:tag name="AS_UNIQUEID" val="13"/>
</p:tagLst>
</file>

<file path=ppt/tags/tag298.xml><?xml version="1.0" encoding="utf-8"?>
<p:tagLst xmlns:a="http://schemas.openxmlformats.org/drawingml/2006/main" xmlns:r="http://schemas.openxmlformats.org/officeDocument/2006/relationships" xmlns:p="http://schemas.openxmlformats.org/presentationml/2006/main">
  <p:tag name="AS_UNIQUEID" val="14"/>
</p:tagLst>
</file>

<file path=ppt/tags/tag299.xml><?xml version="1.0" encoding="utf-8"?>
<p:tagLst xmlns:a="http://schemas.openxmlformats.org/drawingml/2006/main" xmlns:r="http://schemas.openxmlformats.org/officeDocument/2006/relationships" xmlns:p="http://schemas.openxmlformats.org/presentationml/2006/main">
  <p:tag name="AS_UNIQUEID" val="15"/>
</p:tagLst>
</file>

<file path=ppt/tags/tag300.xml><?xml version="1.0" encoding="utf-8"?>
<p:tagLst xmlns:a="http://schemas.openxmlformats.org/drawingml/2006/main" xmlns:r="http://schemas.openxmlformats.org/officeDocument/2006/relationships" xmlns:p="http://schemas.openxmlformats.org/presentationml/2006/main">
  <p:tag name="AS_UNIQUEID" val="11"/>
</p:tagLst>
</file>

<file path=ppt/tags/tag301.xml><?xml version="1.0" encoding="utf-8"?>
<p:tagLst xmlns:a="http://schemas.openxmlformats.org/drawingml/2006/main" xmlns:r="http://schemas.openxmlformats.org/officeDocument/2006/relationships" xmlns:p="http://schemas.openxmlformats.org/presentationml/2006/main">
  <p:tag name="AS_UNIQUEID" val="12"/>
</p:tagLst>
</file>

<file path=ppt/tags/tag302.xml><?xml version="1.0" encoding="utf-8"?>
<p:tagLst xmlns:a="http://schemas.openxmlformats.org/drawingml/2006/main" xmlns:r="http://schemas.openxmlformats.org/officeDocument/2006/relationships" xmlns:p="http://schemas.openxmlformats.org/presentationml/2006/main">
  <p:tag name="AS_UNIQUEID" val="24"/>
</p:tagLst>
</file>

<file path=ppt/tags/tag303.xml><?xml version="1.0" encoding="utf-8"?>
<p:tagLst xmlns:a="http://schemas.openxmlformats.org/drawingml/2006/main" xmlns:r="http://schemas.openxmlformats.org/officeDocument/2006/relationships" xmlns:p="http://schemas.openxmlformats.org/presentationml/2006/main">
  <p:tag name="AS_UNIQUEID" val="25"/>
</p:tagLst>
</file>

<file path=ppt/tags/tag304.xml><?xml version="1.0" encoding="utf-8"?>
<p:tagLst xmlns:a="http://schemas.openxmlformats.org/drawingml/2006/main" xmlns:r="http://schemas.openxmlformats.org/officeDocument/2006/relationships" xmlns:p="http://schemas.openxmlformats.org/presentationml/2006/main">
  <p:tag name="AS_UNIQUEID" val="26"/>
</p:tagLst>
</file>

<file path=ppt/tags/tag305.xml><?xml version="1.0" encoding="utf-8"?>
<p:tagLst xmlns:a="http://schemas.openxmlformats.org/drawingml/2006/main" xmlns:r="http://schemas.openxmlformats.org/officeDocument/2006/relationships" xmlns:p="http://schemas.openxmlformats.org/presentationml/2006/main">
  <p:tag name="AS_UNIQUEID" val="27"/>
</p:tagLst>
</file>

<file path=ppt/tags/tag306.xml><?xml version="1.0" encoding="utf-8"?>
<p:tagLst xmlns:a="http://schemas.openxmlformats.org/drawingml/2006/main" xmlns:r="http://schemas.openxmlformats.org/officeDocument/2006/relationships" xmlns:p="http://schemas.openxmlformats.org/presentationml/2006/main">
  <p:tag name="AS_UNIQUEID" val="28"/>
</p:tagLst>
</file>

<file path=ppt/tags/tag307.xml><?xml version="1.0" encoding="utf-8"?>
<p:tagLst xmlns:a="http://schemas.openxmlformats.org/drawingml/2006/main" xmlns:r="http://schemas.openxmlformats.org/officeDocument/2006/relationships" xmlns:p="http://schemas.openxmlformats.org/presentationml/2006/main">
  <p:tag name="AS_UNIQUEID" val="29"/>
</p:tagLst>
</file>

<file path=ppt/tags/tag308.xml><?xml version="1.0" encoding="utf-8"?>
<p:tagLst xmlns:a="http://schemas.openxmlformats.org/drawingml/2006/main" xmlns:r="http://schemas.openxmlformats.org/officeDocument/2006/relationships" xmlns:p="http://schemas.openxmlformats.org/presentationml/2006/main">
  <p:tag name="AS_UNIQUEID" val="30"/>
</p:tagLst>
</file>

<file path=ppt/tags/tag309.xml><?xml version="1.0" encoding="utf-8"?>
<p:tagLst xmlns:a="http://schemas.openxmlformats.org/drawingml/2006/main" xmlns:r="http://schemas.openxmlformats.org/officeDocument/2006/relationships" xmlns:p="http://schemas.openxmlformats.org/presentationml/2006/main">
  <p:tag name="AS_UNIQUEID" val="31"/>
</p:tagLst>
</file>

<file path=ppt/tags/tag310.xml><?xml version="1.0" encoding="utf-8"?>
<p:tagLst xmlns:a="http://schemas.openxmlformats.org/drawingml/2006/main" xmlns:r="http://schemas.openxmlformats.org/officeDocument/2006/relationships" xmlns:p="http://schemas.openxmlformats.org/presentationml/2006/main">
  <p:tag name="AS_UNIQUEID" val="33"/>
</p:tagLst>
</file>

<file path=ppt/tags/tag311.xml><?xml version="1.0" encoding="utf-8"?>
<p:tagLst xmlns:a="http://schemas.openxmlformats.org/drawingml/2006/main" xmlns:r="http://schemas.openxmlformats.org/officeDocument/2006/relationships" xmlns:p="http://schemas.openxmlformats.org/presentationml/2006/main">
  <p:tag name="AS_UNIQUEID" val="34"/>
</p:tagLst>
</file>

<file path=ppt/tags/tag312.xml><?xml version="1.0" encoding="utf-8"?>
<p:tagLst xmlns:a="http://schemas.openxmlformats.org/drawingml/2006/main" xmlns:r="http://schemas.openxmlformats.org/officeDocument/2006/relationships" xmlns:p="http://schemas.openxmlformats.org/presentationml/2006/main">
  <p:tag name="AS_UNIQUEID" val="35"/>
</p:tagLst>
</file>

<file path=ppt/tags/tag313.xml><?xml version="1.0" encoding="utf-8"?>
<p:tagLst xmlns:a="http://schemas.openxmlformats.org/drawingml/2006/main" xmlns:r="http://schemas.openxmlformats.org/officeDocument/2006/relationships" xmlns:p="http://schemas.openxmlformats.org/presentationml/2006/main">
  <p:tag name="AS_UNIQUEID" val="36"/>
</p:tagLst>
</file>

<file path=ppt/tags/tag314.xml><?xml version="1.0" encoding="utf-8"?>
<p:tagLst xmlns:a="http://schemas.openxmlformats.org/drawingml/2006/main" xmlns:r="http://schemas.openxmlformats.org/officeDocument/2006/relationships" xmlns:p="http://schemas.openxmlformats.org/presentationml/2006/main">
  <p:tag name="AS_UNIQUEID" val="37"/>
</p:tagLst>
</file>

<file path=ppt/tags/tag315.xml><?xml version="1.0" encoding="utf-8"?>
<p:tagLst xmlns:a="http://schemas.openxmlformats.org/drawingml/2006/main" xmlns:r="http://schemas.openxmlformats.org/officeDocument/2006/relationships" xmlns:p="http://schemas.openxmlformats.org/presentationml/2006/main">
  <p:tag name="AS_UNIQUEID" val="38"/>
</p:tagLst>
</file>

<file path=ppt/tags/tag316.xml><?xml version="1.0" encoding="utf-8"?>
<p:tagLst xmlns:a="http://schemas.openxmlformats.org/drawingml/2006/main" xmlns:r="http://schemas.openxmlformats.org/officeDocument/2006/relationships" xmlns:p="http://schemas.openxmlformats.org/presentationml/2006/main">
  <p:tag name="AS_UNIQUEID" val="39"/>
</p:tagLst>
</file>

<file path=ppt/tags/tag317.xml><?xml version="1.0" encoding="utf-8"?>
<p:tagLst xmlns:a="http://schemas.openxmlformats.org/drawingml/2006/main" xmlns:r="http://schemas.openxmlformats.org/officeDocument/2006/relationships" xmlns:p="http://schemas.openxmlformats.org/presentationml/2006/main">
  <p:tag name="AS_UNIQUEID" val="40"/>
</p:tagLst>
</file>

<file path=ppt/tags/tag318.xml><?xml version="1.0" encoding="utf-8"?>
<p:tagLst xmlns:a="http://schemas.openxmlformats.org/drawingml/2006/main" xmlns:r="http://schemas.openxmlformats.org/officeDocument/2006/relationships" xmlns:p="http://schemas.openxmlformats.org/presentationml/2006/main">
  <p:tag name="AS_UNIQUEID" val="41"/>
</p:tagLst>
</file>

<file path=ppt/tags/tag319.xml><?xml version="1.0" encoding="utf-8"?>
<p:tagLst xmlns:a="http://schemas.openxmlformats.org/drawingml/2006/main" xmlns:r="http://schemas.openxmlformats.org/officeDocument/2006/relationships" xmlns:p="http://schemas.openxmlformats.org/presentationml/2006/main">
  <p:tag name="AS_UNIQUEID" val="43"/>
</p:tagLst>
</file>

<file path=ppt/tags/tag320.xml><?xml version="1.0" encoding="utf-8"?>
<p:tagLst xmlns:a="http://schemas.openxmlformats.org/drawingml/2006/main" xmlns:r="http://schemas.openxmlformats.org/officeDocument/2006/relationships" xmlns:p="http://schemas.openxmlformats.org/presentationml/2006/main">
  <p:tag name="AS_UNIQUEID" val="44"/>
</p:tagLst>
</file>

<file path=ppt/tags/tag321.xml><?xml version="1.0" encoding="utf-8"?>
<p:tagLst xmlns:a="http://schemas.openxmlformats.org/drawingml/2006/main" xmlns:r="http://schemas.openxmlformats.org/officeDocument/2006/relationships" xmlns:p="http://schemas.openxmlformats.org/presentationml/2006/main">
  <p:tag name="AS_UNIQUEID" val="45"/>
</p:tagLst>
</file>

<file path=ppt/tags/tag322.xml><?xml version="1.0" encoding="utf-8"?>
<p:tagLst xmlns:a="http://schemas.openxmlformats.org/drawingml/2006/main" xmlns:r="http://schemas.openxmlformats.org/officeDocument/2006/relationships" xmlns:p="http://schemas.openxmlformats.org/presentationml/2006/main">
  <p:tag name="AS_UNIQUEID" val="48"/>
</p:tagLst>
</file>

<file path=ppt/tags/tag323.xml><?xml version="1.0" encoding="utf-8"?>
<p:tagLst xmlns:a="http://schemas.openxmlformats.org/drawingml/2006/main" xmlns:r="http://schemas.openxmlformats.org/officeDocument/2006/relationships" xmlns:p="http://schemas.openxmlformats.org/presentationml/2006/main">
  <p:tag name="AS_UNIQUEID" val="49"/>
</p:tagLst>
</file>

<file path=ppt/tags/tag324.xml><?xml version="1.0" encoding="utf-8"?>
<p:tagLst xmlns:a="http://schemas.openxmlformats.org/drawingml/2006/main" xmlns:r="http://schemas.openxmlformats.org/officeDocument/2006/relationships" xmlns:p="http://schemas.openxmlformats.org/presentationml/2006/main">
  <p:tag name="AS_UNIQUEID" val="50"/>
</p:tagLst>
</file>

<file path=ppt/tags/tag325.xml><?xml version="1.0" encoding="utf-8"?>
<p:tagLst xmlns:a="http://schemas.openxmlformats.org/drawingml/2006/main" xmlns:r="http://schemas.openxmlformats.org/officeDocument/2006/relationships" xmlns:p="http://schemas.openxmlformats.org/presentationml/2006/main">
  <p:tag name="AS_UNIQUEID" val="51"/>
</p:tagLst>
</file>

<file path=ppt/tags/tag326.xml><?xml version="1.0" encoding="utf-8"?>
<p:tagLst xmlns:a="http://schemas.openxmlformats.org/drawingml/2006/main" xmlns:r="http://schemas.openxmlformats.org/officeDocument/2006/relationships" xmlns:p="http://schemas.openxmlformats.org/presentationml/2006/main">
  <p:tag name="AS_UNIQUEID" val="52"/>
</p:tagLst>
</file>

<file path=ppt/tags/tag327.xml><?xml version="1.0" encoding="utf-8"?>
<p:tagLst xmlns:a="http://schemas.openxmlformats.org/drawingml/2006/main" xmlns:r="http://schemas.openxmlformats.org/officeDocument/2006/relationships" xmlns:p="http://schemas.openxmlformats.org/presentationml/2006/main">
  <p:tag name="AS_UNIQUEID" val="53"/>
</p:tagLst>
</file>

<file path=ppt/tags/tag328.xml><?xml version="1.0" encoding="utf-8"?>
<p:tagLst xmlns:a="http://schemas.openxmlformats.org/drawingml/2006/main" xmlns:r="http://schemas.openxmlformats.org/officeDocument/2006/relationships" xmlns:p="http://schemas.openxmlformats.org/presentationml/2006/main">
  <p:tag name="AS_UNIQUEID" val="54"/>
</p:tagLst>
</file>

<file path=ppt/tags/tag329.xml><?xml version="1.0" encoding="utf-8"?>
<p:tagLst xmlns:a="http://schemas.openxmlformats.org/drawingml/2006/main" xmlns:r="http://schemas.openxmlformats.org/officeDocument/2006/relationships" xmlns:p="http://schemas.openxmlformats.org/presentationml/2006/main">
  <p:tag name="AS_UNIQUEID" val="55"/>
</p:tagLst>
</file>

<file path=ppt/tags/tag330.xml><?xml version="1.0" encoding="utf-8"?>
<p:tagLst xmlns:a="http://schemas.openxmlformats.org/drawingml/2006/main" xmlns:r="http://schemas.openxmlformats.org/officeDocument/2006/relationships" xmlns:p="http://schemas.openxmlformats.org/presentationml/2006/main">
  <p:tag name="AS_UNIQUEID" val="46"/>
</p:tagLst>
</file>

<file path=ppt/tags/tag331.xml><?xml version="1.0" encoding="utf-8"?>
<p:tagLst xmlns:a="http://schemas.openxmlformats.org/drawingml/2006/main" xmlns:r="http://schemas.openxmlformats.org/officeDocument/2006/relationships" xmlns:p="http://schemas.openxmlformats.org/presentationml/2006/main">
  <p:tag name="AS_UNIQUEID" val="47"/>
</p:tagLst>
</file>

<file path=ppt/tags/tag332.xml><?xml version="1.0" encoding="utf-8"?>
<p:tagLst xmlns:a="http://schemas.openxmlformats.org/drawingml/2006/main" xmlns:r="http://schemas.openxmlformats.org/officeDocument/2006/relationships" xmlns:p="http://schemas.openxmlformats.org/presentationml/2006/main">
  <p:tag name="AS_UNIQUEID" val="66"/>
</p:tagLst>
</file>

<file path=ppt/tags/tag333.xml><?xml version="1.0" encoding="utf-8"?>
<p:tagLst xmlns:a="http://schemas.openxmlformats.org/drawingml/2006/main" xmlns:r="http://schemas.openxmlformats.org/officeDocument/2006/relationships" xmlns:p="http://schemas.openxmlformats.org/presentationml/2006/main">
  <p:tag name="AS_UNIQUEID" val="44"/>
</p:tagLst>
</file>

<file path=ppt/tags/tag334.xml><?xml version="1.0" encoding="utf-8"?>
<p:tagLst xmlns:a="http://schemas.openxmlformats.org/drawingml/2006/main" xmlns:r="http://schemas.openxmlformats.org/officeDocument/2006/relationships" xmlns:p="http://schemas.openxmlformats.org/presentationml/2006/main">
  <p:tag name="AS_UNIQUEID" val="45"/>
</p:tagLst>
</file>

<file path=ppt/tags/tag335.xml><?xml version="1.0" encoding="utf-8"?>
<p:tagLst xmlns:a="http://schemas.openxmlformats.org/drawingml/2006/main" xmlns:r="http://schemas.openxmlformats.org/officeDocument/2006/relationships" xmlns:p="http://schemas.openxmlformats.org/presentationml/2006/main">
  <p:tag name="AS_UNIQUEID" val="48"/>
</p:tagLst>
</file>

<file path=ppt/tags/tag336.xml><?xml version="1.0" encoding="utf-8"?>
<p:tagLst xmlns:a="http://schemas.openxmlformats.org/drawingml/2006/main" xmlns:r="http://schemas.openxmlformats.org/officeDocument/2006/relationships" xmlns:p="http://schemas.openxmlformats.org/presentationml/2006/main">
  <p:tag name="AS_UNIQUEID" val="49"/>
</p:tagLst>
</file>

<file path=ppt/tags/tag337.xml><?xml version="1.0" encoding="utf-8"?>
<p:tagLst xmlns:a="http://schemas.openxmlformats.org/drawingml/2006/main" xmlns:r="http://schemas.openxmlformats.org/officeDocument/2006/relationships" xmlns:p="http://schemas.openxmlformats.org/presentationml/2006/main">
  <p:tag name="AS_UNIQUEID" val="50"/>
</p:tagLst>
</file>

<file path=ppt/tags/tag338.xml><?xml version="1.0" encoding="utf-8"?>
<p:tagLst xmlns:a="http://schemas.openxmlformats.org/drawingml/2006/main" xmlns:r="http://schemas.openxmlformats.org/officeDocument/2006/relationships" xmlns:p="http://schemas.openxmlformats.org/presentationml/2006/main">
  <p:tag name="AS_UNIQUEID" val="7"/>
</p:tagLst>
</file>

<file path=ppt/tags/tag339.xml><?xml version="1.0" encoding="utf-8"?>
<p:tagLst xmlns:a="http://schemas.openxmlformats.org/drawingml/2006/main" xmlns:r="http://schemas.openxmlformats.org/officeDocument/2006/relationships" xmlns:p="http://schemas.openxmlformats.org/presentationml/2006/main">
  <p:tag name="AS_UNIQUEID" val="46"/>
</p:tagLst>
</file>

<file path=ppt/tags/tag340.xml><?xml version="1.0" encoding="utf-8"?>
<p:tagLst xmlns:a="http://schemas.openxmlformats.org/drawingml/2006/main" xmlns:r="http://schemas.openxmlformats.org/officeDocument/2006/relationships" xmlns:p="http://schemas.openxmlformats.org/presentationml/2006/main">
  <p:tag name="AS_UNIQUEID" val="47"/>
</p:tagLst>
</file>

<file path=ppt/tags/tag341.xml><?xml version="1.0" encoding="utf-8"?>
<p:tagLst xmlns:a="http://schemas.openxmlformats.org/drawingml/2006/main" xmlns:r="http://schemas.openxmlformats.org/officeDocument/2006/relationships" xmlns:p="http://schemas.openxmlformats.org/presentationml/2006/main">
  <p:tag name="AS_UNIQUEID" val="69"/>
</p:tagLst>
</file>

<file path=ppt/tags/tag342.xml><?xml version="1.0" encoding="utf-8"?>
<p:tagLst xmlns:a="http://schemas.openxmlformats.org/drawingml/2006/main" xmlns:r="http://schemas.openxmlformats.org/officeDocument/2006/relationships" xmlns:p="http://schemas.openxmlformats.org/presentationml/2006/main">
  <p:tag name="AS_UNIQUEID" val="70"/>
</p:tagLst>
</file>

<file path=ppt/tags/tag343.xml><?xml version="1.0" encoding="utf-8"?>
<p:tagLst xmlns:a="http://schemas.openxmlformats.org/drawingml/2006/main" xmlns:r="http://schemas.openxmlformats.org/officeDocument/2006/relationships" xmlns:p="http://schemas.openxmlformats.org/presentationml/2006/main">
  <p:tag name="AS_UNIQUEID" val="71"/>
</p:tagLst>
</file>

<file path=ppt/tags/tag344.xml><?xml version="1.0" encoding="utf-8"?>
<p:tagLst xmlns:a="http://schemas.openxmlformats.org/drawingml/2006/main" xmlns:r="http://schemas.openxmlformats.org/officeDocument/2006/relationships" xmlns:p="http://schemas.openxmlformats.org/presentationml/2006/main">
  <p:tag name="AS_UNIQUEID" val="74"/>
</p:tagLst>
</file>

<file path=ppt/tags/tag345.xml><?xml version="1.0" encoding="utf-8"?>
<p:tagLst xmlns:a="http://schemas.openxmlformats.org/drawingml/2006/main" xmlns:r="http://schemas.openxmlformats.org/officeDocument/2006/relationships" xmlns:p="http://schemas.openxmlformats.org/presentationml/2006/main">
  <p:tag name="AS_UNIQUEID" val="75"/>
</p:tagLst>
</file>

<file path=ppt/tags/tag346.xml><?xml version="1.0" encoding="utf-8"?>
<p:tagLst xmlns:a="http://schemas.openxmlformats.org/drawingml/2006/main" xmlns:r="http://schemas.openxmlformats.org/officeDocument/2006/relationships" xmlns:p="http://schemas.openxmlformats.org/presentationml/2006/main">
  <p:tag name="AS_UNIQUEID" val="76"/>
</p:tagLst>
</file>

<file path=ppt/tags/tag347.xml><?xml version="1.0" encoding="utf-8"?>
<p:tagLst xmlns:a="http://schemas.openxmlformats.org/drawingml/2006/main" xmlns:r="http://schemas.openxmlformats.org/officeDocument/2006/relationships" xmlns:p="http://schemas.openxmlformats.org/presentationml/2006/main">
  <p:tag name="AS_UNIQUEID" val="77"/>
</p:tagLst>
</file>

<file path=ppt/tags/tag348.xml><?xml version="1.0" encoding="utf-8"?>
<p:tagLst xmlns:a="http://schemas.openxmlformats.org/drawingml/2006/main" xmlns:r="http://schemas.openxmlformats.org/officeDocument/2006/relationships" xmlns:p="http://schemas.openxmlformats.org/presentationml/2006/main">
  <p:tag name="AS_UNIQUEID" val="80"/>
</p:tagLst>
</file>

<file path=ppt/tags/tag349.xml><?xml version="1.0" encoding="utf-8"?>
<p:tagLst xmlns:a="http://schemas.openxmlformats.org/drawingml/2006/main" xmlns:r="http://schemas.openxmlformats.org/officeDocument/2006/relationships" xmlns:p="http://schemas.openxmlformats.org/presentationml/2006/main">
  <p:tag name="AS_UNIQUEID" val="81"/>
</p:tagLst>
</file>

<file path=ppt/tags/tag350.xml><?xml version="1.0" encoding="utf-8"?>
<p:tagLst xmlns:a="http://schemas.openxmlformats.org/drawingml/2006/main" xmlns:r="http://schemas.openxmlformats.org/officeDocument/2006/relationships" xmlns:p="http://schemas.openxmlformats.org/presentationml/2006/main">
  <p:tag name="AS_UNIQUEID" val="82"/>
</p:tagLst>
</file>

<file path=ppt/tags/tag351.xml><?xml version="1.0" encoding="utf-8"?>
<p:tagLst xmlns:a="http://schemas.openxmlformats.org/drawingml/2006/main" xmlns:r="http://schemas.openxmlformats.org/officeDocument/2006/relationships" xmlns:p="http://schemas.openxmlformats.org/presentationml/2006/main">
  <p:tag name="AS_UNIQUEID" val="85"/>
</p:tagLst>
</file>

<file path=ppt/tags/tag352.xml><?xml version="1.0" encoding="utf-8"?>
<p:tagLst xmlns:a="http://schemas.openxmlformats.org/drawingml/2006/main" xmlns:r="http://schemas.openxmlformats.org/officeDocument/2006/relationships" xmlns:p="http://schemas.openxmlformats.org/presentationml/2006/main">
  <p:tag name="AS_UNIQUEID" val="88"/>
</p:tagLst>
</file>

<file path=ppt/tags/tag353.xml><?xml version="1.0" encoding="utf-8"?>
<p:tagLst xmlns:a="http://schemas.openxmlformats.org/drawingml/2006/main" xmlns:r="http://schemas.openxmlformats.org/officeDocument/2006/relationships" xmlns:p="http://schemas.openxmlformats.org/presentationml/2006/main">
  <p:tag name="AS_UNIQUEID" val="91"/>
</p:tagLst>
</file>

<file path=ppt/tags/tag354.xml><?xml version="1.0" encoding="utf-8"?>
<p:tagLst xmlns:a="http://schemas.openxmlformats.org/drawingml/2006/main" xmlns:r="http://schemas.openxmlformats.org/officeDocument/2006/relationships" xmlns:p="http://schemas.openxmlformats.org/presentationml/2006/main">
  <p:tag name="AS_UNIQUEID" val="92"/>
</p:tagLst>
</file>

<file path=ppt/tags/tag355.xml><?xml version="1.0" encoding="utf-8"?>
<p:tagLst xmlns:a="http://schemas.openxmlformats.org/drawingml/2006/main" xmlns:r="http://schemas.openxmlformats.org/officeDocument/2006/relationships" xmlns:p="http://schemas.openxmlformats.org/presentationml/2006/main">
  <p:tag name="AS_UNIQUEID" val="93"/>
</p:tagLst>
</file>

<file path=ppt/tags/tag356.xml><?xml version="1.0" encoding="utf-8"?>
<p:tagLst xmlns:a="http://schemas.openxmlformats.org/drawingml/2006/main" xmlns:r="http://schemas.openxmlformats.org/officeDocument/2006/relationships" xmlns:p="http://schemas.openxmlformats.org/presentationml/2006/main">
  <p:tag name="AS_UNIQUEID" val="89"/>
</p:tagLst>
</file>

<file path=ppt/tags/tag357.xml><?xml version="1.0" encoding="utf-8"?>
<p:tagLst xmlns:a="http://schemas.openxmlformats.org/drawingml/2006/main" xmlns:r="http://schemas.openxmlformats.org/officeDocument/2006/relationships" xmlns:p="http://schemas.openxmlformats.org/presentationml/2006/main">
  <p:tag name="AS_UNIQUEID" val="90"/>
</p:tagLst>
</file>

<file path=ppt/tags/tag358.xml><?xml version="1.0" encoding="utf-8"?>
<p:tagLst xmlns:a="http://schemas.openxmlformats.org/drawingml/2006/main" xmlns:r="http://schemas.openxmlformats.org/officeDocument/2006/relationships" xmlns:p="http://schemas.openxmlformats.org/presentationml/2006/main">
  <p:tag name="AS_UNIQUEID" val="86"/>
</p:tagLst>
</file>

<file path=ppt/tags/tag359.xml><?xml version="1.0" encoding="utf-8"?>
<p:tagLst xmlns:a="http://schemas.openxmlformats.org/drawingml/2006/main" xmlns:r="http://schemas.openxmlformats.org/officeDocument/2006/relationships" xmlns:p="http://schemas.openxmlformats.org/presentationml/2006/main">
  <p:tag name="AS_UNIQUEID" val="87"/>
</p:tagLst>
</file>

<file path=ppt/tags/tag360.xml><?xml version="1.0" encoding="utf-8"?>
<p:tagLst xmlns:a="http://schemas.openxmlformats.org/drawingml/2006/main" xmlns:r="http://schemas.openxmlformats.org/officeDocument/2006/relationships" xmlns:p="http://schemas.openxmlformats.org/presentationml/2006/main">
  <p:tag name="AS_UNIQUEID" val="83"/>
</p:tagLst>
</file>

<file path=ppt/tags/tag361.xml><?xml version="1.0" encoding="utf-8"?>
<p:tagLst xmlns:a="http://schemas.openxmlformats.org/drawingml/2006/main" xmlns:r="http://schemas.openxmlformats.org/officeDocument/2006/relationships" xmlns:p="http://schemas.openxmlformats.org/presentationml/2006/main">
  <p:tag name="AS_UNIQUEID" val="84"/>
</p:tagLst>
</file>

<file path=ppt/tags/tag362.xml><?xml version="1.0" encoding="utf-8"?>
<p:tagLst xmlns:a="http://schemas.openxmlformats.org/drawingml/2006/main" xmlns:r="http://schemas.openxmlformats.org/officeDocument/2006/relationships" xmlns:p="http://schemas.openxmlformats.org/presentationml/2006/main">
  <p:tag name="AS_UNIQUEID" val="78"/>
</p:tagLst>
</file>

<file path=ppt/tags/tag363.xml><?xml version="1.0" encoding="utf-8"?>
<p:tagLst xmlns:a="http://schemas.openxmlformats.org/drawingml/2006/main" xmlns:r="http://schemas.openxmlformats.org/officeDocument/2006/relationships" xmlns:p="http://schemas.openxmlformats.org/presentationml/2006/main">
  <p:tag name="AS_UNIQUEID" val="79"/>
</p:tagLst>
</file>

<file path=ppt/tags/tag364.xml><?xml version="1.0" encoding="utf-8"?>
<p:tagLst xmlns:a="http://schemas.openxmlformats.org/drawingml/2006/main" xmlns:r="http://schemas.openxmlformats.org/officeDocument/2006/relationships" xmlns:p="http://schemas.openxmlformats.org/presentationml/2006/main">
  <p:tag name="AS_UNIQUEID" val="72"/>
</p:tagLst>
</file>

<file path=ppt/tags/tag365.xml><?xml version="1.0" encoding="utf-8"?>
<p:tagLst xmlns:a="http://schemas.openxmlformats.org/drawingml/2006/main" xmlns:r="http://schemas.openxmlformats.org/officeDocument/2006/relationships" xmlns:p="http://schemas.openxmlformats.org/presentationml/2006/main">
  <p:tag name="AS_UNIQUEID" val="73"/>
</p:tagLst>
</file>

<file path=ppt/tags/tag366.xml><?xml version="1.0" encoding="utf-8"?>
<p:tagLst xmlns:a="http://schemas.openxmlformats.org/drawingml/2006/main" xmlns:r="http://schemas.openxmlformats.org/officeDocument/2006/relationships" xmlns:p="http://schemas.openxmlformats.org/presentationml/2006/main">
  <p:tag name="AS_UNIQUEID" val="96"/>
</p:tagLst>
</file>

<file path=ppt/tags/tag367.xml><?xml version="1.0" encoding="utf-8"?>
<p:tagLst xmlns:a="http://schemas.openxmlformats.org/drawingml/2006/main" xmlns:r="http://schemas.openxmlformats.org/officeDocument/2006/relationships" xmlns:p="http://schemas.openxmlformats.org/presentationml/2006/main">
  <p:tag name="AS_UNIQUEID" val="97"/>
</p:tagLst>
</file>

<file path=ppt/tags/tag368.xml><?xml version="1.0" encoding="utf-8"?>
<p:tagLst xmlns:a="http://schemas.openxmlformats.org/drawingml/2006/main" xmlns:r="http://schemas.openxmlformats.org/officeDocument/2006/relationships" xmlns:p="http://schemas.openxmlformats.org/presentationml/2006/main">
  <p:tag name="AS_UNIQUEID" val="100"/>
</p:tagLst>
</file>

<file path=ppt/tags/tag369.xml><?xml version="1.0" encoding="utf-8"?>
<p:tagLst xmlns:a="http://schemas.openxmlformats.org/drawingml/2006/main" xmlns:r="http://schemas.openxmlformats.org/officeDocument/2006/relationships" xmlns:p="http://schemas.openxmlformats.org/presentationml/2006/main">
  <p:tag name="AS_UNIQUEID" val="103"/>
</p:tagLst>
</file>

<file path=ppt/tags/tag370.xml><?xml version="1.0" encoding="utf-8"?>
<p:tagLst xmlns:a="http://schemas.openxmlformats.org/drawingml/2006/main" xmlns:r="http://schemas.openxmlformats.org/officeDocument/2006/relationships" xmlns:p="http://schemas.openxmlformats.org/presentationml/2006/main">
  <p:tag name="AS_UNIQUEID" val="104"/>
</p:tagLst>
</file>

<file path=ppt/tags/tag371.xml><?xml version="1.0" encoding="utf-8"?>
<p:tagLst xmlns:a="http://schemas.openxmlformats.org/drawingml/2006/main" xmlns:r="http://schemas.openxmlformats.org/officeDocument/2006/relationships" xmlns:p="http://schemas.openxmlformats.org/presentationml/2006/main">
  <p:tag name="AS_UNIQUEID" val="105"/>
</p:tagLst>
</file>

<file path=ppt/tags/tag372.xml><?xml version="1.0" encoding="utf-8"?>
<p:tagLst xmlns:a="http://schemas.openxmlformats.org/drawingml/2006/main" xmlns:r="http://schemas.openxmlformats.org/officeDocument/2006/relationships" xmlns:p="http://schemas.openxmlformats.org/presentationml/2006/main">
  <p:tag name="AS_UNIQUEID" val="108"/>
</p:tagLst>
</file>

<file path=ppt/tags/tag373.xml><?xml version="1.0" encoding="utf-8"?>
<p:tagLst xmlns:a="http://schemas.openxmlformats.org/drawingml/2006/main" xmlns:r="http://schemas.openxmlformats.org/officeDocument/2006/relationships" xmlns:p="http://schemas.openxmlformats.org/presentationml/2006/main">
  <p:tag name="AS_UNIQUEID" val="109"/>
</p:tagLst>
</file>

<file path=ppt/tags/tag374.xml><?xml version="1.0" encoding="utf-8"?>
<p:tagLst xmlns:a="http://schemas.openxmlformats.org/drawingml/2006/main" xmlns:r="http://schemas.openxmlformats.org/officeDocument/2006/relationships" xmlns:p="http://schemas.openxmlformats.org/presentationml/2006/main">
  <p:tag name="AS_UNIQUEID" val="112"/>
</p:tagLst>
</file>

<file path=ppt/tags/tag375.xml><?xml version="1.0" encoding="utf-8"?>
<p:tagLst xmlns:a="http://schemas.openxmlformats.org/drawingml/2006/main" xmlns:r="http://schemas.openxmlformats.org/officeDocument/2006/relationships" xmlns:p="http://schemas.openxmlformats.org/presentationml/2006/main">
  <p:tag name="AS_UNIQUEID" val="110"/>
</p:tagLst>
</file>

<file path=ppt/tags/tag376.xml><?xml version="1.0" encoding="utf-8"?>
<p:tagLst xmlns:a="http://schemas.openxmlformats.org/drawingml/2006/main" xmlns:r="http://schemas.openxmlformats.org/officeDocument/2006/relationships" xmlns:p="http://schemas.openxmlformats.org/presentationml/2006/main">
  <p:tag name="AS_UNIQUEID" val="111"/>
</p:tagLst>
</file>

<file path=ppt/tags/tag377.xml><?xml version="1.0" encoding="utf-8"?>
<p:tagLst xmlns:a="http://schemas.openxmlformats.org/drawingml/2006/main" xmlns:r="http://schemas.openxmlformats.org/officeDocument/2006/relationships" xmlns:p="http://schemas.openxmlformats.org/presentationml/2006/main">
  <p:tag name="AS_UNIQUEID" val="106"/>
</p:tagLst>
</file>

<file path=ppt/tags/tag378.xml><?xml version="1.0" encoding="utf-8"?>
<p:tagLst xmlns:a="http://schemas.openxmlformats.org/drawingml/2006/main" xmlns:r="http://schemas.openxmlformats.org/officeDocument/2006/relationships" xmlns:p="http://schemas.openxmlformats.org/presentationml/2006/main">
  <p:tag name="AS_UNIQUEID" val="107"/>
</p:tagLst>
</file>

<file path=ppt/tags/tag379.xml><?xml version="1.0" encoding="utf-8"?>
<p:tagLst xmlns:a="http://schemas.openxmlformats.org/drawingml/2006/main" xmlns:r="http://schemas.openxmlformats.org/officeDocument/2006/relationships" xmlns:p="http://schemas.openxmlformats.org/presentationml/2006/main">
  <p:tag name="AS_UNIQUEID" val="101"/>
</p:tagLst>
</file>

<file path=ppt/tags/tag380.xml><?xml version="1.0" encoding="utf-8"?>
<p:tagLst xmlns:a="http://schemas.openxmlformats.org/drawingml/2006/main" xmlns:r="http://schemas.openxmlformats.org/officeDocument/2006/relationships" xmlns:p="http://schemas.openxmlformats.org/presentationml/2006/main">
  <p:tag name="AS_UNIQUEID" val="102"/>
</p:tagLst>
</file>

<file path=ppt/tags/tag381.xml><?xml version="1.0" encoding="utf-8"?>
<p:tagLst xmlns:a="http://schemas.openxmlformats.org/drawingml/2006/main" xmlns:r="http://schemas.openxmlformats.org/officeDocument/2006/relationships" xmlns:p="http://schemas.openxmlformats.org/presentationml/2006/main">
  <p:tag name="AS_UNIQUEID" val="98"/>
</p:tagLst>
</file>

<file path=ppt/tags/tag382.xml><?xml version="1.0" encoding="utf-8"?>
<p:tagLst xmlns:a="http://schemas.openxmlformats.org/drawingml/2006/main" xmlns:r="http://schemas.openxmlformats.org/officeDocument/2006/relationships" xmlns:p="http://schemas.openxmlformats.org/presentationml/2006/main">
  <p:tag name="AS_UNIQUEID" val="99"/>
</p:tagLst>
</file>

<file path=ppt/tags/tag383.xml><?xml version="1.0" encoding="utf-8"?>
<p:tagLst xmlns:a="http://schemas.openxmlformats.org/drawingml/2006/main" xmlns:r="http://schemas.openxmlformats.org/officeDocument/2006/relationships" xmlns:p="http://schemas.openxmlformats.org/presentationml/2006/main">
  <p:tag name="AS_UNIQUEID" val="114"/>
</p:tagLst>
</file>

<file path=ppt/tags/tag384.xml><?xml version="1.0" encoding="utf-8"?>
<p:tagLst xmlns:a="http://schemas.openxmlformats.org/drawingml/2006/main" xmlns:r="http://schemas.openxmlformats.org/officeDocument/2006/relationships" xmlns:p="http://schemas.openxmlformats.org/presentationml/2006/main">
  <p:tag name="AS_UNIQUEID" val="115"/>
</p:tagLst>
</file>

<file path=ppt/tags/tag385.xml><?xml version="1.0" encoding="utf-8"?>
<p:tagLst xmlns:a="http://schemas.openxmlformats.org/drawingml/2006/main" xmlns:r="http://schemas.openxmlformats.org/officeDocument/2006/relationships" xmlns:p="http://schemas.openxmlformats.org/presentationml/2006/main">
  <p:tag name="AS_UNIQUEID" val="119"/>
</p:tagLst>
</file>

<file path=ppt/tags/tag386.xml><?xml version="1.0" encoding="utf-8"?>
<p:tagLst xmlns:a="http://schemas.openxmlformats.org/drawingml/2006/main" xmlns:r="http://schemas.openxmlformats.org/officeDocument/2006/relationships" xmlns:p="http://schemas.openxmlformats.org/presentationml/2006/main">
  <p:tag name="AS_UNIQUEID" val="122"/>
</p:tagLst>
</file>

<file path=ppt/tags/tag387.xml><?xml version="1.0" encoding="utf-8"?>
<p:tagLst xmlns:a="http://schemas.openxmlformats.org/drawingml/2006/main" xmlns:r="http://schemas.openxmlformats.org/officeDocument/2006/relationships" xmlns:p="http://schemas.openxmlformats.org/presentationml/2006/main">
  <p:tag name="AS_UNIQUEID" val="123"/>
</p:tagLst>
</file>

<file path=ppt/tags/tag388.xml><?xml version="1.0" encoding="utf-8"?>
<p:tagLst xmlns:a="http://schemas.openxmlformats.org/drawingml/2006/main" xmlns:r="http://schemas.openxmlformats.org/officeDocument/2006/relationships" xmlns:p="http://schemas.openxmlformats.org/presentationml/2006/main">
  <p:tag name="AS_UNIQUEID" val="128"/>
</p:tagLst>
</file>

<file path=ppt/tags/tag389.xml><?xml version="1.0" encoding="utf-8"?>
<p:tagLst xmlns:a="http://schemas.openxmlformats.org/drawingml/2006/main" xmlns:r="http://schemas.openxmlformats.org/officeDocument/2006/relationships" xmlns:p="http://schemas.openxmlformats.org/presentationml/2006/main">
  <p:tag name="AS_UNIQUEID" val="131"/>
</p:tagLst>
</file>

<file path=ppt/tags/tag390.xml><?xml version="1.0" encoding="utf-8"?>
<p:tagLst xmlns:a="http://schemas.openxmlformats.org/drawingml/2006/main" xmlns:r="http://schemas.openxmlformats.org/officeDocument/2006/relationships" xmlns:p="http://schemas.openxmlformats.org/presentationml/2006/main">
  <p:tag name="AS_UNIQUEID" val="136"/>
</p:tagLst>
</file>

<file path=ppt/tags/tag391.xml><?xml version="1.0" encoding="utf-8"?>
<p:tagLst xmlns:a="http://schemas.openxmlformats.org/drawingml/2006/main" xmlns:r="http://schemas.openxmlformats.org/officeDocument/2006/relationships" xmlns:p="http://schemas.openxmlformats.org/presentationml/2006/main">
  <p:tag name="AS_UNIQUEID" val="141"/>
</p:tagLst>
</file>

<file path=ppt/tags/tag392.xml><?xml version="1.0" encoding="utf-8"?>
<p:tagLst xmlns:a="http://schemas.openxmlformats.org/drawingml/2006/main" xmlns:r="http://schemas.openxmlformats.org/officeDocument/2006/relationships" xmlns:p="http://schemas.openxmlformats.org/presentationml/2006/main">
  <p:tag name="AS_UNIQUEID" val="142"/>
</p:tagLst>
</file>

<file path=ppt/tags/tag393.xml><?xml version="1.0" encoding="utf-8"?>
<p:tagLst xmlns:a="http://schemas.openxmlformats.org/drawingml/2006/main" xmlns:r="http://schemas.openxmlformats.org/officeDocument/2006/relationships" xmlns:p="http://schemas.openxmlformats.org/presentationml/2006/main">
  <p:tag name="AS_UNIQUEID" val="143"/>
</p:tagLst>
</file>

<file path=ppt/tags/tag394.xml><?xml version="1.0" encoding="utf-8"?>
<p:tagLst xmlns:a="http://schemas.openxmlformats.org/drawingml/2006/main" xmlns:r="http://schemas.openxmlformats.org/officeDocument/2006/relationships" xmlns:p="http://schemas.openxmlformats.org/presentationml/2006/main">
  <p:tag name="AS_UNIQUEID" val="144"/>
</p:tagLst>
</file>

<file path=ppt/tags/tag395.xml><?xml version="1.0" encoding="utf-8"?>
<p:tagLst xmlns:a="http://schemas.openxmlformats.org/drawingml/2006/main" xmlns:r="http://schemas.openxmlformats.org/officeDocument/2006/relationships" xmlns:p="http://schemas.openxmlformats.org/presentationml/2006/main">
  <p:tag name="AS_UNIQUEID" val="145"/>
</p:tagLst>
</file>

<file path=ppt/tags/tag396.xml><?xml version="1.0" encoding="utf-8"?>
<p:tagLst xmlns:a="http://schemas.openxmlformats.org/drawingml/2006/main" xmlns:r="http://schemas.openxmlformats.org/officeDocument/2006/relationships" xmlns:p="http://schemas.openxmlformats.org/presentationml/2006/main">
  <p:tag name="AS_UNIQUEID" val="146"/>
</p:tagLst>
</file>

<file path=ppt/tags/tag397.xml><?xml version="1.0" encoding="utf-8"?>
<p:tagLst xmlns:a="http://schemas.openxmlformats.org/drawingml/2006/main" xmlns:r="http://schemas.openxmlformats.org/officeDocument/2006/relationships" xmlns:p="http://schemas.openxmlformats.org/presentationml/2006/main">
  <p:tag name="AS_UNIQUEID" val="147"/>
</p:tagLst>
</file>

<file path=ppt/tags/tag398.xml><?xml version="1.0" encoding="utf-8"?>
<p:tagLst xmlns:a="http://schemas.openxmlformats.org/drawingml/2006/main" xmlns:r="http://schemas.openxmlformats.org/officeDocument/2006/relationships" xmlns:p="http://schemas.openxmlformats.org/presentationml/2006/main">
  <p:tag name="AS_UNIQUEID" val="148"/>
</p:tagLst>
</file>

<file path=ppt/tags/tag399.xml><?xml version="1.0" encoding="utf-8"?>
<p:tagLst xmlns:a="http://schemas.openxmlformats.org/drawingml/2006/main" xmlns:r="http://schemas.openxmlformats.org/officeDocument/2006/relationships" xmlns:p="http://schemas.openxmlformats.org/presentationml/2006/main">
  <p:tag name="AS_UNIQUEID" val="137"/>
</p:tagLst>
</file>

<file path=ppt/tags/tag400.xml><?xml version="1.0" encoding="utf-8"?>
<p:tagLst xmlns:a="http://schemas.openxmlformats.org/drawingml/2006/main" xmlns:r="http://schemas.openxmlformats.org/officeDocument/2006/relationships" xmlns:p="http://schemas.openxmlformats.org/presentationml/2006/main">
  <p:tag name="AS_UNIQUEID" val="138"/>
</p:tagLst>
</file>

<file path=ppt/tags/tag401.xml><?xml version="1.0" encoding="utf-8"?>
<p:tagLst xmlns:a="http://schemas.openxmlformats.org/drawingml/2006/main" xmlns:r="http://schemas.openxmlformats.org/officeDocument/2006/relationships" xmlns:p="http://schemas.openxmlformats.org/presentationml/2006/main">
  <p:tag name="AS_UNIQUEID" val="139"/>
</p:tagLst>
</file>

<file path=ppt/tags/tag402.xml><?xml version="1.0" encoding="utf-8"?>
<p:tagLst xmlns:a="http://schemas.openxmlformats.org/drawingml/2006/main" xmlns:r="http://schemas.openxmlformats.org/officeDocument/2006/relationships" xmlns:p="http://schemas.openxmlformats.org/presentationml/2006/main">
  <p:tag name="AS_UNIQUEID" val="140"/>
</p:tagLst>
</file>

<file path=ppt/tags/tag403.xml><?xml version="1.0" encoding="utf-8"?>
<p:tagLst xmlns:a="http://schemas.openxmlformats.org/drawingml/2006/main" xmlns:r="http://schemas.openxmlformats.org/officeDocument/2006/relationships" xmlns:p="http://schemas.openxmlformats.org/presentationml/2006/main">
  <p:tag name="AS_UNIQUEID" val="132"/>
</p:tagLst>
</file>

<file path=ppt/tags/tag404.xml><?xml version="1.0" encoding="utf-8"?>
<p:tagLst xmlns:a="http://schemas.openxmlformats.org/drawingml/2006/main" xmlns:r="http://schemas.openxmlformats.org/officeDocument/2006/relationships" xmlns:p="http://schemas.openxmlformats.org/presentationml/2006/main">
  <p:tag name="AS_UNIQUEID" val="133"/>
</p:tagLst>
</file>

<file path=ppt/tags/tag405.xml><?xml version="1.0" encoding="utf-8"?>
<p:tagLst xmlns:a="http://schemas.openxmlformats.org/drawingml/2006/main" xmlns:r="http://schemas.openxmlformats.org/officeDocument/2006/relationships" xmlns:p="http://schemas.openxmlformats.org/presentationml/2006/main">
  <p:tag name="AS_UNIQUEID" val="134"/>
</p:tagLst>
</file>

<file path=ppt/tags/tag406.xml><?xml version="1.0" encoding="utf-8"?>
<p:tagLst xmlns:a="http://schemas.openxmlformats.org/drawingml/2006/main" xmlns:r="http://schemas.openxmlformats.org/officeDocument/2006/relationships" xmlns:p="http://schemas.openxmlformats.org/presentationml/2006/main">
  <p:tag name="AS_UNIQUEID" val="135"/>
</p:tagLst>
</file>

<file path=ppt/tags/tag407.xml><?xml version="1.0" encoding="utf-8"?>
<p:tagLst xmlns:a="http://schemas.openxmlformats.org/drawingml/2006/main" xmlns:r="http://schemas.openxmlformats.org/officeDocument/2006/relationships" xmlns:p="http://schemas.openxmlformats.org/presentationml/2006/main">
  <p:tag name="AS_UNIQUEID" val="129"/>
</p:tagLst>
</file>

<file path=ppt/tags/tag408.xml><?xml version="1.0" encoding="utf-8"?>
<p:tagLst xmlns:a="http://schemas.openxmlformats.org/drawingml/2006/main" xmlns:r="http://schemas.openxmlformats.org/officeDocument/2006/relationships" xmlns:p="http://schemas.openxmlformats.org/presentationml/2006/main">
  <p:tag name="AS_UNIQUEID" val="130"/>
</p:tagLst>
</file>

<file path=ppt/tags/tag409.xml><?xml version="1.0" encoding="utf-8"?>
<p:tagLst xmlns:a="http://schemas.openxmlformats.org/drawingml/2006/main" xmlns:r="http://schemas.openxmlformats.org/officeDocument/2006/relationships" xmlns:p="http://schemas.openxmlformats.org/presentationml/2006/main">
  <p:tag name="AS_UNIQUEID" val="124"/>
</p:tagLst>
</file>

<file path=ppt/tags/tag410.xml><?xml version="1.0" encoding="utf-8"?>
<p:tagLst xmlns:a="http://schemas.openxmlformats.org/drawingml/2006/main" xmlns:r="http://schemas.openxmlformats.org/officeDocument/2006/relationships" xmlns:p="http://schemas.openxmlformats.org/presentationml/2006/main">
  <p:tag name="AS_UNIQUEID" val="125"/>
</p:tagLst>
</file>

<file path=ppt/tags/tag411.xml><?xml version="1.0" encoding="utf-8"?>
<p:tagLst xmlns:a="http://schemas.openxmlformats.org/drawingml/2006/main" xmlns:r="http://schemas.openxmlformats.org/officeDocument/2006/relationships" xmlns:p="http://schemas.openxmlformats.org/presentationml/2006/main">
  <p:tag name="AS_UNIQUEID" val="126"/>
</p:tagLst>
</file>

<file path=ppt/tags/tag412.xml><?xml version="1.0" encoding="utf-8"?>
<p:tagLst xmlns:a="http://schemas.openxmlformats.org/drawingml/2006/main" xmlns:r="http://schemas.openxmlformats.org/officeDocument/2006/relationships" xmlns:p="http://schemas.openxmlformats.org/presentationml/2006/main">
  <p:tag name="AS_UNIQUEID" val="127"/>
</p:tagLst>
</file>

<file path=ppt/tags/tag413.xml><?xml version="1.0" encoding="utf-8"?>
<p:tagLst xmlns:a="http://schemas.openxmlformats.org/drawingml/2006/main" xmlns:r="http://schemas.openxmlformats.org/officeDocument/2006/relationships" xmlns:p="http://schemas.openxmlformats.org/presentationml/2006/main">
  <p:tag name="AS_UNIQUEID" val="120"/>
</p:tagLst>
</file>

<file path=ppt/tags/tag414.xml><?xml version="1.0" encoding="utf-8"?>
<p:tagLst xmlns:a="http://schemas.openxmlformats.org/drawingml/2006/main" xmlns:r="http://schemas.openxmlformats.org/officeDocument/2006/relationships" xmlns:p="http://schemas.openxmlformats.org/presentationml/2006/main">
  <p:tag name="AS_UNIQUEID" val="121"/>
</p:tagLst>
</file>

<file path=ppt/tags/tag415.xml><?xml version="1.0" encoding="utf-8"?>
<p:tagLst xmlns:a="http://schemas.openxmlformats.org/drawingml/2006/main" xmlns:r="http://schemas.openxmlformats.org/officeDocument/2006/relationships" xmlns:p="http://schemas.openxmlformats.org/presentationml/2006/main">
  <p:tag name="AS_UNIQUEID" val="116"/>
</p:tagLst>
</file>

<file path=ppt/tags/tag416.xml><?xml version="1.0" encoding="utf-8"?>
<p:tagLst xmlns:a="http://schemas.openxmlformats.org/drawingml/2006/main" xmlns:r="http://schemas.openxmlformats.org/officeDocument/2006/relationships" xmlns:p="http://schemas.openxmlformats.org/presentationml/2006/main">
  <p:tag name="AS_UNIQUEID" val="117"/>
</p:tagLst>
</file>

<file path=ppt/tags/tag417.xml><?xml version="1.0" encoding="utf-8"?>
<p:tagLst xmlns:a="http://schemas.openxmlformats.org/drawingml/2006/main" xmlns:r="http://schemas.openxmlformats.org/officeDocument/2006/relationships" xmlns:p="http://schemas.openxmlformats.org/presentationml/2006/main">
  <p:tag name="AS_UNIQUEID" val="118"/>
</p:tagLst>
</file>

<file path=ppt/tags/tag418.xml><?xml version="1.0" encoding="utf-8"?>
<p:tagLst xmlns:a="http://schemas.openxmlformats.org/drawingml/2006/main" xmlns:r="http://schemas.openxmlformats.org/officeDocument/2006/relationships" xmlns:p="http://schemas.openxmlformats.org/presentationml/2006/main">
  <p:tag name="AS_UNIQUEID" val="220"/>
</p:tagLst>
</file>

<file path=ppt/tags/tag419.xml><?xml version="1.0" encoding="utf-8"?>
<p:tagLst xmlns:a="http://schemas.openxmlformats.org/drawingml/2006/main" xmlns:r="http://schemas.openxmlformats.org/officeDocument/2006/relationships" xmlns:p="http://schemas.openxmlformats.org/presentationml/2006/main">
  <p:tag name="AS_UNIQUEID" val="221"/>
</p:tagLst>
</file>

<file path=ppt/tags/tag420.xml><?xml version="1.0" encoding="utf-8"?>
<p:tagLst xmlns:a="http://schemas.openxmlformats.org/drawingml/2006/main" xmlns:r="http://schemas.openxmlformats.org/officeDocument/2006/relationships" xmlns:p="http://schemas.openxmlformats.org/presentationml/2006/main">
  <p:tag name="AS_UNIQUEID" val="224"/>
</p:tagLst>
</file>

<file path=ppt/tags/tag421.xml><?xml version="1.0" encoding="utf-8"?>
<p:tagLst xmlns:a="http://schemas.openxmlformats.org/drawingml/2006/main" xmlns:r="http://schemas.openxmlformats.org/officeDocument/2006/relationships" xmlns:p="http://schemas.openxmlformats.org/presentationml/2006/main">
  <p:tag name="AS_UNIQUEID" val="227"/>
</p:tagLst>
</file>

<file path=ppt/tags/tag422.xml><?xml version="1.0" encoding="utf-8"?>
<p:tagLst xmlns:a="http://schemas.openxmlformats.org/drawingml/2006/main" xmlns:r="http://schemas.openxmlformats.org/officeDocument/2006/relationships" xmlns:p="http://schemas.openxmlformats.org/presentationml/2006/main">
  <p:tag name="AS_UNIQUEID" val="228"/>
</p:tagLst>
</file>

<file path=ppt/tags/tag423.xml><?xml version="1.0" encoding="utf-8"?>
<p:tagLst xmlns:a="http://schemas.openxmlformats.org/drawingml/2006/main" xmlns:r="http://schemas.openxmlformats.org/officeDocument/2006/relationships" xmlns:p="http://schemas.openxmlformats.org/presentationml/2006/main">
  <p:tag name="AS_UNIQUEID" val="229"/>
</p:tagLst>
</file>

<file path=ppt/tags/tag424.xml><?xml version="1.0" encoding="utf-8"?>
<p:tagLst xmlns:a="http://schemas.openxmlformats.org/drawingml/2006/main" xmlns:r="http://schemas.openxmlformats.org/officeDocument/2006/relationships" xmlns:p="http://schemas.openxmlformats.org/presentationml/2006/main">
  <p:tag name="AS_UNIQUEID" val="230"/>
</p:tagLst>
</file>

<file path=ppt/tags/tag425.xml><?xml version="1.0" encoding="utf-8"?>
<p:tagLst xmlns:a="http://schemas.openxmlformats.org/drawingml/2006/main" xmlns:r="http://schemas.openxmlformats.org/officeDocument/2006/relationships" xmlns:p="http://schemas.openxmlformats.org/presentationml/2006/main">
  <p:tag name="AS_UNIQUEID" val="231"/>
</p:tagLst>
</file>

<file path=ppt/tags/tag426.xml><?xml version="1.0" encoding="utf-8"?>
<p:tagLst xmlns:a="http://schemas.openxmlformats.org/drawingml/2006/main" xmlns:r="http://schemas.openxmlformats.org/officeDocument/2006/relationships" xmlns:p="http://schemas.openxmlformats.org/presentationml/2006/main">
  <p:tag name="AS_UNIQUEID" val="232"/>
</p:tagLst>
</file>

<file path=ppt/tags/tag427.xml><?xml version="1.0" encoding="utf-8"?>
<p:tagLst xmlns:a="http://schemas.openxmlformats.org/drawingml/2006/main" xmlns:r="http://schemas.openxmlformats.org/officeDocument/2006/relationships" xmlns:p="http://schemas.openxmlformats.org/presentationml/2006/main">
  <p:tag name="AS_UNIQUEID" val="233"/>
</p:tagLst>
</file>

<file path=ppt/tags/tag428.xml><?xml version="1.0" encoding="utf-8"?>
<p:tagLst xmlns:a="http://schemas.openxmlformats.org/drawingml/2006/main" xmlns:r="http://schemas.openxmlformats.org/officeDocument/2006/relationships" xmlns:p="http://schemas.openxmlformats.org/presentationml/2006/main">
  <p:tag name="AS_UNIQUEID" val="234"/>
</p:tagLst>
</file>

<file path=ppt/tags/tag429.xml><?xml version="1.0" encoding="utf-8"?>
<p:tagLst xmlns:a="http://schemas.openxmlformats.org/drawingml/2006/main" xmlns:r="http://schemas.openxmlformats.org/officeDocument/2006/relationships" xmlns:p="http://schemas.openxmlformats.org/presentationml/2006/main">
  <p:tag name="AS_UNIQUEID" val="235"/>
</p:tagLst>
</file>

<file path=ppt/tags/tag430.xml><?xml version="1.0" encoding="utf-8"?>
<p:tagLst xmlns:a="http://schemas.openxmlformats.org/drawingml/2006/main" xmlns:r="http://schemas.openxmlformats.org/officeDocument/2006/relationships" xmlns:p="http://schemas.openxmlformats.org/presentationml/2006/main">
  <p:tag name="AS_UNIQUEID" val="236"/>
</p:tagLst>
</file>

<file path=ppt/tags/tag431.xml><?xml version="1.0" encoding="utf-8"?>
<p:tagLst xmlns:a="http://schemas.openxmlformats.org/drawingml/2006/main" xmlns:r="http://schemas.openxmlformats.org/officeDocument/2006/relationships" xmlns:p="http://schemas.openxmlformats.org/presentationml/2006/main">
  <p:tag name="AS_UNIQUEID" val="237"/>
</p:tagLst>
</file>

<file path=ppt/tags/tag432.xml><?xml version="1.0" encoding="utf-8"?>
<p:tagLst xmlns:a="http://schemas.openxmlformats.org/drawingml/2006/main" xmlns:r="http://schemas.openxmlformats.org/officeDocument/2006/relationships" xmlns:p="http://schemas.openxmlformats.org/presentationml/2006/main">
  <p:tag name="AS_UNIQUEID" val="238"/>
</p:tagLst>
</file>

<file path=ppt/tags/tag433.xml><?xml version="1.0" encoding="utf-8"?>
<p:tagLst xmlns:a="http://schemas.openxmlformats.org/drawingml/2006/main" xmlns:r="http://schemas.openxmlformats.org/officeDocument/2006/relationships" xmlns:p="http://schemas.openxmlformats.org/presentationml/2006/main">
  <p:tag name="AS_UNIQUEID" val="239"/>
</p:tagLst>
</file>

<file path=ppt/tags/tag434.xml><?xml version="1.0" encoding="utf-8"?>
<p:tagLst xmlns:a="http://schemas.openxmlformats.org/drawingml/2006/main" xmlns:r="http://schemas.openxmlformats.org/officeDocument/2006/relationships" xmlns:p="http://schemas.openxmlformats.org/presentationml/2006/main">
  <p:tag name="AS_UNIQUEID" val="240"/>
</p:tagLst>
</file>

<file path=ppt/tags/tag435.xml><?xml version="1.0" encoding="utf-8"?>
<p:tagLst xmlns:a="http://schemas.openxmlformats.org/drawingml/2006/main" xmlns:r="http://schemas.openxmlformats.org/officeDocument/2006/relationships" xmlns:p="http://schemas.openxmlformats.org/presentationml/2006/main">
  <p:tag name="AS_UNIQUEID" val="241"/>
</p:tagLst>
</file>

<file path=ppt/tags/tag436.xml><?xml version="1.0" encoding="utf-8"?>
<p:tagLst xmlns:a="http://schemas.openxmlformats.org/drawingml/2006/main" xmlns:r="http://schemas.openxmlformats.org/officeDocument/2006/relationships" xmlns:p="http://schemas.openxmlformats.org/presentationml/2006/main">
  <p:tag name="AS_UNIQUEID" val="213"/>
</p:tagLst>
</file>

<file path=ppt/tags/tag437.xml><?xml version="1.0" encoding="utf-8"?>
<p:tagLst xmlns:a="http://schemas.openxmlformats.org/drawingml/2006/main" xmlns:r="http://schemas.openxmlformats.org/officeDocument/2006/relationships" xmlns:p="http://schemas.openxmlformats.org/presentationml/2006/main">
  <p:tag name="AS_UNIQUEID" val="225"/>
</p:tagLst>
</file>

<file path=ppt/tags/tag438.xml><?xml version="1.0" encoding="utf-8"?>
<p:tagLst xmlns:a="http://schemas.openxmlformats.org/drawingml/2006/main" xmlns:r="http://schemas.openxmlformats.org/officeDocument/2006/relationships" xmlns:p="http://schemas.openxmlformats.org/presentationml/2006/main">
  <p:tag name="AS_UNIQUEID" val="226"/>
</p:tagLst>
</file>

<file path=ppt/tags/tag439.xml><?xml version="1.0" encoding="utf-8"?>
<p:tagLst xmlns:a="http://schemas.openxmlformats.org/drawingml/2006/main" xmlns:r="http://schemas.openxmlformats.org/officeDocument/2006/relationships" xmlns:p="http://schemas.openxmlformats.org/presentationml/2006/main">
  <p:tag name="AS_UNIQUEID" val="222"/>
</p:tagLst>
</file>

<file path=ppt/tags/tag440.xml><?xml version="1.0" encoding="utf-8"?>
<p:tagLst xmlns:a="http://schemas.openxmlformats.org/drawingml/2006/main" xmlns:r="http://schemas.openxmlformats.org/officeDocument/2006/relationships" xmlns:p="http://schemas.openxmlformats.org/presentationml/2006/main">
  <p:tag name="AS_UNIQUEID" val="223"/>
</p:tagLst>
</file>

<file path=ppt/tags/tag441.xml><?xml version="1.0" encoding="utf-8"?>
<p:tagLst xmlns:a="http://schemas.openxmlformats.org/drawingml/2006/main" xmlns:r="http://schemas.openxmlformats.org/officeDocument/2006/relationships" xmlns:p="http://schemas.openxmlformats.org/presentationml/2006/main">
  <p:tag name="AS_UNIQUEID" val="290"/>
</p:tagLst>
</file>

<file path=ppt/tags/tag442.xml><?xml version="1.0" encoding="utf-8"?>
<p:tagLst xmlns:a="http://schemas.openxmlformats.org/drawingml/2006/main" xmlns:r="http://schemas.openxmlformats.org/officeDocument/2006/relationships" xmlns:p="http://schemas.openxmlformats.org/presentationml/2006/main">
  <p:tag name="AS_UNIQUEID" val="291"/>
</p:tagLst>
</file>

<file path=ppt/tags/tag443.xml><?xml version="1.0" encoding="utf-8"?>
<p:tagLst xmlns:a="http://schemas.openxmlformats.org/drawingml/2006/main" xmlns:r="http://schemas.openxmlformats.org/officeDocument/2006/relationships" xmlns:p="http://schemas.openxmlformats.org/presentationml/2006/main">
  <p:tag name="AS_UNIQUEID" val="294"/>
</p:tagLst>
</file>

<file path=ppt/tags/tag444.xml><?xml version="1.0" encoding="utf-8"?>
<p:tagLst xmlns:a="http://schemas.openxmlformats.org/drawingml/2006/main" xmlns:r="http://schemas.openxmlformats.org/officeDocument/2006/relationships" xmlns:p="http://schemas.openxmlformats.org/presentationml/2006/main">
  <p:tag name="AS_UNIQUEID" val="297"/>
</p:tagLst>
</file>

<file path=ppt/tags/tag445.xml><?xml version="1.0" encoding="utf-8"?>
<p:tagLst xmlns:a="http://schemas.openxmlformats.org/drawingml/2006/main" xmlns:r="http://schemas.openxmlformats.org/officeDocument/2006/relationships" xmlns:p="http://schemas.openxmlformats.org/presentationml/2006/main">
  <p:tag name="AS_UNIQUEID" val="298"/>
</p:tagLst>
</file>

<file path=ppt/tags/tag446.xml><?xml version="1.0" encoding="utf-8"?>
<p:tagLst xmlns:a="http://schemas.openxmlformats.org/drawingml/2006/main" xmlns:r="http://schemas.openxmlformats.org/officeDocument/2006/relationships" xmlns:p="http://schemas.openxmlformats.org/presentationml/2006/main">
  <p:tag name="AS_UNIQUEID" val="304"/>
</p:tagLst>
</file>

<file path=ppt/tags/tag447.xml><?xml version="1.0" encoding="utf-8"?>
<p:tagLst xmlns:a="http://schemas.openxmlformats.org/drawingml/2006/main" xmlns:r="http://schemas.openxmlformats.org/officeDocument/2006/relationships" xmlns:p="http://schemas.openxmlformats.org/presentationml/2006/main">
  <p:tag name="AS_UNIQUEID" val="305"/>
</p:tagLst>
</file>

<file path=ppt/tags/tag448.xml><?xml version="1.0" encoding="utf-8"?>
<p:tagLst xmlns:a="http://schemas.openxmlformats.org/drawingml/2006/main" xmlns:r="http://schemas.openxmlformats.org/officeDocument/2006/relationships" xmlns:p="http://schemas.openxmlformats.org/presentationml/2006/main">
  <p:tag name="AS_UNIQUEID" val="306"/>
</p:tagLst>
</file>

<file path=ppt/tags/tag449.xml><?xml version="1.0" encoding="utf-8"?>
<p:tagLst xmlns:a="http://schemas.openxmlformats.org/drawingml/2006/main" xmlns:r="http://schemas.openxmlformats.org/officeDocument/2006/relationships" xmlns:p="http://schemas.openxmlformats.org/presentationml/2006/main">
  <p:tag name="AS_UNIQUEID" val="307"/>
</p:tagLst>
</file>

<file path=ppt/tags/tag450.xml><?xml version="1.0" encoding="utf-8"?>
<p:tagLst xmlns:a="http://schemas.openxmlformats.org/drawingml/2006/main" xmlns:r="http://schemas.openxmlformats.org/officeDocument/2006/relationships" xmlns:p="http://schemas.openxmlformats.org/presentationml/2006/main">
  <p:tag name="AS_UNIQUEID" val="308"/>
</p:tagLst>
</file>

<file path=ppt/tags/tag451.xml><?xml version="1.0" encoding="utf-8"?>
<p:tagLst xmlns:a="http://schemas.openxmlformats.org/drawingml/2006/main" xmlns:r="http://schemas.openxmlformats.org/officeDocument/2006/relationships" xmlns:p="http://schemas.openxmlformats.org/presentationml/2006/main">
  <p:tag name="AS_UNIQUEID" val="309"/>
</p:tagLst>
</file>

<file path=ppt/tags/tag452.xml><?xml version="1.0" encoding="utf-8"?>
<p:tagLst xmlns:a="http://schemas.openxmlformats.org/drawingml/2006/main" xmlns:r="http://schemas.openxmlformats.org/officeDocument/2006/relationships" xmlns:p="http://schemas.openxmlformats.org/presentationml/2006/main">
  <p:tag name="AS_UNIQUEID" val="311"/>
</p:tagLst>
</file>

<file path=ppt/tags/tag453.xml><?xml version="1.0" encoding="utf-8"?>
<p:tagLst xmlns:a="http://schemas.openxmlformats.org/drawingml/2006/main" xmlns:r="http://schemas.openxmlformats.org/officeDocument/2006/relationships" xmlns:p="http://schemas.openxmlformats.org/presentationml/2006/main">
  <p:tag name="AS_UNIQUEID" val="314"/>
</p:tagLst>
</file>

<file path=ppt/tags/tag454.xml><?xml version="1.0" encoding="utf-8"?>
<p:tagLst xmlns:a="http://schemas.openxmlformats.org/drawingml/2006/main" xmlns:r="http://schemas.openxmlformats.org/officeDocument/2006/relationships" xmlns:p="http://schemas.openxmlformats.org/presentationml/2006/main">
  <p:tag name="AS_UNIQUEID" val="316"/>
</p:tagLst>
</file>

<file path=ppt/tags/tag455.xml><?xml version="1.0" encoding="utf-8"?>
<p:tagLst xmlns:a="http://schemas.openxmlformats.org/drawingml/2006/main" xmlns:r="http://schemas.openxmlformats.org/officeDocument/2006/relationships" xmlns:p="http://schemas.openxmlformats.org/presentationml/2006/main">
  <p:tag name="AS_UNIQUEID" val="329"/>
</p:tagLst>
</file>

<file path=ppt/tags/tag456.xml><?xml version="1.0" encoding="utf-8"?>
<p:tagLst xmlns:a="http://schemas.openxmlformats.org/drawingml/2006/main" xmlns:r="http://schemas.openxmlformats.org/officeDocument/2006/relationships" xmlns:p="http://schemas.openxmlformats.org/presentationml/2006/main">
  <p:tag name="AS_UNIQUEID" val="334"/>
</p:tagLst>
</file>

<file path=ppt/tags/tag457.xml><?xml version="1.0" encoding="utf-8"?>
<p:tagLst xmlns:a="http://schemas.openxmlformats.org/drawingml/2006/main" xmlns:r="http://schemas.openxmlformats.org/officeDocument/2006/relationships" xmlns:p="http://schemas.openxmlformats.org/presentationml/2006/main">
  <p:tag name="AS_UNIQUEID" val="330"/>
</p:tagLst>
</file>

<file path=ppt/tags/tag458.xml><?xml version="1.0" encoding="utf-8"?>
<p:tagLst xmlns:a="http://schemas.openxmlformats.org/drawingml/2006/main" xmlns:r="http://schemas.openxmlformats.org/officeDocument/2006/relationships" xmlns:p="http://schemas.openxmlformats.org/presentationml/2006/main">
  <p:tag name="AS_UNIQUEID" val="331"/>
</p:tagLst>
</file>

<file path=ppt/tags/tag459.xml><?xml version="1.0" encoding="utf-8"?>
<p:tagLst xmlns:a="http://schemas.openxmlformats.org/drawingml/2006/main" xmlns:r="http://schemas.openxmlformats.org/officeDocument/2006/relationships" xmlns:p="http://schemas.openxmlformats.org/presentationml/2006/main">
  <p:tag name="AS_UNIQUEID" val="332"/>
</p:tagLst>
</file>

<file path=ppt/tags/tag460.xml><?xml version="1.0" encoding="utf-8"?>
<p:tagLst xmlns:a="http://schemas.openxmlformats.org/drawingml/2006/main" xmlns:r="http://schemas.openxmlformats.org/officeDocument/2006/relationships" xmlns:p="http://schemas.openxmlformats.org/presentationml/2006/main">
  <p:tag name="AS_UNIQUEID" val="333"/>
</p:tagLst>
</file>

<file path=ppt/tags/tag461.xml><?xml version="1.0" encoding="utf-8"?>
<p:tagLst xmlns:a="http://schemas.openxmlformats.org/drawingml/2006/main" xmlns:r="http://schemas.openxmlformats.org/officeDocument/2006/relationships" xmlns:p="http://schemas.openxmlformats.org/presentationml/2006/main">
  <p:tag name="AS_UNIQUEID" val="317"/>
</p:tagLst>
</file>

<file path=ppt/tags/tag462.xml><?xml version="1.0" encoding="utf-8"?>
<p:tagLst xmlns:a="http://schemas.openxmlformats.org/drawingml/2006/main" xmlns:r="http://schemas.openxmlformats.org/officeDocument/2006/relationships" xmlns:p="http://schemas.openxmlformats.org/presentationml/2006/main">
  <p:tag name="AS_UNIQUEID" val="318"/>
</p:tagLst>
</file>

<file path=ppt/tags/tag463.xml><?xml version="1.0" encoding="utf-8"?>
<p:tagLst xmlns:a="http://schemas.openxmlformats.org/drawingml/2006/main" xmlns:r="http://schemas.openxmlformats.org/officeDocument/2006/relationships" xmlns:p="http://schemas.openxmlformats.org/presentationml/2006/main">
  <p:tag name="AS_UNIQUEID" val="319"/>
</p:tagLst>
</file>

<file path=ppt/tags/tag464.xml><?xml version="1.0" encoding="utf-8"?>
<p:tagLst xmlns:a="http://schemas.openxmlformats.org/drawingml/2006/main" xmlns:r="http://schemas.openxmlformats.org/officeDocument/2006/relationships" xmlns:p="http://schemas.openxmlformats.org/presentationml/2006/main">
  <p:tag name="AS_UNIQUEID" val="320"/>
</p:tagLst>
</file>

<file path=ppt/tags/tag465.xml><?xml version="1.0" encoding="utf-8"?>
<p:tagLst xmlns:a="http://schemas.openxmlformats.org/drawingml/2006/main" xmlns:r="http://schemas.openxmlformats.org/officeDocument/2006/relationships" xmlns:p="http://schemas.openxmlformats.org/presentationml/2006/main">
  <p:tag name="AS_UNIQUEID" val="321"/>
</p:tagLst>
</file>

<file path=ppt/tags/tag466.xml><?xml version="1.0" encoding="utf-8"?>
<p:tagLst xmlns:a="http://schemas.openxmlformats.org/drawingml/2006/main" xmlns:r="http://schemas.openxmlformats.org/officeDocument/2006/relationships" xmlns:p="http://schemas.openxmlformats.org/presentationml/2006/main">
  <p:tag name="AS_UNIQUEID" val="322"/>
</p:tagLst>
</file>

<file path=ppt/tags/tag467.xml><?xml version="1.0" encoding="utf-8"?>
<p:tagLst xmlns:a="http://schemas.openxmlformats.org/drawingml/2006/main" xmlns:r="http://schemas.openxmlformats.org/officeDocument/2006/relationships" xmlns:p="http://schemas.openxmlformats.org/presentationml/2006/main">
  <p:tag name="AS_UNIQUEID" val="323"/>
</p:tagLst>
</file>

<file path=ppt/tags/tag468.xml><?xml version="1.0" encoding="utf-8"?>
<p:tagLst xmlns:a="http://schemas.openxmlformats.org/drawingml/2006/main" xmlns:r="http://schemas.openxmlformats.org/officeDocument/2006/relationships" xmlns:p="http://schemas.openxmlformats.org/presentationml/2006/main">
  <p:tag name="AS_UNIQUEID" val="324"/>
</p:tagLst>
</file>

<file path=ppt/tags/tag469.xml><?xml version="1.0" encoding="utf-8"?>
<p:tagLst xmlns:a="http://schemas.openxmlformats.org/drawingml/2006/main" xmlns:r="http://schemas.openxmlformats.org/officeDocument/2006/relationships" xmlns:p="http://schemas.openxmlformats.org/presentationml/2006/main">
  <p:tag name="AS_UNIQUEID" val="325"/>
</p:tagLst>
</file>

<file path=ppt/tags/tag470.xml><?xml version="1.0" encoding="utf-8"?>
<p:tagLst xmlns:a="http://schemas.openxmlformats.org/drawingml/2006/main" xmlns:r="http://schemas.openxmlformats.org/officeDocument/2006/relationships" xmlns:p="http://schemas.openxmlformats.org/presentationml/2006/main">
  <p:tag name="AS_UNIQUEID" val="326"/>
</p:tagLst>
</file>

<file path=ppt/tags/tag471.xml><?xml version="1.0" encoding="utf-8"?>
<p:tagLst xmlns:a="http://schemas.openxmlformats.org/drawingml/2006/main" xmlns:r="http://schemas.openxmlformats.org/officeDocument/2006/relationships" xmlns:p="http://schemas.openxmlformats.org/presentationml/2006/main">
  <p:tag name="AS_UNIQUEID" val="327"/>
</p:tagLst>
</file>

<file path=ppt/tags/tag472.xml><?xml version="1.0" encoding="utf-8"?>
<p:tagLst xmlns:a="http://schemas.openxmlformats.org/drawingml/2006/main" xmlns:r="http://schemas.openxmlformats.org/officeDocument/2006/relationships" xmlns:p="http://schemas.openxmlformats.org/presentationml/2006/main">
  <p:tag name="AS_UNIQUEID" val="328"/>
</p:tagLst>
</file>

<file path=ppt/tags/tag473.xml><?xml version="1.0" encoding="utf-8"?>
<p:tagLst xmlns:a="http://schemas.openxmlformats.org/drawingml/2006/main" xmlns:r="http://schemas.openxmlformats.org/officeDocument/2006/relationships" xmlns:p="http://schemas.openxmlformats.org/presentationml/2006/main">
  <p:tag name="AS_UNIQUEID" val="312"/>
</p:tagLst>
</file>

<file path=ppt/tags/tag474.xml><?xml version="1.0" encoding="utf-8"?>
<p:tagLst xmlns:a="http://schemas.openxmlformats.org/drawingml/2006/main" xmlns:r="http://schemas.openxmlformats.org/officeDocument/2006/relationships" xmlns:p="http://schemas.openxmlformats.org/presentationml/2006/main">
  <p:tag name="AS_UNIQUEID" val="313"/>
</p:tagLst>
</file>

<file path=ppt/tags/tag475.xml><?xml version="1.0" encoding="utf-8"?>
<p:tagLst xmlns:a="http://schemas.openxmlformats.org/drawingml/2006/main" xmlns:r="http://schemas.openxmlformats.org/officeDocument/2006/relationships" xmlns:p="http://schemas.openxmlformats.org/presentationml/2006/main">
  <p:tag name="AS_UNIQUEID" val="299"/>
</p:tagLst>
</file>

<file path=ppt/tags/tag476.xml><?xml version="1.0" encoding="utf-8"?>
<p:tagLst xmlns:a="http://schemas.openxmlformats.org/drawingml/2006/main" xmlns:r="http://schemas.openxmlformats.org/officeDocument/2006/relationships" xmlns:p="http://schemas.openxmlformats.org/presentationml/2006/main">
  <p:tag name="AS_UNIQUEID" val="300"/>
</p:tagLst>
</file>

<file path=ppt/tags/tag477.xml><?xml version="1.0" encoding="utf-8"?>
<p:tagLst xmlns:a="http://schemas.openxmlformats.org/drawingml/2006/main" xmlns:r="http://schemas.openxmlformats.org/officeDocument/2006/relationships" xmlns:p="http://schemas.openxmlformats.org/presentationml/2006/main">
  <p:tag name="AS_UNIQUEID" val="301"/>
</p:tagLst>
</file>

<file path=ppt/tags/tag478.xml><?xml version="1.0" encoding="utf-8"?>
<p:tagLst xmlns:a="http://schemas.openxmlformats.org/drawingml/2006/main" xmlns:r="http://schemas.openxmlformats.org/officeDocument/2006/relationships" xmlns:p="http://schemas.openxmlformats.org/presentationml/2006/main">
  <p:tag name="AS_UNIQUEID" val="302"/>
</p:tagLst>
</file>

<file path=ppt/tags/tag479.xml><?xml version="1.0" encoding="utf-8"?>
<p:tagLst xmlns:a="http://schemas.openxmlformats.org/drawingml/2006/main" xmlns:r="http://schemas.openxmlformats.org/officeDocument/2006/relationships" xmlns:p="http://schemas.openxmlformats.org/presentationml/2006/main">
  <p:tag name="AS_UNIQUEID" val="303"/>
</p:tagLst>
</file>

<file path=ppt/tags/tag480.xml><?xml version="1.0" encoding="utf-8"?>
<p:tagLst xmlns:a="http://schemas.openxmlformats.org/drawingml/2006/main" xmlns:r="http://schemas.openxmlformats.org/officeDocument/2006/relationships" xmlns:p="http://schemas.openxmlformats.org/presentationml/2006/main">
  <p:tag name="AS_UNIQUEID" val="295"/>
</p:tagLst>
</file>

<file path=ppt/tags/tag481.xml><?xml version="1.0" encoding="utf-8"?>
<p:tagLst xmlns:a="http://schemas.openxmlformats.org/drawingml/2006/main" xmlns:r="http://schemas.openxmlformats.org/officeDocument/2006/relationships" xmlns:p="http://schemas.openxmlformats.org/presentationml/2006/main">
  <p:tag name="AS_UNIQUEID" val="296"/>
</p:tagLst>
</file>

<file path=ppt/tags/tag482.xml><?xml version="1.0" encoding="utf-8"?>
<p:tagLst xmlns:a="http://schemas.openxmlformats.org/drawingml/2006/main" xmlns:r="http://schemas.openxmlformats.org/officeDocument/2006/relationships" xmlns:p="http://schemas.openxmlformats.org/presentationml/2006/main">
  <p:tag name="AS_UNIQUEID" val="292"/>
</p:tagLst>
</file>

<file path=ppt/tags/tag483.xml><?xml version="1.0" encoding="utf-8"?>
<p:tagLst xmlns:a="http://schemas.openxmlformats.org/drawingml/2006/main" xmlns:r="http://schemas.openxmlformats.org/officeDocument/2006/relationships" xmlns:p="http://schemas.openxmlformats.org/presentationml/2006/main">
  <p:tag name="AS_UNIQUEID" val="293"/>
</p:tagLst>
</file>

<file path=ppt/tags/tag484.xml><?xml version="1.0" encoding="utf-8"?>
<p:tagLst xmlns:a="http://schemas.openxmlformats.org/drawingml/2006/main" xmlns:r="http://schemas.openxmlformats.org/officeDocument/2006/relationships" xmlns:p="http://schemas.openxmlformats.org/presentationml/2006/main">
  <p:tag name="AS_UNIQUEID" val="336"/>
</p:tagLst>
</file>

<file path=ppt/tags/tag485.xml><?xml version="1.0" encoding="utf-8"?>
<p:tagLst xmlns:a="http://schemas.openxmlformats.org/drawingml/2006/main" xmlns:r="http://schemas.openxmlformats.org/officeDocument/2006/relationships" xmlns:p="http://schemas.openxmlformats.org/presentationml/2006/main">
  <p:tag name="AS_UNIQUEID" val="337"/>
</p:tagLst>
</file>

<file path=ppt/tags/tag486.xml><?xml version="1.0" encoding="utf-8"?>
<p:tagLst xmlns:a="http://schemas.openxmlformats.org/drawingml/2006/main" xmlns:r="http://schemas.openxmlformats.org/officeDocument/2006/relationships" xmlns:p="http://schemas.openxmlformats.org/presentationml/2006/main">
  <p:tag name="AS_UNIQUEID" val="338"/>
</p:tagLst>
</file>

<file path=ppt/tags/tag487.xml><?xml version="1.0" encoding="utf-8"?>
<p:tagLst xmlns:a="http://schemas.openxmlformats.org/drawingml/2006/main" xmlns:r="http://schemas.openxmlformats.org/officeDocument/2006/relationships" xmlns:p="http://schemas.openxmlformats.org/presentationml/2006/main">
  <p:tag name="AS_UNIQUEID" val="339"/>
</p:tagLst>
</file>

<file path=ppt/tags/tag488.xml><?xml version="1.0" encoding="utf-8"?>
<p:tagLst xmlns:a="http://schemas.openxmlformats.org/drawingml/2006/main" xmlns:r="http://schemas.openxmlformats.org/officeDocument/2006/relationships" xmlns:p="http://schemas.openxmlformats.org/presentationml/2006/main">
  <p:tag name="AS_UNIQUEID" val="340"/>
</p:tagLst>
</file>

<file path=ppt/tags/tag489.xml><?xml version="1.0" encoding="utf-8"?>
<p:tagLst xmlns:a="http://schemas.openxmlformats.org/drawingml/2006/main" xmlns:r="http://schemas.openxmlformats.org/officeDocument/2006/relationships" xmlns:p="http://schemas.openxmlformats.org/presentationml/2006/main">
  <p:tag name="AS_UNIQUEID" val="341"/>
</p:tagLst>
</file>

<file path=ppt/tags/tag490.xml><?xml version="1.0" encoding="utf-8"?>
<p:tagLst xmlns:a="http://schemas.openxmlformats.org/drawingml/2006/main" xmlns:r="http://schemas.openxmlformats.org/officeDocument/2006/relationships" xmlns:p="http://schemas.openxmlformats.org/presentationml/2006/main">
  <p:tag name="AS_UNIQUEID" val="342"/>
</p:tagLst>
</file>

<file path=ppt/tags/tag491.xml><?xml version="1.0" encoding="utf-8"?>
<p:tagLst xmlns:a="http://schemas.openxmlformats.org/drawingml/2006/main" xmlns:r="http://schemas.openxmlformats.org/officeDocument/2006/relationships" xmlns:p="http://schemas.openxmlformats.org/presentationml/2006/main">
  <p:tag name="AS_UNIQUEID" val="343"/>
</p:tagLst>
</file>

<file path=ppt/tags/tag492.xml><?xml version="1.0" encoding="utf-8"?>
<p:tagLst xmlns:a="http://schemas.openxmlformats.org/drawingml/2006/main" xmlns:r="http://schemas.openxmlformats.org/officeDocument/2006/relationships" xmlns:p="http://schemas.openxmlformats.org/presentationml/2006/main">
  <p:tag name="AS_UNIQUEID" val="344"/>
</p:tagLst>
</file>

<file path=ppt/tags/tag493.xml><?xml version="1.0" encoding="utf-8"?>
<p:tagLst xmlns:a="http://schemas.openxmlformats.org/drawingml/2006/main" xmlns:r="http://schemas.openxmlformats.org/officeDocument/2006/relationships" xmlns:p="http://schemas.openxmlformats.org/presentationml/2006/main">
  <p:tag name="AS_UNIQUEID" val="345"/>
</p:tagLst>
</file>

<file path=ppt/tags/tag494.xml><?xml version="1.0" encoding="utf-8"?>
<p:tagLst xmlns:a="http://schemas.openxmlformats.org/drawingml/2006/main" xmlns:r="http://schemas.openxmlformats.org/officeDocument/2006/relationships" xmlns:p="http://schemas.openxmlformats.org/presentationml/2006/main">
  <p:tag name="AS_UNIQUEID" val="346"/>
</p:tagLst>
</file>

<file path=ppt/tags/tag495.xml><?xml version="1.0" encoding="utf-8"?>
<p:tagLst xmlns:a="http://schemas.openxmlformats.org/drawingml/2006/main" xmlns:r="http://schemas.openxmlformats.org/officeDocument/2006/relationships" xmlns:p="http://schemas.openxmlformats.org/presentationml/2006/main">
  <p:tag name="AS_UNIQUEID" val="347"/>
</p:tagLst>
</file>

<file path=ppt/tags/tag496.xml><?xml version="1.0" encoding="utf-8"?>
<p:tagLst xmlns:a="http://schemas.openxmlformats.org/drawingml/2006/main" xmlns:r="http://schemas.openxmlformats.org/officeDocument/2006/relationships" xmlns:p="http://schemas.openxmlformats.org/presentationml/2006/main">
  <p:tag name="AS_UNIQUEID" val="348"/>
</p:tagLst>
</file>

<file path=ppt/tags/tag497.xml><?xml version="1.0" encoding="utf-8"?>
<p:tagLst xmlns:a="http://schemas.openxmlformats.org/drawingml/2006/main" xmlns:r="http://schemas.openxmlformats.org/officeDocument/2006/relationships" xmlns:p="http://schemas.openxmlformats.org/presentationml/2006/main">
  <p:tag name="AS_UNIQUEID" val="349"/>
</p:tagLst>
</file>

<file path=ppt/tags/tag498.xml><?xml version="1.0" encoding="utf-8"?>
<p:tagLst xmlns:a="http://schemas.openxmlformats.org/drawingml/2006/main" xmlns:r="http://schemas.openxmlformats.org/officeDocument/2006/relationships" xmlns:p="http://schemas.openxmlformats.org/presentationml/2006/main">
  <p:tag name="AS_UNIQUEID" val="350"/>
</p:tagLst>
</file>

<file path=ppt/tags/tag499.xml><?xml version="1.0" encoding="utf-8"?>
<p:tagLst xmlns:a="http://schemas.openxmlformats.org/drawingml/2006/main" xmlns:r="http://schemas.openxmlformats.org/officeDocument/2006/relationships" xmlns:p="http://schemas.openxmlformats.org/presentationml/2006/main">
  <p:tag name="AS_UNIQUEID" val="351"/>
</p:tagLst>
</file>

<file path=ppt/tags/tag500.xml><?xml version="1.0" encoding="utf-8"?>
<p:tagLst xmlns:a="http://schemas.openxmlformats.org/drawingml/2006/main" xmlns:r="http://schemas.openxmlformats.org/officeDocument/2006/relationships" xmlns:p="http://schemas.openxmlformats.org/presentationml/2006/main">
  <p:tag name="AS_UNIQUEID" val="352"/>
</p:tagLst>
</file>

<file path=ppt/tags/tag501.xml><?xml version="1.0" encoding="utf-8"?>
<p:tagLst xmlns:a="http://schemas.openxmlformats.org/drawingml/2006/main" xmlns:r="http://schemas.openxmlformats.org/officeDocument/2006/relationships" xmlns:p="http://schemas.openxmlformats.org/presentationml/2006/main">
  <p:tag name="AS_UNIQUEID" val="353"/>
</p:tagLst>
</file>

<file path=ppt/tags/tag502.xml><?xml version="1.0" encoding="utf-8"?>
<p:tagLst xmlns:a="http://schemas.openxmlformats.org/drawingml/2006/main" xmlns:r="http://schemas.openxmlformats.org/officeDocument/2006/relationships" xmlns:p="http://schemas.openxmlformats.org/presentationml/2006/main">
  <p:tag name="AS_UNIQUEID" val="354"/>
</p:tagLst>
</file>

<file path=ppt/tags/tag503.xml><?xml version="1.0" encoding="utf-8"?>
<p:tagLst xmlns:a="http://schemas.openxmlformats.org/drawingml/2006/main" xmlns:r="http://schemas.openxmlformats.org/officeDocument/2006/relationships" xmlns:p="http://schemas.openxmlformats.org/presentationml/2006/main">
  <p:tag name="AS_UNIQUEID" val="355"/>
</p:tagLst>
</file>

<file path=ppt/tags/tag504.xml><?xml version="1.0" encoding="utf-8"?>
<p:tagLst xmlns:a="http://schemas.openxmlformats.org/drawingml/2006/main" xmlns:r="http://schemas.openxmlformats.org/officeDocument/2006/relationships" xmlns:p="http://schemas.openxmlformats.org/presentationml/2006/main">
  <p:tag name="AS_UNIQUEID" val="356"/>
</p:tagLst>
</file>

<file path=ppt/tags/tag505.xml><?xml version="1.0" encoding="utf-8"?>
<p:tagLst xmlns:a="http://schemas.openxmlformats.org/drawingml/2006/main" xmlns:r="http://schemas.openxmlformats.org/officeDocument/2006/relationships" xmlns:p="http://schemas.openxmlformats.org/presentationml/2006/main">
  <p:tag name="AS_UNIQUEID" val="357"/>
</p:tagLst>
</file>

<file path=ppt/tags/tag506.xml><?xml version="1.0" encoding="utf-8"?>
<p:tagLst xmlns:a="http://schemas.openxmlformats.org/drawingml/2006/main" xmlns:r="http://schemas.openxmlformats.org/officeDocument/2006/relationships" xmlns:p="http://schemas.openxmlformats.org/presentationml/2006/main">
  <p:tag name="AS_UNIQUEID" val="358"/>
</p:tagLst>
</file>

<file path=ppt/tags/tag507.xml><?xml version="1.0" encoding="utf-8"?>
<p:tagLst xmlns:a="http://schemas.openxmlformats.org/drawingml/2006/main" xmlns:r="http://schemas.openxmlformats.org/officeDocument/2006/relationships" xmlns:p="http://schemas.openxmlformats.org/presentationml/2006/main">
  <p:tag name="AS_UNIQUEID" val="359"/>
</p:tagLst>
</file>

<file path=ppt/tags/tag508.xml><?xml version="1.0" encoding="utf-8"?>
<p:tagLst xmlns:a="http://schemas.openxmlformats.org/drawingml/2006/main" xmlns:r="http://schemas.openxmlformats.org/officeDocument/2006/relationships" xmlns:p="http://schemas.openxmlformats.org/presentationml/2006/main">
  <p:tag name="AS_UNIQUEID" val="360"/>
</p:tagLst>
</file>

<file path=ppt/tags/tag509.xml><?xml version="1.0" encoding="utf-8"?>
<p:tagLst xmlns:a="http://schemas.openxmlformats.org/drawingml/2006/main" xmlns:r="http://schemas.openxmlformats.org/officeDocument/2006/relationships" xmlns:p="http://schemas.openxmlformats.org/presentationml/2006/main">
  <p:tag name="AS_UNIQUEID" val="361"/>
</p:tagLst>
</file>

<file path=ppt/tags/tag510.xml><?xml version="1.0" encoding="utf-8"?>
<p:tagLst xmlns:a="http://schemas.openxmlformats.org/drawingml/2006/main" xmlns:r="http://schemas.openxmlformats.org/officeDocument/2006/relationships" xmlns:p="http://schemas.openxmlformats.org/presentationml/2006/main">
  <p:tag name="AS_UNIQUEID" val="362"/>
</p:tagLst>
</file>

<file path=ppt/tags/tag511.xml><?xml version="1.0" encoding="utf-8"?>
<p:tagLst xmlns:a="http://schemas.openxmlformats.org/drawingml/2006/main" xmlns:r="http://schemas.openxmlformats.org/officeDocument/2006/relationships" xmlns:p="http://schemas.openxmlformats.org/presentationml/2006/main">
  <p:tag name="AS_UNIQUEID" val="363"/>
</p:tagLst>
</file>

<file path=ppt/tags/tag512.xml><?xml version="1.0" encoding="utf-8"?>
<p:tagLst xmlns:a="http://schemas.openxmlformats.org/drawingml/2006/main" xmlns:r="http://schemas.openxmlformats.org/officeDocument/2006/relationships" xmlns:p="http://schemas.openxmlformats.org/presentationml/2006/main">
  <p:tag name="AS_UNIQUEID" val="364"/>
</p:tagLst>
</file>

<file path=ppt/tags/tag513.xml><?xml version="1.0" encoding="utf-8"?>
<p:tagLst xmlns:a="http://schemas.openxmlformats.org/drawingml/2006/main" xmlns:r="http://schemas.openxmlformats.org/officeDocument/2006/relationships" xmlns:p="http://schemas.openxmlformats.org/presentationml/2006/main">
  <p:tag name="AS_UNIQUEID" val="365"/>
</p:tagLst>
</file>

<file path=ppt/tags/tag514.xml><?xml version="1.0" encoding="utf-8"?>
<p:tagLst xmlns:a="http://schemas.openxmlformats.org/drawingml/2006/main" xmlns:r="http://schemas.openxmlformats.org/officeDocument/2006/relationships" xmlns:p="http://schemas.openxmlformats.org/presentationml/2006/main">
  <p:tag name="AS_UNIQUEID" val="368"/>
</p:tagLst>
</file>

<file path=ppt/tags/tag515.xml><?xml version="1.0" encoding="utf-8"?>
<p:tagLst xmlns:a="http://schemas.openxmlformats.org/drawingml/2006/main" xmlns:r="http://schemas.openxmlformats.org/officeDocument/2006/relationships" xmlns:p="http://schemas.openxmlformats.org/presentationml/2006/main">
  <p:tag name="AS_UNIQUEID" val="371"/>
</p:tagLst>
</file>

<file path=ppt/tags/tag516.xml><?xml version="1.0" encoding="utf-8"?>
<p:tagLst xmlns:a="http://schemas.openxmlformats.org/drawingml/2006/main" xmlns:r="http://schemas.openxmlformats.org/officeDocument/2006/relationships" xmlns:p="http://schemas.openxmlformats.org/presentationml/2006/main">
  <p:tag name="AS_UNIQUEID" val="372"/>
</p:tagLst>
</file>

<file path=ppt/tags/tag517.xml><?xml version="1.0" encoding="utf-8"?>
<p:tagLst xmlns:a="http://schemas.openxmlformats.org/drawingml/2006/main" xmlns:r="http://schemas.openxmlformats.org/officeDocument/2006/relationships" xmlns:p="http://schemas.openxmlformats.org/presentationml/2006/main">
  <p:tag name="AS_UNIQUEID" val="375"/>
</p:tagLst>
</file>

<file path=ppt/tags/tag518.xml><?xml version="1.0" encoding="utf-8"?>
<p:tagLst xmlns:a="http://schemas.openxmlformats.org/drawingml/2006/main" xmlns:r="http://schemas.openxmlformats.org/officeDocument/2006/relationships" xmlns:p="http://schemas.openxmlformats.org/presentationml/2006/main">
  <p:tag name="AS_UNIQUEID" val="170"/>
</p:tagLst>
</file>

<file path=ppt/tags/tag519.xml><?xml version="1.0" encoding="utf-8"?>
<p:tagLst xmlns:a="http://schemas.openxmlformats.org/drawingml/2006/main" xmlns:r="http://schemas.openxmlformats.org/officeDocument/2006/relationships" xmlns:p="http://schemas.openxmlformats.org/presentationml/2006/main">
  <p:tag name="AS_UNIQUEID" val="171"/>
</p:tagLst>
</file>

<file path=ppt/tags/tag520.xml><?xml version="1.0" encoding="utf-8"?>
<p:tagLst xmlns:a="http://schemas.openxmlformats.org/drawingml/2006/main" xmlns:r="http://schemas.openxmlformats.org/officeDocument/2006/relationships" xmlns:p="http://schemas.openxmlformats.org/presentationml/2006/main">
  <p:tag name="AS_UNIQUEID" val="172"/>
</p:tagLst>
</file>

<file path=ppt/tags/tag521.xml><?xml version="1.0" encoding="utf-8"?>
<p:tagLst xmlns:a="http://schemas.openxmlformats.org/drawingml/2006/main" xmlns:r="http://schemas.openxmlformats.org/officeDocument/2006/relationships" xmlns:p="http://schemas.openxmlformats.org/presentationml/2006/main">
  <p:tag name="AS_UNIQUEID" val="175"/>
</p:tagLst>
</file>

<file path=ppt/tags/tag522.xml><?xml version="1.0" encoding="utf-8"?>
<p:tagLst xmlns:a="http://schemas.openxmlformats.org/drawingml/2006/main" xmlns:r="http://schemas.openxmlformats.org/officeDocument/2006/relationships" xmlns:p="http://schemas.openxmlformats.org/presentationml/2006/main">
  <p:tag name="AS_UNIQUEID" val="176"/>
</p:tagLst>
</file>

<file path=ppt/tags/tag523.xml><?xml version="1.0" encoding="utf-8"?>
<p:tagLst xmlns:a="http://schemas.openxmlformats.org/drawingml/2006/main" xmlns:r="http://schemas.openxmlformats.org/officeDocument/2006/relationships" xmlns:p="http://schemas.openxmlformats.org/presentationml/2006/main">
  <p:tag name="AS_UNIQUEID" val="154"/>
</p:tagLst>
</file>

<file path=ppt/tags/tag524.xml><?xml version="1.0" encoding="utf-8"?>
<p:tagLst xmlns:a="http://schemas.openxmlformats.org/drawingml/2006/main" xmlns:r="http://schemas.openxmlformats.org/officeDocument/2006/relationships" xmlns:p="http://schemas.openxmlformats.org/presentationml/2006/main">
  <p:tag name="AS_UNIQUEID" val="158"/>
</p:tagLst>
</file>

<file path=ppt/tags/tag525.xml><?xml version="1.0" encoding="utf-8"?>
<p:tagLst xmlns:a="http://schemas.openxmlformats.org/drawingml/2006/main" xmlns:r="http://schemas.openxmlformats.org/officeDocument/2006/relationships" xmlns:p="http://schemas.openxmlformats.org/presentationml/2006/main">
  <p:tag name="AS_UNIQUEID" val="159"/>
</p:tagLst>
</file>

<file path=ppt/tags/tag526.xml><?xml version="1.0" encoding="utf-8"?>
<p:tagLst xmlns:a="http://schemas.openxmlformats.org/drawingml/2006/main" xmlns:r="http://schemas.openxmlformats.org/officeDocument/2006/relationships" xmlns:p="http://schemas.openxmlformats.org/presentationml/2006/main">
  <p:tag name="AS_UNIQUEID" val="160"/>
</p:tagLst>
</file>

<file path=ppt/tags/tag527.xml><?xml version="1.0" encoding="utf-8"?>
<p:tagLst xmlns:a="http://schemas.openxmlformats.org/drawingml/2006/main" xmlns:r="http://schemas.openxmlformats.org/officeDocument/2006/relationships" xmlns:p="http://schemas.openxmlformats.org/presentationml/2006/main">
  <p:tag name="AS_UNIQUEID" val="151"/>
</p:tagLst>
</file>

<file path=ppt/tags/tag528.xml><?xml version="1.0" encoding="utf-8"?>
<p:tagLst xmlns:a="http://schemas.openxmlformats.org/drawingml/2006/main" xmlns:r="http://schemas.openxmlformats.org/officeDocument/2006/relationships" xmlns:p="http://schemas.openxmlformats.org/presentationml/2006/main">
  <p:tag name="AS_UNIQUEID" val="155"/>
</p:tagLst>
</file>

<file path=ppt/tags/tag529.xml><?xml version="1.0" encoding="utf-8"?>
<p:tagLst xmlns:a="http://schemas.openxmlformats.org/drawingml/2006/main" xmlns:r="http://schemas.openxmlformats.org/officeDocument/2006/relationships" xmlns:p="http://schemas.openxmlformats.org/presentationml/2006/main">
  <p:tag name="AS_UNIQUEID" val="161"/>
</p:tagLst>
</file>

<file path=ppt/tags/tag530.xml><?xml version="1.0" encoding="utf-8"?>
<p:tagLst xmlns:a="http://schemas.openxmlformats.org/drawingml/2006/main" xmlns:r="http://schemas.openxmlformats.org/officeDocument/2006/relationships" xmlns:p="http://schemas.openxmlformats.org/presentationml/2006/main">
  <p:tag name="AS_UNIQUEID" val="164"/>
</p:tagLst>
</file>

<file path=ppt/tags/tag531.xml><?xml version="1.0" encoding="utf-8"?>
<p:tagLst xmlns:a="http://schemas.openxmlformats.org/drawingml/2006/main" xmlns:r="http://schemas.openxmlformats.org/officeDocument/2006/relationships" xmlns:p="http://schemas.openxmlformats.org/presentationml/2006/main">
  <p:tag name="AS_UNIQUEID" val="165"/>
</p:tagLst>
</file>

<file path=ppt/tags/tag532.xml><?xml version="1.0" encoding="utf-8"?>
<p:tagLst xmlns:a="http://schemas.openxmlformats.org/drawingml/2006/main" xmlns:r="http://schemas.openxmlformats.org/officeDocument/2006/relationships" xmlns:p="http://schemas.openxmlformats.org/presentationml/2006/main">
  <p:tag name="AS_UNIQUEID" val="166"/>
</p:tagLst>
</file>

<file path=ppt/tags/tag533.xml><?xml version="1.0" encoding="utf-8"?>
<p:tagLst xmlns:a="http://schemas.openxmlformats.org/drawingml/2006/main" xmlns:r="http://schemas.openxmlformats.org/officeDocument/2006/relationships" xmlns:p="http://schemas.openxmlformats.org/presentationml/2006/main">
  <p:tag name="AS_UNIQUEID" val="162"/>
</p:tagLst>
</file>

<file path=ppt/tags/tag534.xml><?xml version="1.0" encoding="utf-8"?>
<p:tagLst xmlns:a="http://schemas.openxmlformats.org/drawingml/2006/main" xmlns:r="http://schemas.openxmlformats.org/officeDocument/2006/relationships" xmlns:p="http://schemas.openxmlformats.org/presentationml/2006/main">
  <p:tag name="AS_UNIQUEID" val="163"/>
</p:tagLst>
</file>

<file path=ppt/tags/tag535.xml><?xml version="1.0" encoding="utf-8"?>
<p:tagLst xmlns:a="http://schemas.openxmlformats.org/drawingml/2006/main" xmlns:r="http://schemas.openxmlformats.org/officeDocument/2006/relationships" xmlns:p="http://schemas.openxmlformats.org/presentationml/2006/main">
  <p:tag name="AS_UNIQUEID" val="156"/>
</p:tagLst>
</file>

<file path=ppt/tags/tag536.xml><?xml version="1.0" encoding="utf-8"?>
<p:tagLst xmlns:a="http://schemas.openxmlformats.org/drawingml/2006/main" xmlns:r="http://schemas.openxmlformats.org/officeDocument/2006/relationships" xmlns:p="http://schemas.openxmlformats.org/presentationml/2006/main">
  <p:tag name="AS_UNIQUEID" val="157"/>
</p:tagLst>
</file>

<file path=ppt/tags/tag537.xml><?xml version="1.0" encoding="utf-8"?>
<p:tagLst xmlns:a="http://schemas.openxmlformats.org/drawingml/2006/main" xmlns:r="http://schemas.openxmlformats.org/officeDocument/2006/relationships" xmlns:p="http://schemas.openxmlformats.org/presentationml/2006/main">
  <p:tag name="AS_UNIQUEID" val="179"/>
</p:tagLst>
</file>

<file path=ppt/tags/tag538.xml><?xml version="1.0" encoding="utf-8"?>
<p:tagLst xmlns:a="http://schemas.openxmlformats.org/drawingml/2006/main" xmlns:r="http://schemas.openxmlformats.org/officeDocument/2006/relationships" xmlns:p="http://schemas.openxmlformats.org/presentationml/2006/main">
  <p:tag name="AS_UNIQUEID" val="180"/>
</p:tagLst>
</file>

<file path=ppt/tags/tag539.xml><?xml version="1.0" encoding="utf-8"?>
<p:tagLst xmlns:a="http://schemas.openxmlformats.org/drawingml/2006/main" xmlns:r="http://schemas.openxmlformats.org/officeDocument/2006/relationships" xmlns:p="http://schemas.openxmlformats.org/presentationml/2006/main">
  <p:tag name="AS_UNIQUEID" val="181"/>
</p:tagLst>
</file>

<file path=ppt/tags/tag540.xml><?xml version="1.0" encoding="utf-8"?>
<p:tagLst xmlns:a="http://schemas.openxmlformats.org/drawingml/2006/main" xmlns:r="http://schemas.openxmlformats.org/officeDocument/2006/relationships" xmlns:p="http://schemas.openxmlformats.org/presentationml/2006/main">
  <p:tag name="AS_UNIQUEID" val="182"/>
</p:tagLst>
</file>

<file path=ppt/tags/tag541.xml><?xml version="1.0" encoding="utf-8"?>
<p:tagLst xmlns:a="http://schemas.openxmlformats.org/drawingml/2006/main" xmlns:r="http://schemas.openxmlformats.org/officeDocument/2006/relationships" xmlns:p="http://schemas.openxmlformats.org/presentationml/2006/main">
  <p:tag name="AS_UNIQUEID" val="183"/>
</p:tagLst>
</file>

<file path=ppt/tags/tag542.xml><?xml version="1.0" encoding="utf-8"?>
<p:tagLst xmlns:a="http://schemas.openxmlformats.org/drawingml/2006/main" xmlns:r="http://schemas.openxmlformats.org/officeDocument/2006/relationships" xmlns:p="http://schemas.openxmlformats.org/presentationml/2006/main">
  <p:tag name="AS_UNIQUEID" val="184"/>
</p:tagLst>
</file>

<file path=ppt/tags/tag543.xml><?xml version="1.0" encoding="utf-8"?>
<p:tagLst xmlns:a="http://schemas.openxmlformats.org/drawingml/2006/main" xmlns:r="http://schemas.openxmlformats.org/officeDocument/2006/relationships" xmlns:p="http://schemas.openxmlformats.org/presentationml/2006/main">
  <p:tag name="AS_UNIQUEID" val="185"/>
</p:tagLst>
</file>

<file path=ppt/tags/tag544.xml><?xml version="1.0" encoding="utf-8"?>
<p:tagLst xmlns:a="http://schemas.openxmlformats.org/drawingml/2006/main" xmlns:r="http://schemas.openxmlformats.org/officeDocument/2006/relationships" xmlns:p="http://schemas.openxmlformats.org/presentationml/2006/main">
  <p:tag name="AS_UNIQUEID" val="186"/>
</p:tagLst>
</file>

<file path=ppt/tags/tag545.xml><?xml version="1.0" encoding="utf-8"?>
<p:tagLst xmlns:a="http://schemas.openxmlformats.org/drawingml/2006/main" xmlns:r="http://schemas.openxmlformats.org/officeDocument/2006/relationships" xmlns:p="http://schemas.openxmlformats.org/presentationml/2006/main">
  <p:tag name="AS_UNIQUEID" val="187"/>
</p:tagLst>
</file>

<file path=ppt/tags/tag546.xml><?xml version="1.0" encoding="utf-8"?>
<p:tagLst xmlns:a="http://schemas.openxmlformats.org/drawingml/2006/main" xmlns:r="http://schemas.openxmlformats.org/officeDocument/2006/relationships" xmlns:p="http://schemas.openxmlformats.org/presentationml/2006/main">
  <p:tag name="AS_UNIQUEID" val="188"/>
</p:tagLst>
</file>

<file path=ppt/tags/tag547.xml><?xml version="1.0" encoding="utf-8"?>
<p:tagLst xmlns:a="http://schemas.openxmlformats.org/drawingml/2006/main" xmlns:r="http://schemas.openxmlformats.org/officeDocument/2006/relationships" xmlns:p="http://schemas.openxmlformats.org/presentationml/2006/main">
  <p:tag name="AS_UNIQUEID" val="189"/>
</p:tagLst>
</file>

<file path=ppt/tags/tag548.xml><?xml version="1.0" encoding="utf-8"?>
<p:tagLst xmlns:a="http://schemas.openxmlformats.org/drawingml/2006/main" xmlns:r="http://schemas.openxmlformats.org/officeDocument/2006/relationships" xmlns:p="http://schemas.openxmlformats.org/presentationml/2006/main">
  <p:tag name="AS_UNIQUEID" val="190"/>
</p:tagLst>
</file>

<file path=ppt/tags/tag549.xml><?xml version="1.0" encoding="utf-8"?>
<p:tagLst xmlns:a="http://schemas.openxmlformats.org/drawingml/2006/main" xmlns:r="http://schemas.openxmlformats.org/officeDocument/2006/relationships" xmlns:p="http://schemas.openxmlformats.org/presentationml/2006/main">
  <p:tag name="AS_UNIQUEID" val="191"/>
</p:tagLst>
</file>

<file path=ppt/tags/tag550.xml><?xml version="1.0" encoding="utf-8"?>
<p:tagLst xmlns:a="http://schemas.openxmlformats.org/drawingml/2006/main" xmlns:r="http://schemas.openxmlformats.org/officeDocument/2006/relationships" xmlns:p="http://schemas.openxmlformats.org/presentationml/2006/main">
  <p:tag name="AS_UNIQUEID" val="192"/>
</p:tagLst>
</file>

<file path=ppt/tags/tag551.xml><?xml version="1.0" encoding="utf-8"?>
<p:tagLst xmlns:a="http://schemas.openxmlformats.org/drawingml/2006/main" xmlns:r="http://schemas.openxmlformats.org/officeDocument/2006/relationships" xmlns:p="http://schemas.openxmlformats.org/presentationml/2006/main">
  <p:tag name="AS_UNIQUEID" val="193"/>
</p:tagLst>
</file>

<file path=ppt/tags/tag552.xml><?xml version="1.0" encoding="utf-8"?>
<p:tagLst xmlns:a="http://schemas.openxmlformats.org/drawingml/2006/main" xmlns:r="http://schemas.openxmlformats.org/officeDocument/2006/relationships" xmlns:p="http://schemas.openxmlformats.org/presentationml/2006/main">
  <p:tag name="AS_UNIQUEID" val="194"/>
</p:tagLst>
</file>

<file path=ppt/tags/tag553.xml><?xml version="1.0" encoding="utf-8"?>
<p:tagLst xmlns:a="http://schemas.openxmlformats.org/drawingml/2006/main" xmlns:r="http://schemas.openxmlformats.org/officeDocument/2006/relationships" xmlns:p="http://schemas.openxmlformats.org/presentationml/2006/main">
  <p:tag name="AS_UNIQUEID" val="195"/>
</p:tagLst>
</file>

<file path=ppt/tags/tag554.xml><?xml version="1.0" encoding="utf-8"?>
<p:tagLst xmlns:a="http://schemas.openxmlformats.org/drawingml/2006/main" xmlns:r="http://schemas.openxmlformats.org/officeDocument/2006/relationships" xmlns:p="http://schemas.openxmlformats.org/presentationml/2006/main">
  <p:tag name="AS_UNIQUEID" val="196"/>
</p:tagLst>
</file>

<file path=ppt/tags/tag555.xml><?xml version="1.0" encoding="utf-8"?>
<p:tagLst xmlns:a="http://schemas.openxmlformats.org/drawingml/2006/main" xmlns:r="http://schemas.openxmlformats.org/officeDocument/2006/relationships" xmlns:p="http://schemas.openxmlformats.org/presentationml/2006/main">
  <p:tag name="AS_UNIQUEID" val="197"/>
</p:tagLst>
</file>

<file path=ppt/tags/tag556.xml><?xml version="1.0" encoding="utf-8"?>
<p:tagLst xmlns:a="http://schemas.openxmlformats.org/drawingml/2006/main" xmlns:r="http://schemas.openxmlformats.org/officeDocument/2006/relationships" xmlns:p="http://schemas.openxmlformats.org/presentationml/2006/main">
  <p:tag name="AS_UNIQUEID" val="198"/>
</p:tagLst>
</file>

<file path=ppt/tags/tag557.xml><?xml version="1.0" encoding="utf-8"?>
<p:tagLst xmlns:a="http://schemas.openxmlformats.org/drawingml/2006/main" xmlns:r="http://schemas.openxmlformats.org/officeDocument/2006/relationships" xmlns:p="http://schemas.openxmlformats.org/presentationml/2006/main">
  <p:tag name="AS_UNIQUEID" val="199"/>
</p:tagLst>
</file>

<file path=ppt/tags/tag558.xml><?xml version="1.0" encoding="utf-8"?>
<p:tagLst xmlns:a="http://schemas.openxmlformats.org/drawingml/2006/main" xmlns:r="http://schemas.openxmlformats.org/officeDocument/2006/relationships" xmlns:p="http://schemas.openxmlformats.org/presentationml/2006/main">
  <p:tag name="AS_UNIQUEID" val="200"/>
</p:tagLst>
</file>

<file path=ppt/tags/tag559.xml><?xml version="1.0" encoding="utf-8"?>
<p:tagLst xmlns:a="http://schemas.openxmlformats.org/drawingml/2006/main" xmlns:r="http://schemas.openxmlformats.org/officeDocument/2006/relationships" xmlns:p="http://schemas.openxmlformats.org/presentationml/2006/main">
  <p:tag name="AS_UNIQUEID" val="203"/>
</p:tagLst>
</file>

<file path=ppt/tags/tag560.xml><?xml version="1.0" encoding="utf-8"?>
<p:tagLst xmlns:a="http://schemas.openxmlformats.org/drawingml/2006/main" xmlns:r="http://schemas.openxmlformats.org/officeDocument/2006/relationships" xmlns:p="http://schemas.openxmlformats.org/presentationml/2006/main">
  <p:tag name="AS_UNIQUEID" val="204"/>
</p:tagLst>
</file>

<file path=ppt/tags/tag561.xml><?xml version="1.0" encoding="utf-8"?>
<p:tagLst xmlns:a="http://schemas.openxmlformats.org/drawingml/2006/main" xmlns:r="http://schemas.openxmlformats.org/officeDocument/2006/relationships" xmlns:p="http://schemas.openxmlformats.org/presentationml/2006/main">
  <p:tag name="AS_UNIQUEID" val="205"/>
</p:tagLst>
</file>

<file path=ppt/tags/tag562.xml><?xml version="1.0" encoding="utf-8"?>
<p:tagLst xmlns:a="http://schemas.openxmlformats.org/drawingml/2006/main" xmlns:r="http://schemas.openxmlformats.org/officeDocument/2006/relationships" xmlns:p="http://schemas.openxmlformats.org/presentationml/2006/main">
  <p:tag name="AS_UNIQUEID" val="57"/>
</p:tagLst>
</file>

<file path=ppt/tags/tag563.xml><?xml version="1.0" encoding="utf-8"?>
<p:tagLst xmlns:a="http://schemas.openxmlformats.org/drawingml/2006/main" xmlns:r="http://schemas.openxmlformats.org/officeDocument/2006/relationships" xmlns:p="http://schemas.openxmlformats.org/presentationml/2006/main">
  <p:tag name="AS_UNIQUEID" val="58"/>
</p:tagLst>
</file>

<file path=ppt/tags/tag564.xml><?xml version="1.0" encoding="utf-8"?>
<p:tagLst xmlns:a="http://schemas.openxmlformats.org/drawingml/2006/main" xmlns:r="http://schemas.openxmlformats.org/officeDocument/2006/relationships" xmlns:p="http://schemas.openxmlformats.org/presentationml/2006/main">
  <p:tag name="AS_UNIQUEID" val="59"/>
</p:tagLst>
</file>

<file path=ppt/tags/tag565.xml><?xml version="1.0" encoding="utf-8"?>
<p:tagLst xmlns:a="http://schemas.openxmlformats.org/drawingml/2006/main" xmlns:r="http://schemas.openxmlformats.org/officeDocument/2006/relationships" xmlns:p="http://schemas.openxmlformats.org/presentationml/2006/main">
  <p:tag name="AS_UNIQUEID" val="60"/>
</p:tagLst>
</file>

<file path=ppt/tags/tag566.xml><?xml version="1.0" encoding="utf-8"?>
<p:tagLst xmlns:a="http://schemas.openxmlformats.org/drawingml/2006/main" xmlns:r="http://schemas.openxmlformats.org/officeDocument/2006/relationships" xmlns:p="http://schemas.openxmlformats.org/presentationml/2006/main">
  <p:tag name="AS_UNIQUEID" val="61"/>
</p:tagLst>
</file>

<file path=ppt/tags/tag567.xml><?xml version="1.0" encoding="utf-8"?>
<p:tagLst xmlns:a="http://schemas.openxmlformats.org/drawingml/2006/main" xmlns:r="http://schemas.openxmlformats.org/officeDocument/2006/relationships" xmlns:p="http://schemas.openxmlformats.org/presentationml/2006/main">
  <p:tag name="AS_UNIQUEID" val="62"/>
</p:tagLst>
</file>

<file path=ppt/tags/tag568.xml><?xml version="1.0" encoding="utf-8"?>
<p:tagLst xmlns:a="http://schemas.openxmlformats.org/drawingml/2006/main" xmlns:r="http://schemas.openxmlformats.org/officeDocument/2006/relationships" xmlns:p="http://schemas.openxmlformats.org/presentationml/2006/main">
  <p:tag name="AS_UNIQUEID" val="63"/>
</p:tagLst>
</file>

<file path=ppt/tags/tag569.xml><?xml version="1.0" encoding="utf-8"?>
<p:tagLst xmlns:a="http://schemas.openxmlformats.org/drawingml/2006/main" xmlns:r="http://schemas.openxmlformats.org/officeDocument/2006/relationships" xmlns:p="http://schemas.openxmlformats.org/presentationml/2006/main">
  <p:tag name="AS_UNIQUEID" val="64"/>
</p:tagLst>
</file>

<file path=ppt/tags/tag570.xml><?xml version="1.0" encoding="utf-8"?>
<p:tagLst xmlns:a="http://schemas.openxmlformats.org/drawingml/2006/main" xmlns:r="http://schemas.openxmlformats.org/officeDocument/2006/relationships" xmlns:p="http://schemas.openxmlformats.org/presentationml/2006/main">
  <p:tag name="AS_UNIQUEID" val="209"/>
</p:tagLst>
</file>

<file path=ppt/tags/tag571.xml><?xml version="1.0" encoding="utf-8"?>
<p:tagLst xmlns:a="http://schemas.openxmlformats.org/drawingml/2006/main" xmlns:r="http://schemas.openxmlformats.org/officeDocument/2006/relationships" xmlns:p="http://schemas.openxmlformats.org/presentationml/2006/main">
  <p:tag name="AS_UNIQUEID" val="2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2F2F2"/>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BBE0E3"/>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BBE0E3"/>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1928</Words>
  <Application>Microsoft Office PowerPoint</Application>
  <PresentationFormat>全屏显示(16:9)</PresentationFormat>
  <Paragraphs>231</Paragraphs>
  <Slides>33</Slides>
  <Notes>0</Notes>
  <HiddenSlides>0</HiddenSlides>
  <MMClips>1</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33</vt:i4>
      </vt:variant>
    </vt:vector>
  </HeadingPairs>
  <TitlesOfParts>
    <vt:vector size="53" baseType="lpstr">
      <vt:lpstr>等线</vt:lpstr>
      <vt:lpstr>方正姚体</vt:lpstr>
      <vt:lpstr>仿宋</vt:lpstr>
      <vt:lpstr>黑体</vt:lpstr>
      <vt:lpstr>华文楷体</vt:lpstr>
      <vt:lpstr>楷体</vt:lpstr>
      <vt:lpstr>楷体_GB2312</vt:lpstr>
      <vt:lpstr>隶书</vt:lpstr>
      <vt:lpstr>三极准柔宋</vt:lpstr>
      <vt:lpstr>宋体</vt:lpstr>
      <vt:lpstr>微软雅黑</vt:lpstr>
      <vt:lpstr>Arial</vt:lpstr>
      <vt:lpstr>Calibri</vt:lpstr>
      <vt:lpstr>Cambria Math</vt:lpstr>
      <vt:lpstr>Comic Sans MS</vt:lpstr>
      <vt:lpstr>Symbol</vt:lpstr>
      <vt:lpstr>Times New Roman</vt:lpstr>
      <vt:lpstr>Wingdings</vt:lpstr>
      <vt:lpstr>Office 主题</vt:lpstr>
      <vt:lpstr>Default</vt:lpstr>
      <vt:lpstr>PowerPoint 演示文稿</vt:lpstr>
      <vt:lpstr>共点力</vt:lpstr>
      <vt:lpstr>小试牛刀</vt:lpstr>
      <vt:lpstr>合力与分力</vt:lpstr>
      <vt:lpstr>纤夫：被机械替代的劳动力</vt:lpstr>
      <vt:lpstr>力的合成与分解</vt:lpstr>
      <vt:lpstr>同一直线上力的合成</vt:lpstr>
      <vt:lpstr>同一直线上力的合成</vt:lpstr>
      <vt:lpstr>互成角度的两个力的合成</vt:lpstr>
      <vt:lpstr>实验：探究两个互成角度的力的合成</vt:lpstr>
      <vt:lpstr>平行四边形定则</vt:lpstr>
      <vt:lpstr>例题精讲</vt:lpstr>
      <vt:lpstr>练习：</vt:lpstr>
      <vt:lpstr>从另一个方面思考互成角度的两个力的合成</vt:lpstr>
      <vt:lpstr>三角形法则</vt:lpstr>
      <vt:lpstr>合力的大小范围</vt:lpstr>
      <vt:lpstr>多力合成</vt:lpstr>
      <vt:lpstr>多力合成</vt:lpstr>
      <vt:lpstr>力的分解</vt:lpstr>
      <vt:lpstr>正交分解</vt:lpstr>
      <vt:lpstr>应用：用正交分解方法求合力</vt:lpstr>
      <vt:lpstr>应用：用正交分解方法求合力</vt:lpstr>
      <vt:lpstr>力的分解</vt:lpstr>
      <vt:lpstr>高大的桥为什么要造很长的引桥</vt:lpstr>
      <vt:lpstr>小试牛刀</vt:lpstr>
      <vt:lpstr>矢量与标量</vt:lpstr>
      <vt:lpstr>小结</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rbm.xkw.com</dc:creator>
  <cp:lastModifiedBy>hu bo</cp:lastModifiedBy>
  <cp:revision>14</cp:revision>
  <cp:lastPrinted>2022-10-21T09:10:47Z</cp:lastPrinted>
  <dcterms:created xsi:type="dcterms:W3CDTF">2022-10-21T09:10:47Z</dcterms:created>
  <dcterms:modified xsi:type="dcterms:W3CDTF">2024-11-11T02:52:00Z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